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7"/>
  </p:notesMasterIdLst>
  <p:handoutMasterIdLst>
    <p:handoutMasterId r:id="rId78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26" r:id="rId61"/>
    <p:sldId id="327" r:id="rId62"/>
    <p:sldId id="328" r:id="rId63"/>
    <p:sldId id="330" r:id="rId64"/>
    <p:sldId id="331" r:id="rId65"/>
    <p:sldId id="318" r:id="rId66"/>
    <p:sldId id="333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32" r:id="rId75"/>
    <p:sldId id="329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1"/>
            <p14:sldId id="312"/>
            <p14:sldId id="313"/>
            <p14:sldId id="314"/>
            <p14:sldId id="315"/>
            <p14:sldId id="316"/>
            <p14:sldId id="317"/>
            <p14:sldId id="326"/>
            <p14:sldId id="327"/>
            <p14:sldId id="328"/>
            <p14:sldId id="330"/>
            <p14:sldId id="331"/>
          </p14:sldIdLst>
        </p14:section>
        <p14:section name="C语言 - 第十章" id="{5314AB56-4F83-421D-8A88-8E1A8855317A}">
          <p14:sldIdLst>
            <p14:sldId id="318"/>
            <p14:sldId id="333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/>
        </p14:section>
        <p14:section name="C语言 - 第十二章" id="{B7E07EA1-08AB-4104-A6B4-BCA60D873B9F}">
          <p14:sldIdLst/>
        </p14:section>
        <p14:section name="C++语言 - 第十三章" id="{067E9523-9FD9-48E1-AB07-C39065B5E703}">
          <p14:sldIdLst/>
        </p14:section>
        <p14:section name="封面" id="{6D6F9A05-B1CC-4C63-959D-14BF78F87133}">
          <p14:sldIdLst>
            <p14:sldId id="332"/>
            <p14:sldId id="32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3" autoAdjust="0"/>
    <p:restoredTop sz="84989" autoAdjust="0"/>
  </p:normalViewPr>
  <p:slideViewPr>
    <p:cSldViewPr snapToGrid="0">
      <p:cViewPr varScale="1">
        <p:scale>
          <a:sx n="95" d="100"/>
          <a:sy n="95" d="100"/>
        </p:scale>
        <p:origin x="843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12/25/2025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12/25/2025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12/25/2025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5.png"/><Relationship Id="rId4" Type="http://schemas.openxmlformats.org/officeDocument/2006/relationships/image" Target="../media/image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4495DE-C8A6-9E61-7BD2-E94A7BA78B4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89" y="1257244"/>
            <a:ext cx="7930826" cy="4277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9076E-BFBE-6109-7C20-C912B26303E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6C9F71-CD23-8772-39B2-976DF3D5686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743372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28" y="1035406"/>
            <a:ext cx="8439150" cy="4554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589908-34C2-4101-59D3-A4388A908D0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9220" y="1193575"/>
            <a:ext cx="7639762" cy="41188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0212BE-AA2D-E92C-349E-343FD01FB8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86" y="918000"/>
            <a:ext cx="7872499" cy="48880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4E1EEC-41D4-A61F-766B-9F308C6FE25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D4F0CE-6961-9164-B920-D178A18C2D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4" y="1600482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298A51-CBD3-B087-867A-036136C2144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37382" y="1314563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FD004-4C28-29F8-5C14-DA942C8BA95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83704" y="1390764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B866A7-8789-9774-A2E0-3A0A6FFF57C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30" y="898017"/>
            <a:ext cx="7829950" cy="5135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91606-5894-11A3-CE40-E3C55975067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138E1-EC57-F14D-62CF-8D3F8806BCB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11" y="781909"/>
            <a:ext cx="8056495" cy="52844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60" y="961506"/>
            <a:ext cx="8140588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965DE3-D5F7-2D31-6B60-468B2DC667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499" y="988910"/>
            <a:ext cx="7218138" cy="50437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0BCAA-F1AF-F2C6-E749-E848F028697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11" y="856554"/>
            <a:ext cx="8336859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AF8211-AE34-3960-7023-9FFE29311EA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94" y="82162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3B628F-0CF9-07D6-6DDC-EF593A06AC2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9AD97-1DAE-3EBE-05EC-9260B279F7F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F0DA94-E28E-01CA-BDCA-46C51045071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0956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63" y="772789"/>
            <a:ext cx="8480453" cy="51829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7CDD9-1AFF-A579-E346-6FF034FE7B1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938" y="120140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29" y="529716"/>
            <a:ext cx="8423121" cy="52326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2673178" y="1445426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4" y="5086001"/>
            <a:ext cx="9262124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20116A-18B2-2BC2-8BA5-3F092F6ED9E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7602" y="110079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74" y="675692"/>
            <a:ext cx="8340657" cy="50201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1311593" y="2114518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4" y="5000031"/>
            <a:ext cx="9315670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00A378-08A2-136C-4E0E-58B5ED3A65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176" y="104225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01" y="413229"/>
            <a:ext cx="7927740" cy="5246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1554609" y="2095796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9373335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9B11FA-0E6A-5A4D-9549-354053E5EC1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8659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67" y="544379"/>
            <a:ext cx="8357741" cy="52990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1019149" y="1574644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068388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CA80A1-EC24-D7D6-912F-F8A8CEAD328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01" y="365344"/>
            <a:ext cx="8347200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671" y="1137756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70134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295031-9D26-5416-0BB6-363BC01A703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38715"/>
            <a:ext cx="8657170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43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73585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E7F0D-28AE-DFD8-F950-FA17A664B8E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" y="294652"/>
            <a:ext cx="8311719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116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9" y="4930190"/>
            <a:ext cx="9010952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F69193-2CD8-CE2E-FC83-F647F36AE1C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8" y="2621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404" y="110538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335426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7CF463-F246-B05F-E90D-2DCE34C57C0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8" y="366678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19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16581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EB43C8-54D8-BC5A-DDAC-34B331B333A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83" y="396154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477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65493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052492-DCBD-BEB7-7139-D0127C5510A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EC466B-E497-77D3-5F78-2AAFC29A0AE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35" y="252460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20" y="114584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9901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914BE9-CC08-3E64-7753-8B93B434960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9" y="371166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9252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0F430-F133-E980-7869-8BE7A6DD5AD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3" y="429423"/>
            <a:ext cx="9424439" cy="59991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142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53831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7035C6-308A-6CD2-3D4A-4B1515CC48C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6" y="222529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02792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7BBAB8-4F1B-4ED3-2C51-71C42DB4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86" y="333576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978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C742BE-D773-A163-92B7-B7F90367F5B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76796"/>
            <a:ext cx="8632894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454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20DB8B-8B53-91D5-37BD-96B978B9160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306977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06492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1499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B37F72-B0BE-03A8-3352-4A7147471B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17" y="246807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026" y="1072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34276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C06942-7EE3-12FA-9F78-048CFF9838A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71" y="226536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5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124231" y="4942366"/>
            <a:ext cx="89744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D5990C-CBF1-BB4E-55A4-37807984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197957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062" y="93516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6670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A02E2-F2C8-7075-ACDD-3EBB44DDC8F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8197" y="128115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19" y="575864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4" y="5225586"/>
            <a:ext cx="9245648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C7A86F-D2B1-8CB7-9E77-176F0A739A1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28" y="552475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5518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906838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1D4E1D-E7A1-B5D4-4EA1-C2E3BA4FD7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48363D-3E0A-95EB-A5EE-70C3A973BE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9989AF-1F7E-E1C7-F9CF-908BF94D112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BCEE4-B229-BE66-CA09-90E9E93EC4D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CA267B-24B9-50FD-E125-949E293474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C4EA2-E1AB-D938-6F63-497A5B7A0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0" y="611416"/>
            <a:ext cx="8427854" cy="55749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2C581B-2456-76BC-EDC0-8391776472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14FEA1-4AFF-2D37-7607-AD54BF05EFE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2D5A76-82ED-B811-988F-55E6AE0A5B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8BD3B-5378-81CC-F89F-36D189D43886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1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）实参和形参都用数组名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2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）实参用数组名，形参用指针变量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）实参和形参都用指针变量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）实参用指针变量，形参用数组名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37319E-2E45-599D-DFE9-589A8576F9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845160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06846C-EC71-3FCC-3CE1-3B4A3DD0403D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）实参和形参都用数组名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）实参用数组名，形参用指针变量</a:t>
            </a:r>
            <a:endParaRPr lang="en-US" altLang="zh-CN" dirty="0"/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3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4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）实参用指针变量，形参用数组名</a:t>
            </a:r>
            <a:endParaRPr 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7E20A-ACE1-464B-0E0B-068E2DB7A9B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760194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D02390-0713-2227-AEF1-E9F802B7AE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0C36EC-D955-BA31-C40F-C5355E0AC079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指针数组本质上是一个数组，其元素是指针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8585D-7130-ECE9-7B5F-0C3BF00E1A1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B9B90-C44E-B671-5D22-BF53B59CD78E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数组指针本质上是一个指针，指向一个数组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F89FD5-FBC4-9630-C1E9-FE709CAA8B3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6C87FE-34F1-7E4C-F218-12438D38A14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5FBE47-B57A-B560-F9E5-729934188D7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D23B2F-4BBC-3409-2DDE-E8500C2A243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7D7B8B-0F36-E94B-4FE7-93135281ACC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4AF064-F6BF-81B4-07CF-688D520F1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55" y="590718"/>
            <a:ext cx="8514553" cy="57979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A0831A-CEBE-9E7A-CC7E-BEF74F2E241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E5D9-3808-C2CF-FA8D-BF3E673E1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5549BBB-1A65-0004-A07C-A741F046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64" y="713464"/>
            <a:ext cx="7968173" cy="5421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44E03D-DE90-319B-6D56-B1650F768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4095DE-E1FD-2420-1D66-5120EB14936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DE84C-7B60-8413-6763-EBF15F7D6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7346E7-7C1F-95B1-9A6C-5B1EB73A56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把指向函数的指针变量作为函数参数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BC76D0-0D5E-D76C-26D2-9293EC41187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1211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89374-A9CA-FCC6-9B17-04638863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CC30D0-5151-57AF-148C-3CCEBA26C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341" y="602856"/>
            <a:ext cx="8359747" cy="56158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537D7F-D46B-53EF-438D-111D7F20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2DDAC8-AA7C-A300-5FEB-69973A93DDB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154DB1-E360-65A6-7927-15CA4991F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85F0FA-3DBE-D0F9-F6A9-C6241F60C86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9.5.3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返回指针值的函数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059E28-B97A-C0E2-15D7-55716C32EF9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1872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0F1C5-BF00-4EEF-0C35-C0CE2EB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92052E-0CF4-0C20-A313-D68209DB1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40" y="743598"/>
            <a:ext cx="8113387" cy="52747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CEE756-F907-14E7-B7E2-648E5DDB8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1FB54B6-8DA2-7EBA-CFC4-3ACE0509BB4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B0A966-6B2C-1999-EC43-159E4E7D4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322ECA-5C10-7877-78C3-91216C1B98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指针数组概念回顾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0580F-4132-8A46-E895-BBCFFEAF073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406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F47A2-5652-EC99-1E9E-5833AF83F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5CD87C-3AA5-8DD5-DA00-354CD0471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81" y="644115"/>
            <a:ext cx="8164970" cy="52656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F4D254-A80D-7C5A-237D-FB8F8B2A9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CD554B-FEC8-8AE0-6A20-6939644849D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D0966-8905-9086-4ED6-F99F174C6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F07130-9512-4574-A4F7-768AE45D54DA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指向指针的指针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701E10-38D3-AE04-4ACF-40F31ED6942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40E544-65CB-3754-09A1-CEF144B2B50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B"/>
              </a:clrFrom>
              <a:clrTo>
                <a:srgbClr val="FDFDF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06064" y="1266111"/>
            <a:ext cx="4763165" cy="26578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14568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92A2D-D767-537C-2E93-CCFDE25E6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1345746-D065-A540-ABFF-E01DC192C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443" y="596900"/>
            <a:ext cx="8069913" cy="54229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FF7A73-62E9-E227-1676-35A449F15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DBFE3A8-C6FF-6C4F-9221-72C26610502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A1E759-3250-3807-5B12-3471D39C3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28E8AC-C4C9-9CD8-2B8A-8A8F81FE685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962930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指针数组作为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main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601DBD-FFCF-D876-BC9F-31AF098F5A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9553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586409-497A-1E81-A8E8-8E226224B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29518"/>
            <a:ext cx="8097345" cy="55028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(1)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结构体简介与变量定义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23447D-464B-534A-4FB8-0B79F8A5C8D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D8213-34CC-1497-D036-145226E7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8F6F06-9FAF-ECE7-891A-0DFDFC4ED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76" y="488225"/>
            <a:ext cx="8434657" cy="5872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654D71-D631-CA6F-38C1-A35553A1F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8F6283C-F478-FF2E-0C9E-710CA28B93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12A966-36A9-5D46-DF31-BD84A121EB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9FC5945-9ED7-AFF0-ACB2-F308DC533158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(2)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7DA269-A440-E51B-51F8-8A351E8FF889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0B46C3-640A-2D00-652C-62C41FBF6B0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8431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95A72-22F1-0B1F-DA1F-15660194F14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0BB860-0BDB-6114-C2AF-7CAEA24C7EF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6E3977-F5F2-6D6E-7A30-A1076342E6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BF43C4-C819-B809-0246-8C981C849FF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C34FA-A15A-A192-E7C4-B917B27FF3D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D6F9D0-E208-C96E-117F-FDB9040244A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027DA5-3FB8-D74C-8937-385EF75C9AB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65111-193A-341A-9F74-26114C156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F920F995-4C0F-92CE-FDE3-20EF40F96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71A633-6FE1-9FD5-ACA1-7F28C57793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E3147D-D7C6-FE6D-CFC9-744149EFB967}"/>
              </a:ext>
            </a:extLst>
          </p:cNvPr>
          <p:cNvCxnSpPr>
            <a:cxnSpLocks/>
          </p:cNvCxnSpPr>
          <p:nvPr/>
        </p:nvCxnSpPr>
        <p:spPr>
          <a:xfrm>
            <a:off x="1690588" y="5163316"/>
            <a:ext cx="1670678" cy="132583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454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7AD5B-C0DD-3F5C-1D90-D619222A1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90401203-F7E6-FA23-657C-5519BE221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10C0ED-B6B3-A2C0-A7AF-773FE06954B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A5AD28-E533-7C8D-D552-849B2BA29E50}"/>
              </a:ext>
            </a:extLst>
          </p:cNvPr>
          <p:cNvCxnSpPr>
            <a:cxnSpLocks/>
          </p:cNvCxnSpPr>
          <p:nvPr/>
        </p:nvCxnSpPr>
        <p:spPr>
          <a:xfrm>
            <a:off x="3756455" y="5315716"/>
            <a:ext cx="4297020" cy="323595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635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19336</TotalTime>
  <Words>1407</Words>
  <Application>Microsoft Office PowerPoint</Application>
  <PresentationFormat>Widescreen</PresentationFormat>
  <Paragraphs>265</Paragraphs>
  <Slides>75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1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117</cp:revision>
  <dcterms:created xsi:type="dcterms:W3CDTF">2023-09-30T18:06:47Z</dcterms:created>
  <dcterms:modified xsi:type="dcterms:W3CDTF">2025-12-25T00:48:13Z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