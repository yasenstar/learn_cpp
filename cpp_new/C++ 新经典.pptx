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handoutMasterIdLst>
    <p:handoutMasterId r:id="rId78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2" r:id="rId75"/>
    <p:sldId id="32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1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9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>
                <a:latin typeface="Franklin Gothic Heavy" panose="020B0903020102020204" pitchFamily="34" charset="0"/>
              </a:rPr>
              <a:t>073</a:t>
            </a:r>
            <a:endParaRPr lang="en-US" sz="9600" b="1" dirty="0">
              <a:latin typeface="Franklin Gothic Heavy" panose="020B09030201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18010</TotalTime>
  <Words>1401</Words>
  <Application>Microsoft Office PowerPoint</Application>
  <PresentationFormat>Widescreen</PresentationFormat>
  <Paragraphs>265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116</cp:revision>
  <dcterms:created xsi:type="dcterms:W3CDTF">2023-09-30T18:06:47Z</dcterms:created>
  <dcterms:modified xsi:type="dcterms:W3CDTF">2025-12-23T14:49:30Z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