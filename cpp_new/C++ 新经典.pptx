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handoutMasterIdLst>
    <p:handoutMasterId r:id="rId70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5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57" d="100"/>
          <a:sy n="57" d="100"/>
        </p:scale>
        <p:origin x="45" y="6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66814" y="939115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5232" y="1071547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70" y="771332"/>
            <a:ext cx="7082685" cy="46457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48" y="323963"/>
            <a:ext cx="7375967" cy="4838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5" y="544766"/>
            <a:ext cx="7526807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499" y="988911"/>
            <a:ext cx="6376510" cy="43568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28" y="323963"/>
            <a:ext cx="7253485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15" y="78116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591138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1194353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16323</TotalTime>
  <Words>1307</Words>
  <Application>Microsoft Office PowerPoint</Application>
  <PresentationFormat>Widescreen</PresentationFormat>
  <Paragraphs>244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103</cp:revision>
  <dcterms:created xsi:type="dcterms:W3CDTF">2023-09-30T18:06:47Z</dcterms:created>
  <dcterms:modified xsi:type="dcterms:W3CDTF">2025-12-21T00:49:10Z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