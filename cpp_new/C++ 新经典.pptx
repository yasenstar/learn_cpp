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8"/>
            <p14:sldId id="297"/>
            <p14:sldId id="299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3" y="-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66814" y="939115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5232" y="1071547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938" y="591138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3" y="5225586"/>
            <a:ext cx="11943539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591138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9694</TotalTime>
  <Words>776</Words>
  <Application>Microsoft Office PowerPoint</Application>
  <PresentationFormat>Widescreen</PresentationFormat>
  <Paragraphs>158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64</cp:revision>
  <dcterms:created xsi:type="dcterms:W3CDTF">2023-09-30T18:06:47Z</dcterms:created>
  <dcterms:modified xsi:type="dcterms:W3CDTF">2025-12-16T10:20:18Z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