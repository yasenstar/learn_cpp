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62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8443</TotalTime>
  <Words>738</Words>
  <Application>Microsoft Office PowerPoint</Application>
  <PresentationFormat>Widescreen</PresentationFormat>
  <Paragraphs>149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56</cp:revision>
  <dcterms:created xsi:type="dcterms:W3CDTF">2023-09-30T18:06:47Z</dcterms:created>
  <dcterms:modified xsi:type="dcterms:W3CDTF">2025-12-15T13:29:08Z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