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5" autoAdjust="0"/>
    <p:restoredTop sz="94660"/>
  </p:normalViewPr>
  <p:slideViewPr>
    <p:cSldViewPr snapToGrid="0">
      <p:cViewPr varScale="1">
        <p:scale>
          <a:sx n="57" d="100"/>
          <a:sy n="57" d="100"/>
        </p:scale>
        <p:origin x="63" y="7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70" y="771332"/>
            <a:ext cx="7082685" cy="46457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48" y="323963"/>
            <a:ext cx="7375967" cy="4838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5" y="544766"/>
            <a:ext cx="7526807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499" y="988911"/>
            <a:ext cx="6376510" cy="43568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28" y="323963"/>
            <a:ext cx="7253485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15" y="78116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709E1F-F4BA-67ED-0FF8-2D17518F0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D0D34-E8EE-4641-6B6F-B67E62ADA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7440F2-2319-FA69-6880-7B25A9CD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7AA01D-7814-37E6-0A21-E4C43372E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B6B939-4FD8-5459-E18C-35A5A0D35F1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C3EFBD-43E3-7610-67A9-62DEE584D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CC76152-54BA-80E4-328B-BFF05169513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7471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12891</TotalTime>
  <Words>1215</Words>
  <Application>Microsoft Office PowerPoint</Application>
  <PresentationFormat>Widescreen</PresentationFormat>
  <Paragraphs>237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100</cp:revision>
  <dcterms:created xsi:type="dcterms:W3CDTF">2023-09-30T18:06:47Z</dcterms:created>
  <dcterms:modified xsi:type="dcterms:W3CDTF">2025-12-18T15:36:39Z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