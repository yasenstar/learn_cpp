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6"/>
  </p:notesMasterIdLst>
  <p:handoutMasterIdLst>
    <p:handoutMasterId r:id="rId97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4" r:id="rId48"/>
    <p:sldId id="305" r:id="rId49"/>
    <p:sldId id="306" r:id="rId50"/>
    <p:sldId id="307" r:id="rId51"/>
    <p:sldId id="308" r:id="rId52"/>
    <p:sldId id="309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26" r:id="rId61"/>
    <p:sldId id="327" r:id="rId62"/>
    <p:sldId id="328" r:id="rId63"/>
    <p:sldId id="330" r:id="rId64"/>
    <p:sldId id="331" r:id="rId65"/>
    <p:sldId id="318" r:id="rId66"/>
    <p:sldId id="333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34" r:id="rId75"/>
    <p:sldId id="335" r:id="rId76"/>
    <p:sldId id="336" r:id="rId77"/>
    <p:sldId id="338" r:id="rId78"/>
    <p:sldId id="339" r:id="rId79"/>
    <p:sldId id="340" r:id="rId80"/>
    <p:sldId id="341" r:id="rId81"/>
    <p:sldId id="342" r:id="rId82"/>
    <p:sldId id="344" r:id="rId83"/>
    <p:sldId id="345" r:id="rId84"/>
    <p:sldId id="346" r:id="rId85"/>
    <p:sldId id="347" r:id="rId86"/>
    <p:sldId id="348" r:id="rId87"/>
    <p:sldId id="349" r:id="rId88"/>
    <p:sldId id="350" r:id="rId89"/>
    <p:sldId id="351" r:id="rId90"/>
    <p:sldId id="352" r:id="rId91"/>
    <p:sldId id="353" r:id="rId92"/>
    <p:sldId id="332" r:id="rId93"/>
    <p:sldId id="354" r:id="rId94"/>
    <p:sldId id="329" r:id="rId9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  <p14:sldId id="311"/>
            <p14:sldId id="312"/>
            <p14:sldId id="313"/>
            <p14:sldId id="314"/>
            <p14:sldId id="315"/>
            <p14:sldId id="316"/>
            <p14:sldId id="317"/>
            <p14:sldId id="326"/>
            <p14:sldId id="327"/>
            <p14:sldId id="328"/>
            <p14:sldId id="330"/>
            <p14:sldId id="331"/>
          </p14:sldIdLst>
        </p14:section>
        <p14:section name="C语言 - 第十章" id="{5314AB56-4F83-421D-8A88-8E1A8855317A}">
          <p14:sldIdLst>
            <p14:sldId id="318"/>
            <p14:sldId id="333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语言 - 第十一章" id="{5B674738-3F4D-4A3B-8106-250F6BB36055}">
          <p14:sldIdLst>
            <p14:sldId id="334"/>
            <p14:sldId id="335"/>
          </p14:sldIdLst>
        </p14:section>
        <p14:section name="C语言 - 第十二章" id="{B7E07EA1-08AB-4104-A6B4-BCA60D873B9F}">
          <p14:sldIdLst>
            <p14:sldId id="336"/>
            <p14:sldId id="338"/>
            <p14:sldId id="339"/>
            <p14:sldId id="340"/>
            <p14:sldId id="341"/>
            <p14:sldId id="342"/>
          </p14:sldIdLst>
        </p14:section>
        <p14:section name="C语言 - 总结" id="{FD5BAC8E-E2B4-40BC-82AA-82C9ED93B815}">
          <p14:sldIdLst>
            <p14:sldId id="344"/>
          </p14:sldIdLst>
        </p14:section>
        <p14:section name="C++语言开篇" id="{FDFDDA09-B111-42B4-92C4-A30BF19F0A65}">
          <p14:sldIdLst>
            <p14:sldId id="345"/>
          </p14:sldIdLst>
        </p14:section>
        <p14:section name="C++语言 - 第十三章" id="{067E9523-9FD9-48E1-AB07-C39065B5E703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封面" id="{6D6F9A05-B1CC-4C63-959D-14BF78F87133}">
          <p14:sldIdLst>
            <p14:sldId id="332"/>
            <p14:sldId id="354"/>
            <p14:sldId id="32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3" autoAdjust="0"/>
    <p:restoredTop sz="96470" autoAdjust="0"/>
  </p:normalViewPr>
  <p:slideViewPr>
    <p:cSldViewPr snapToGrid="0">
      <p:cViewPr varScale="1">
        <p:scale>
          <a:sx n="113" d="100"/>
          <a:sy n="113" d="100"/>
        </p:scale>
        <p:origin x="165" y="2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viewProps" Target="viewProps.xml"/><Relationship Id="rId10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presProps" Target="presProps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3/15/2026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3/15/2026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9CEFD-F8A8-5D1D-0452-DFAC142D0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007388-88F3-D4DC-937C-8C61B6EE8B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9B11BD-A906-2995-C697-76F22AE87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A822A-51FA-75DB-F2EC-CFD4FE2996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7005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43ED0-1E45-12FC-12EF-D45E0B315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288AED-F146-818B-E058-1F4FCF16D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A811E8-7590-86B8-BFFB-C297726593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5BA851-6186-6E28-B898-37E2CE436E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088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3DD88-AEEC-D7F3-F914-6C50BB488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C4A6CE-C3E3-D72B-FA34-478039811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A697A0-9BC2-B132-C26D-A3E17D66F5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384E5B-D59C-63A7-B31C-A8C641C409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520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B9438-DFAB-8744-9D51-13C9DFE2B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82345-553A-62AE-2CB1-4E83153C23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C02448-1AF1-AD71-A4BD-DFD1FE2BE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53235B-7128-16FF-AD6B-BCFA5B188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9099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B578C-CA68-1386-B9A1-21A830EF8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ECFF83-57B3-6DB8-4696-E4D89B20F7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D15D67-AD27-1351-6A95-FA0A5207D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1EA69-42B0-939E-C5C8-4C131966BB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0251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B51B6-B575-45FA-D5C2-A816F75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3A9597-81C6-BCC5-FB67-8B27189966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F614DC-CED0-E492-21A3-90B01F537E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64E1E-3C68-BE50-033F-FE62892575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7362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7335E-BDCD-CF4F-2B4C-15A7CA642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18F7B9-163B-32C7-962F-C7A565125A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4B883-A27D-043A-78A8-350E9F7CD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F16F8-5677-7ABD-932A-875B5F373A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197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5AF98-AADB-CE8C-5836-6316B2DD2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1F4EB9-A162-6FF7-F765-7B36FDA3E2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8C364-8A58-7363-E616-3AEA87CA39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BCCE10-BCCE-EB94-F31C-6EF5CB46C6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0682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D84AD-82A7-ACDD-3348-D59EFB8E7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AD9BD-ABD4-E288-D3F4-3A7FBEBDD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E8F8F2-D87D-A228-C568-418FB98E4F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88D4-CF36-D7C3-1E82-59D9999F1F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2570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C72A3-034A-C269-396D-E08AD20A6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E4A42D-F7BB-E091-3FAB-E6BBCB1902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DF3736-FF7F-0DBA-D6A5-44E7DBB618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4FB5C-F7AA-0ECD-17E8-1ECDCD83A8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236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15DEC-0511-E1F7-8C64-786EA32B3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C57A3A-2470-0EB6-D25F-06B977EA78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A37B0D-49C5-5815-FCED-F58368B157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872408-8FDA-17FC-CDA4-73E22A03DF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9070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28B88-1C87-AD20-4662-B16488381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91F5E-859E-0676-E6C8-6A44A48C51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50ED83-BC7E-3F43-B703-483C9415E9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6A6C4-F1EC-16ED-5B9C-5E7CCE2B6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9451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D5FC4-A748-EB9A-9428-765DC9AFB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076976-B206-DE08-0438-C2FB5CF138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316660-4B1F-1036-D672-0779070356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D018C-C97C-EF94-2C2F-E9CD27128B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6238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2FC17-1333-057B-BBD1-BC53E5E71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E26B9-49F6-5A61-56E4-6301EDAB2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B0B269-6A73-09FD-4A22-7085E1C7C5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8D6EC-4BD0-93A1-D2DB-57005A2FB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6542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D7E26-A91C-404E-8F55-7A5E01C63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88787-1DC0-DB97-1BC0-7F659C3D1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6FB991-FD35-C5A8-AA3C-FC96E81620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49C4FA-67C5-504E-CA1B-E0251D6F7F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663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3/15/2026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3/15/2026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3/15/2026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3/15/2026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3/15/2026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3/15/2026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3/15/2026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3/15/2026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3/15/2026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3/15/2026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3/15/2026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3/15/2026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3/15/2026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5.png"/><Relationship Id="rId4" Type="http://schemas.openxmlformats.org/officeDocument/2006/relationships/image" Target="../media/image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8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84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jpeg"/><Relationship Id="rId2" Type="http://schemas.openxmlformats.org/officeDocument/2006/relationships/image" Target="../media/image9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5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4495DE-C8A6-9E61-7BD2-E94A7BA78B4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89" y="1257244"/>
            <a:ext cx="7930826" cy="4277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9076E-BFBE-6109-7C20-C912B26303E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6C9F71-CD23-8772-39B2-976DF3D5686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743372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28" y="1035406"/>
            <a:ext cx="8439150" cy="4554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589908-34C2-4101-59D3-A4388A908D0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9220" y="1193575"/>
            <a:ext cx="7639762" cy="41188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0212BE-AA2D-E92C-349E-343FD01FB8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86" y="918000"/>
            <a:ext cx="7872499" cy="48880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4E1EEC-41D4-A61F-766B-9F308C6FE25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D4F0CE-6961-9164-B920-D178A18C2D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4" y="1600482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298A51-CBD3-B087-867A-036136C2144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37382" y="1314563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FD004-4C28-29F8-5C14-DA942C8BA95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83704" y="1390764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B866A7-8789-9774-A2E0-3A0A6FFF57C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30" y="898017"/>
            <a:ext cx="7829950" cy="5135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191606-5894-11A3-CE40-E3C55975067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138E1-EC57-F14D-62CF-8D3F8806BCB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11" y="781909"/>
            <a:ext cx="8056495" cy="52844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60" y="961506"/>
            <a:ext cx="8140588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965DE3-D5F7-2D31-6B60-468B2DC667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499" y="988910"/>
            <a:ext cx="7218138" cy="50437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70BCAA-F1AF-F2C6-E749-E848F028697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11" y="856554"/>
            <a:ext cx="8336859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AF8211-AE34-3960-7023-9FFE29311EA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94" y="82162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3B628F-0CF9-07D6-6DDC-EF593A06AC2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19AD97-1DAE-3EBE-05EC-9260B279F7F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F0DA94-E28E-01CA-BDCA-46C51045071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0956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63" y="772789"/>
            <a:ext cx="8480453" cy="51829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07CDD9-1AFF-A579-E346-6FF034FE7B1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938" y="120140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429" y="529716"/>
            <a:ext cx="8423121" cy="52326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2673178" y="1445426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4" y="5086001"/>
            <a:ext cx="9262124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20116A-18B2-2BC2-8BA5-3F092F6ED9E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7602" y="110079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74" y="675692"/>
            <a:ext cx="8340657" cy="50201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1311593" y="2114518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4" y="5000031"/>
            <a:ext cx="9315670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00A378-08A2-136C-4E0E-58B5ED3A65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176" y="104225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001" y="413229"/>
            <a:ext cx="7927740" cy="52461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1554609" y="2095796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9373335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9B11FA-0E6A-5A4D-9549-354053E5EC1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8659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767" y="544379"/>
            <a:ext cx="8357741" cy="52990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1019149" y="1574644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068388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CA80A1-EC24-D7D6-912F-F8A8CEAD328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01" y="365344"/>
            <a:ext cx="8347200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5671" y="1137756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70134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295031-9D26-5416-0BB6-363BC01A703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38715"/>
            <a:ext cx="8657170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743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73585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E7F0D-28AE-DFD8-F950-FA17A664B8E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" y="294652"/>
            <a:ext cx="8311719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116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9" y="4930190"/>
            <a:ext cx="9010952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F69193-2CD8-CE2E-FC83-F647F36AE1C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98" y="2621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2404" y="110538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335426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7CF463-F246-B05F-E90D-2DCE34C57C0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8" y="366678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19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16581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EB43C8-54D8-BC5A-DDAC-34B331B333A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83" y="396154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477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65493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052492-DCBD-BEB7-7139-D0127C5510A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9EC466B-E497-77D3-5F78-2AAFC29A0AE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35" y="252460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20" y="114584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9901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914BE9-CC08-3E64-7753-8B93B434960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9" y="371166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9252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0F430-F133-E980-7869-8BE7A6DD5AD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3" y="429423"/>
            <a:ext cx="9424439" cy="59991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142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53831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7035C6-308A-6CD2-3D4A-4B1515CC48C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6" y="222529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02792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7BBAB8-4F1B-4ED3-2C51-71C42DB4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86" y="333576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978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C742BE-D773-A163-92B7-B7F90367F5B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76796"/>
            <a:ext cx="8632894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454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20DB8B-8B53-91D5-37BD-96B978B9160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306977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06492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1499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B37F72-B0BE-03A8-3352-4A7147471B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17" y="246807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5026" y="1072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34276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C06942-7EE3-12FA-9F78-048CFF9838A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71" y="226536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955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124231" y="4942366"/>
            <a:ext cx="89744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D5990C-CBF1-BB4E-55A4-37807984326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197957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062" y="93516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6670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8A02E2-F2C8-7075-ACDD-3EBB44DDC8F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8197" y="128115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19" y="575864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4" y="5225586"/>
            <a:ext cx="9245648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C7A86F-D2B1-8CB7-9E77-176F0A739A1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28" y="552475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5518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906838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1D4E1D-E7A1-B5D4-4EA1-C2E3BA4FD7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48363D-3E0A-95EB-A5EE-70C3A973BE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9989AF-1F7E-E1C7-F9CF-908BF94D112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-1: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和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</a:t>
            </a:r>
            <a:endParaRPr lang="en-US" sz="7200" dirty="0">
              <a:latin typeface="Arial" panose="020B0604020202020204" pitchFamily="34" charset="0"/>
              <a:ea typeface="华文隶书" panose="02010800040101010101" pitchFamily="2" charset="-122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BCEE4-B229-BE66-CA09-90E9E93EC4D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-2: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&amp;*,*&amp;,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(*p)++,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*p++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CA267B-24B9-50FD-E125-949E293474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C4EA2-E1AB-D938-6F63-497A5B7A0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0" y="611416"/>
            <a:ext cx="8427854" cy="55749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2C581B-2456-76BC-EDC0-8391776472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14FEA1-4AFF-2D37-7607-AD54BF05EFE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2D5A76-82ED-B811-988F-55E6AE0A5BE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8BD3B-5378-81CC-F89F-36D189D43886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1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）实参和形参都用数组名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2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）实参用数组名，形参用指针变量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）实参和形参都用指针变量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）实参用指针变量，形参用数组名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37319E-2E45-599D-DFE9-589A8576F9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845160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06846C-EC71-3FCC-3CE1-3B4A3DD0403D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）实参和形参都用数组名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）实参用数组名，形参用指针变量</a:t>
            </a:r>
            <a:endParaRPr lang="en-US" altLang="zh-CN" dirty="0"/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3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4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）实参用指针变量，形参用数组名</a:t>
            </a:r>
            <a:endParaRPr lang="en-US" b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F7E20A-ACE1-464B-0E0B-068E2DB7A9B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760194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D02390-0713-2227-AEF1-E9F802B7AE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0C36EC-D955-BA31-C40F-C5355E0AC079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指针数组本质上是一个数组，其元素是指针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8585D-7130-ECE9-7B5F-0C3BF00E1A1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B9B90-C44E-B671-5D22-BF53B59CD78E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数组指针本质上是一个指针，指向一个数组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F89FD5-FBC4-9630-C1E9-FE709CAA8B3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6C87FE-34F1-7E4C-F218-12438D38A14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5FBE47-B57A-B560-F9E5-729934188D7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D23B2F-4BBC-3409-2DDE-E8500C2A243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7D7B8B-0F36-E94B-4FE7-93135281ACC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4AF064-F6BF-81B4-07CF-688D520F1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55" y="590718"/>
            <a:ext cx="8514553" cy="57979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A0831A-CEBE-9E7A-CC7E-BEF74F2E241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E5D9-3808-C2CF-FA8D-BF3E673E1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5549BBB-1A65-0004-A07C-A741F046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64" y="713464"/>
            <a:ext cx="7968173" cy="5421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44E03D-DE90-319B-6D56-B1650F768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4095DE-E1FD-2420-1D66-5120EB14936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8DE84C-7B60-8413-6763-EBF15F7D6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7346E7-7C1F-95B1-9A6C-5B1EB73A56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把指向函数的指针变量作为函数参数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BC76D0-0D5E-D76C-26D2-9293EC41187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51211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89374-A9CA-FCC6-9B17-046388636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CC30D0-5151-57AF-148C-3CCEBA26C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341" y="602856"/>
            <a:ext cx="8359747" cy="56158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537D7F-D46B-53EF-438D-111D7F20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2DDAC8-AA7C-A300-5FEB-69973A93DDB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154DB1-E360-65A6-7927-15CA4991F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85F0FA-3DBE-D0F9-F6A9-C6241F60C86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9.5.3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返回指针值的函数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059E28-B97A-C0E2-15D7-55716C32EF9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1872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0F1C5-BF00-4EEF-0C35-C0CE2EB6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92052E-0CF4-0C20-A313-D68209DB1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40" y="743598"/>
            <a:ext cx="8113387" cy="52747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CEE756-F907-14E7-B7E2-648E5DDB8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1FB54B6-8DA2-7EBA-CFC4-3ACE0509BB4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B0A966-6B2C-1999-EC43-159E4E7D4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9322ECA-5C10-7877-78C3-91216C1B98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指针数组概念回顾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0580F-4132-8A46-E895-BBCFFEAF073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4061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F47A2-5652-EC99-1E9E-5833AF83F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5CD87C-3AA5-8DD5-DA00-354CD0471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81" y="644115"/>
            <a:ext cx="8164970" cy="52656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F4D254-A80D-7C5A-237D-FB8F8B2A9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1CD554B-FEC8-8AE0-6A20-6939644849D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D0966-8905-9086-4ED6-F99F174C6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F07130-9512-4574-A4F7-768AE45D54DA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指向指针的指针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701E10-38D3-AE04-4ACF-40F31ED6942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440E544-65CB-3754-09A1-CEF144B2B50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B"/>
              </a:clrFrom>
              <a:clrTo>
                <a:srgbClr val="FDFDF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806064" y="1266111"/>
            <a:ext cx="4763165" cy="26578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14568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92A2D-D767-537C-2E93-CCFDE25E6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1345746-D065-A540-ABFF-E01DC192C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443" y="596900"/>
            <a:ext cx="8069913" cy="54229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FF7A73-62E9-E227-1676-35A449F15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DBFE3A8-C6FF-6C4F-9221-72C26610502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A1E759-3250-3807-5B12-3471D39C3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28E8AC-C4C9-9CD8-2B8A-8A8F81FE685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962930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指针数组作为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main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601DBD-FFCF-D876-BC9F-31AF098F5A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9553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11AD-0827-D8AE-0384-F4B4A334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586409-497A-1E81-A8E8-8E226224B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29518"/>
            <a:ext cx="8097345" cy="55028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9D0AB-5B0B-31E5-98D1-30E3FF9B9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8C4F0D-6FCB-7FBE-1AAD-7F577D3B0F0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D49C-6A84-4664-B343-6813D46B8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EEB4F-3AC9-9853-58DC-576333C3204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(1)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结构体简介与变量定义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C0D52-EEC0-A8B1-097C-C1A2A64872EB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23447D-464B-534A-4FB8-0B79F8A5C8D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407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D8213-34CC-1497-D036-145226E7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8F6F06-9FAF-ECE7-891A-0DFDFC4ED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76" y="488225"/>
            <a:ext cx="8434657" cy="5872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654D71-D631-CA6F-38C1-A35553A1F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8F6283C-F478-FF2E-0C9E-710CA28B93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12A966-36A9-5D46-DF31-BD84A121EB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9FC5945-9ED7-AFF0-ACB2-F308DC533158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(2)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结构体变量引用和初始化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7DA269-A440-E51B-51F8-8A351E8FF889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0B46C3-640A-2D00-652C-62C41FBF6B0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8431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30A14-F9D2-94EF-E0B9-FDE8269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208C6A-B230-5F09-D72F-DC39FD1C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12" y="712616"/>
            <a:ext cx="8309212" cy="53366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1900B5-F6E8-9706-74AF-1C6FB12B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6CE034-801E-91C1-EB97-F9F48C47297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BF933-8772-532C-FAEA-C44AB4C3E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46C0637-32C8-220B-111E-8AD533BDDC3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95A72-22F1-0B1F-DA1F-15660194F14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1155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658A-318E-4468-5C3A-95F51F9E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F6EB60-0BD4-F317-BC2E-12BA5CE5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D3E5C2-FE18-F89D-2EB7-AEABFB74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28E411-A9E3-94AA-290B-CC87267BF5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05627-D3FC-A158-977E-15DE30AED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3FF090-9D1C-2194-AF88-086C9DEF1DDC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0BB860-0BDB-6114-C2AF-7CAEA24C7EF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3801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CDE-E379-828C-DE12-84D862363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A980F5-0969-C99F-617E-2DC1D94E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8E9AAF-D934-7737-81E4-F650ED3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3BDA5D-6CC4-2E62-4FE7-98C43D4EC1F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26209-C614-8811-FC0C-68AFD3636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27F5BA-C5AF-D1B6-300E-F28A05BC492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6E3977-F5F2-6D6E-7A30-A1076342E6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2204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92C2-1503-F101-B58E-4882FA9E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087348-71D2-8ABB-06E4-701A31A6C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1" y="726260"/>
            <a:ext cx="8283558" cy="496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595D21-7181-AA28-40B4-ED3CCB8F2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FC3698-8DBF-79A1-4FE4-07C9301BE4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231AF-FA98-38CB-D0A7-C42067B3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A2B34D-C15A-41FE-B328-8316E07E182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用指向结构体的指针作为函数参数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BF43C4-C819-B809-0246-8C981C849FF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3867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A780-8015-6A99-C43F-2F4FC36E0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9DAB74-FDBB-6F44-B32F-C96F06868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74" y="609826"/>
            <a:ext cx="8280822" cy="5139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5ED35-A67A-66BD-E55A-14190A9E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C09EB-1CB3-C509-B959-EEA210550A4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3E036-091D-9ACF-7AD3-C3011E817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A1811B-2BE1-BD06-1F14-7CF189A789D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union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DD3C6-5599-8FF0-5FED-DB535FA52DCA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union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7C34FA-A15A-A192-E7C4-B917B27FF3D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8252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9888B-0C4D-0DE9-C433-4261A5EA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2BEE7F-34CC-2EBE-7C05-12CE4815C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0" y="738152"/>
            <a:ext cx="8249801" cy="4962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7C134-E118-B950-5449-C4C0CDA4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8DDC2-B811-DA6D-4E5A-14ABC21F5AB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E78CA-9514-D007-3BB2-18B350411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2E6947-BB29-3077-970A-84FC60ADAD64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枚举类型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enum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78BF-CF88-5E5B-7559-1F0369A242F8}"/>
              </a:ext>
            </a:extLst>
          </p:cNvPr>
          <p:cNvSpPr txBox="1"/>
          <p:nvPr/>
        </p:nvSpPr>
        <p:spPr>
          <a:xfrm>
            <a:off x="5502583" y="1995723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enum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D6F9D0-E208-C96E-117F-FDB9040244A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7508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B3EAE-A3DD-9184-8ED0-3F2842E1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D9AEAA-A10C-C7E5-CF65-65F2DED4B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98264"/>
            <a:ext cx="8202170" cy="50389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6069F-A845-10FC-1F11-FA6FE038E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E71708-07A1-9319-D452-F741F388F36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177C3-2D96-6F06-3954-BAB4D7C73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679CC7-A573-2DD1-B57F-31BC87BE878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typedef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定义类型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C4B2F-6290-5CE9-DC8F-A6B8133E3C95}"/>
              </a:ext>
            </a:extLst>
          </p:cNvPr>
          <p:cNvSpPr txBox="1"/>
          <p:nvPr/>
        </p:nvSpPr>
        <p:spPr>
          <a:xfrm>
            <a:off x="5502583" y="1995723"/>
            <a:ext cx="2443796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4400" b="1" dirty="0"/>
              <a:t>typedef</a:t>
            </a:r>
            <a:endParaRPr lang="en-US" sz="4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027DA5-3FB8-D74C-8937-385EF75C9AB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30019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B9421-0C46-D4C1-4F5D-6D0EC5896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7A28EA7B-B2C1-6E64-DFBE-9F03AA86C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19" y="792456"/>
            <a:ext cx="8539081" cy="4997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98F83E-539A-3972-AFA0-04296B8EE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E8F1C32-4259-4021-211E-07D782ECFB5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518AE6-1B11-F4C8-A0C0-4574BB276A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DA0ADB-3F06-FE5D-53FE-8542894DFA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11.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位运算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11.1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位的概念和位运算符简介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83E496-1FE5-AB82-CF28-3585A2CAD8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73026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10795-BE09-8C8D-4017-EA231FF8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7E67FEC-A93A-5554-3B77-6A963CEAE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08" y="529007"/>
            <a:ext cx="8529055" cy="54153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CCBB4B-6494-9BA1-06D7-F34307B4EA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50028B-A7AB-1C18-8809-6B289098A9DB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87EFDE-F69E-B23E-FE98-729A54A367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C1DF2CA-0F91-5AD3-F59E-0BD7C436EF5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11.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位运算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11.2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位运算的具体应用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C9817F-6166-8064-2753-5DAC11A7719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08576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F469B-1AC1-FA02-8924-9D7D5EF0E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47F19B3-4E5B-D5EF-43B5-44CC23B40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34" y="616443"/>
            <a:ext cx="8601629" cy="52694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425D97-12F9-3BA1-FB8A-97A4DE3A3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680127-89BE-13C0-7AD8-6DF5039792F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9064B8-C1B4-F0B3-3BD3-DD7B69C7E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5CE7290-364D-1D6B-57E4-835782A4142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文件简介与文本、二进制文件区别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A692CA-F0B8-BCF3-544D-E8DC916AF0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95628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D0D98-62BE-3461-EC7C-6160AD1FE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C7950F8-CFE0-9144-EDF0-CB3CFB136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035" y="654518"/>
            <a:ext cx="8221222" cy="51673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EC3908-E627-ADBE-0001-9B05E1BE94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DA2DFC1-37DA-305B-11AB-C658E692F28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8FFDAD-354B-2B6B-2B58-C7BAD06266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267CD0-EF41-6B32-BBA1-4913936495BE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12.2.1&amp;2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文件的打开和关闭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5503C-964A-7699-BAE5-F37AD45E5FA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8195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2EE70-A107-4A92-1F06-B15B5E498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7EF3E88-80C1-9370-1DF3-8025F2AD53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111" y="715635"/>
            <a:ext cx="8164064" cy="50450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F9D2B2F-63D4-647A-E8B3-4334436D0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917607-B02D-0D6D-7BD4-7A80F43BD67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7DE27A-1BE6-79D9-D2E3-7DB17A5E28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93FCF0F-ADAB-052A-B2C5-449DC80DD10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文件的读写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2D3046-5DD0-6951-675F-B233A5B0236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07988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91FBD-0693-89FE-F67F-593C9D7D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3361010-AA91-0D06-6EC7-2691D2E34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08" y="707457"/>
            <a:ext cx="8501793" cy="47999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A83105-72D6-85FD-2EB4-CD386640FF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E10520-4CED-AF5A-DB40-EEA1F304F0E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95996C-9F41-FD5B-E46F-2C457C2BB1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0040153-7654-C35C-F276-ABB17442597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12.2.4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文件读写操练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0D7070-4D98-C62B-763D-ABF44D9D9233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399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D050A-B3C0-18B4-F588-28A9241B9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C257624-2186-E400-1171-17DB92C15C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3106"/>
            <a:ext cx="9145276" cy="484419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DCDCE90-88F1-9238-EB66-63128987EE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2895" y="132059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E65B73-AA1E-8FD1-E16A-65B05B3D092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6376CC-5907-C275-5503-9C70A58220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D8A4119-5318-C986-5677-3A7AD32C107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9315366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将结构体写入二进制文件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34072C-ABF2-FC6C-DEF4-0B89F9962946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31356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A6A36-12A0-A1F2-377B-44A4CB0FB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AC61446-67C8-B034-6C08-3364E96E8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34" y="714728"/>
            <a:ext cx="8434319" cy="446991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354090-AE36-D621-D8E2-2921A87A44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8B6A4BC-7508-28A2-E02E-B0DB759C712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29C36A-6F29-D4AE-BAA9-DF0AB0C945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9906920-2991-2AD9-9627-9472589F262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801351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从二进制文件中读出结构体数据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12.3.3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487F25-EB05-D0DE-F363-64C83EEB8EF6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4763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2E6F-4525-CA47-B5E9-74B2E2255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94DF94-036C-52BA-C5B9-45177A27B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4B90731-C9D6-2887-A504-AC0DED381CC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25B882-59B0-9A6D-7928-75A6C89BD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8B175BF-FFFA-BBE7-B119-B54504332A0F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8393547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上篇：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C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语言部分总结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DC1BAD-DD1C-63DC-B3E8-253E499A63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50" y="715791"/>
            <a:ext cx="7406335" cy="4848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2E429C-CECC-AE06-9E11-86581456DDE8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2070729" cy="20462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1388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800C6-2C74-D03B-D522-AE56C1751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585863-9428-0953-2591-989496F9E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D206246-9E16-C6D8-4854-2C916662185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B74088-D4FB-3DC6-FEAC-8E0554F08D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E752445-3345-6D78-4C93-A6A11395F254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8393547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下篇：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语言开篇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89A8C1-AC47-A4C9-EDE0-9C153F0D40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227" y="807077"/>
            <a:ext cx="7296236" cy="47703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E5EA509-9A3F-130F-44AF-85CA59348E0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2070729" cy="20462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2397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C504B-588C-081D-1D32-361A41906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A907B90-989A-2752-2BFA-C3D9CF5B27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69" y="717237"/>
            <a:ext cx="7706801" cy="53572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56CF1A-B2B2-67D2-3522-5FFFCFA269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31B542C-1B13-994C-DAC3-EEF705894EB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25F012-4096-70DC-830A-96B53500A2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D3E812-2BA3-65EE-79F5-C25BF8BAFC4C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9074560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5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语言特性、工程构成与可移植性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04A864-9FD3-A44C-B7E1-79E8E53A9FC4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5987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D8FC7-4E3C-062C-1365-F84E9270D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960DEA0-1411-7B20-4A95-8DE7BE086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301" y="695459"/>
            <a:ext cx="8141584" cy="53125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1B4462F-845B-2DA8-9620-69D692F7A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53403F8-0AFA-A1D8-E799-928A18F8468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B9796E-07F5-D683-1890-2D6E6D4ED0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868B8B2-CEA3-D36F-C2A2-2BCE2E620182}"/>
              </a:ext>
            </a:extLst>
          </p:cNvPr>
          <p:cNvSpPr txBox="1">
            <a:spLocks/>
          </p:cNvSpPr>
          <p:nvPr/>
        </p:nvSpPr>
        <p:spPr>
          <a:xfrm>
            <a:off x="83703" y="5174674"/>
            <a:ext cx="9074560" cy="161604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命名空间简介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56D006-2E2D-AEBE-E613-FA1B08437BF3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38628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AE3F-4B32-E7A9-2CC4-5E623E9D6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E0890A-5F89-FBC7-4442-3572AE961E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163" y="633844"/>
            <a:ext cx="8161663" cy="53980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ACE522-8808-01F5-ABF9-9BF2ADF43F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D20CD1C-895C-1848-18C3-71634F40C5D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70E734-3138-9AF8-37F7-A461D3E08C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E99D08A-28D7-83F3-1422-FBD3BE63FC35}"/>
              </a:ext>
            </a:extLst>
          </p:cNvPr>
          <p:cNvSpPr txBox="1">
            <a:spLocks/>
          </p:cNvSpPr>
          <p:nvPr/>
        </p:nvSpPr>
        <p:spPr>
          <a:xfrm>
            <a:off x="83703" y="4998028"/>
            <a:ext cx="9074560" cy="179269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基本输入输出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AB774F-601C-0BFB-D9CE-EF39BC9FE58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53900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D1B1C-406C-CE9D-AD91-CD5B109DD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05178F2-217F-0850-1B61-0DBE8A789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43" y="657890"/>
            <a:ext cx="8109247" cy="554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BA25E5-7A24-A2F2-B0EF-7BD1C62651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7E3EE54-33F1-B25D-84A2-FB606CDB1E1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DA0607-601F-574F-CC34-68D56C5F70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777D7DE-BFDA-8664-7170-4A07259E742E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9074560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局部变量和初始化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initializer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D5A2C3-9568-45C9-3C49-84718B65ED3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1E57F63-BA64-00EA-14A8-BE6AD0AB62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6920" y="2831428"/>
            <a:ext cx="3238658" cy="31736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139562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07D24-BEC4-A85E-A83E-46C7F2F5B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AE3C4C-F030-4EAC-B421-12078D0B5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788" y="694058"/>
            <a:ext cx="8107229" cy="52807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7E65C9A-5842-D9AC-3847-02380F6681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7A57597-B4B6-F8A7-5AC4-E1FD6881F8F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460EAB-9D0B-6BF6-1815-2C00B305E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0C32550-701A-701B-3852-821ED60D7751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9335656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5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- 13.3.2 auto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关键字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变量的自动类型推断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7B6500-4360-E542-C60F-07276AC4613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4057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0F40B-0EE8-EF84-B6A7-1A6A09795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0DC8CA6-B8DE-969B-2FDF-F91D683DF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405" y="841663"/>
            <a:ext cx="8555536" cy="5247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353CF9B-56A9-9E92-29CB-F6B4347D9E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8B65034-A1C9-7A97-A757-8345921206EB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298CF2-4BD2-F7C8-88C9-4781BF57AE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4AFC9ED-4096-3B1D-51C9-697006C61087}"/>
              </a:ext>
            </a:extLst>
          </p:cNvPr>
          <p:cNvSpPr txBox="1">
            <a:spLocks/>
          </p:cNvSpPr>
          <p:nvPr/>
        </p:nvSpPr>
        <p:spPr>
          <a:xfrm>
            <a:off x="83703" y="5294168"/>
            <a:ext cx="9335656" cy="149655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头文件防卫式声明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0B1A5D-67DD-4D64-7922-72665791699C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8436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F15BC-CE42-2DA3-F662-E64B14563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81BC126-E4A9-88D7-C714-0EE900B27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89" y="768927"/>
            <a:ext cx="8072642" cy="53201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4648019-3BA2-9C13-FE2C-AC131AEEE6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D292DD-B959-4439-1755-B1F575EE258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514AFA-EAD2-7B7C-1666-332F917814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1304752-07D1-B8F5-E35E-D588875E43FE}"/>
              </a:ext>
            </a:extLst>
          </p:cNvPr>
          <p:cNvSpPr txBox="1">
            <a:spLocks/>
          </p:cNvSpPr>
          <p:nvPr/>
        </p:nvSpPr>
        <p:spPr>
          <a:xfrm>
            <a:off x="83703" y="4946073"/>
            <a:ext cx="9335656" cy="1844645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- 13.3.4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引用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E5CC35-D3FD-9F49-EDFF-79826D5C1A14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94890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65077-4C12-49E0-F38E-DEBBBC5DD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078A8A9-7C0D-5713-B4E4-0EBB1A7AE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762" y="624156"/>
            <a:ext cx="8060442" cy="53617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DBE05B-0526-D5EF-07EB-DDEB9A786C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8AC5791-8A8F-30B7-7C4A-12DC2BA850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1061B3-F329-BDC9-D4D6-F13AD808B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6D9F60F-9851-5DF7-797B-2CAA4C29309E}"/>
              </a:ext>
            </a:extLst>
          </p:cNvPr>
          <p:cNvSpPr txBox="1">
            <a:spLocks/>
          </p:cNvSpPr>
          <p:nvPr/>
        </p:nvSpPr>
        <p:spPr>
          <a:xfrm>
            <a:off x="83703" y="4946073"/>
            <a:ext cx="9335656" cy="1844645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常量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const, </a:t>
            </a:r>
            <a:r>
              <a:rPr lang="en-US" altLang="zh-CN" sz="7200" dirty="0" err="1">
                <a:latin typeface="华文隶书" panose="02010800040101010101" pitchFamily="2" charset="-122"/>
                <a:ea typeface="华文隶书" panose="02010800040101010101" pitchFamily="2" charset="-122"/>
              </a:rPr>
              <a:t>constexpr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2E3818-AC67-ED09-2E98-11D7BE8DE25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338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65111-193A-341A-9F74-26114C156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erson in a blue shirt&#10;&#10;AI-generated content may be incorrect.">
            <a:extLst>
              <a:ext uri="{FF2B5EF4-FFF2-40B4-BE49-F238E27FC236}">
                <a16:creationId xmlns:a16="http://schemas.microsoft.com/office/drawing/2014/main" id="{20070F64-BC12-76BA-4938-AC10749FD3C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621" y="535518"/>
            <a:ext cx="4162070" cy="35242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F920F995-4C0F-92CE-FDE3-20EF40F96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E3147D-D7C6-FE6D-CFC9-744149EFB967}"/>
              </a:ext>
            </a:extLst>
          </p:cNvPr>
          <p:cNvCxnSpPr>
            <a:cxnSpLocks/>
          </p:cNvCxnSpPr>
          <p:nvPr/>
        </p:nvCxnSpPr>
        <p:spPr>
          <a:xfrm>
            <a:off x="1690588" y="5163316"/>
            <a:ext cx="1670678" cy="132583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3771A633-6FE1-9FD5-ACA1-7F28C577937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24556" y="803148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5454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1E3EA-B509-8C4B-348F-5D330CD93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E703BC2-C006-F925-0270-39888F3F522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24556" y="803148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93099B0-CA8F-73E9-BA39-836F1FE19D0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39294" y="105833"/>
            <a:ext cx="5661440" cy="651065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442064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7AD5B-C0DD-3F5C-1D90-D619222A1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90401203-F7E6-FA23-657C-5519BE221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10C0ED-B6B3-A2C0-A7AF-773FE06954B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A5AD28-E533-7C8D-D552-849B2BA29E50}"/>
              </a:ext>
            </a:extLst>
          </p:cNvPr>
          <p:cNvCxnSpPr>
            <a:cxnSpLocks/>
          </p:cNvCxnSpPr>
          <p:nvPr/>
        </p:nvCxnSpPr>
        <p:spPr>
          <a:xfrm>
            <a:off x="3756455" y="5315716"/>
            <a:ext cx="4297020" cy="323595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635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21858</TotalTime>
  <Words>2445</Words>
  <Application>Microsoft Office PowerPoint</Application>
  <PresentationFormat>Widescreen</PresentationFormat>
  <Paragraphs>347</Paragraphs>
  <Slides>94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94</vt:i4>
      </vt:variant>
    </vt:vector>
  </HeadingPairs>
  <TitlesOfParts>
    <vt:vector size="100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137</cp:revision>
  <dcterms:created xsi:type="dcterms:W3CDTF">2023-09-30T18:06:47Z</dcterms:created>
  <dcterms:modified xsi:type="dcterms:W3CDTF">2026-03-15T08:28:18Z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