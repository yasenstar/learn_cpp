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handoutMasterIdLst>
    <p:handoutMasterId r:id="rId8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8" r:id="rId78"/>
    <p:sldId id="339" r:id="rId79"/>
    <p:sldId id="340" r:id="rId80"/>
    <p:sldId id="341" r:id="rId81"/>
    <p:sldId id="342" r:id="rId82"/>
    <p:sldId id="344" r:id="rId83"/>
    <p:sldId id="332" r:id="rId84"/>
    <p:sldId id="329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8"/>
            <p14:sldId id="339"/>
            <p14:sldId id="340"/>
            <p14:sldId id="341"/>
            <p14:sldId id="342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3" autoAdjust="0"/>
    <p:restoredTop sz="96470" autoAdjust="0"/>
  </p:normalViewPr>
  <p:slideViewPr>
    <p:cSldViewPr snapToGrid="0">
      <p:cViewPr>
        <p:scale>
          <a:sx n="70" d="100"/>
          <a:sy n="70" d="100"/>
        </p:scale>
        <p:origin x="324" y="3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12/25/2025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12/25/2025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8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648324"/>
            <a:ext cx="8393547" cy="1142393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上篇：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395881"/>
            <a:ext cx="2070729" cy="20462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20065</TotalTime>
  <Words>1552</Words>
  <Application>Microsoft Office PowerPoint</Application>
  <PresentationFormat>Widescreen</PresentationFormat>
  <Paragraphs>303</Paragraphs>
  <Slides>84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126</cp:revision>
  <dcterms:created xsi:type="dcterms:W3CDTF">2023-09-30T18:06:47Z</dcterms:created>
  <dcterms:modified xsi:type="dcterms:W3CDTF">2025-12-25T12:58:12Z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