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450" y="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12/11/2025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572563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572563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5572563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599573-F3D5-73A6-31D5-E00226BE97C3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5572563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A7C381-3F59-6910-86B6-D25DAF36AF4E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5266</TotalTime>
  <Words>442</Words>
  <Application>Microsoft Office PowerPoint</Application>
  <PresentationFormat>Widescreen</PresentationFormat>
  <Paragraphs>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37</cp:revision>
  <dcterms:created xsi:type="dcterms:W3CDTF">2023-09-30T18:06:47Z</dcterms:created>
  <dcterms:modified xsi:type="dcterms:W3CDTF">2025-12-12T04:38:04Z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