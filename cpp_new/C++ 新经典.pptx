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0"/>
  </p:notesMasterIdLst>
  <p:handoutMasterIdLst>
    <p:handoutMasterId r:id="rId71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  <p:sldId id="323" r:id="rId67"/>
    <p:sldId id="324" r:id="rId68"/>
    <p:sldId id="325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语言 - 第十章" id="{5314AB56-4F83-421D-8A88-8E1A8855317A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/>
        </p14:section>
        <p14:section name="C语言 - 第十二章" id="{B7E07EA1-08AB-4104-A6B4-BCA60D873B9F}">
          <p14:sldIdLst/>
        </p14:section>
        <p14:section name="C++语言 - 第十三章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462" y="2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66814" y="939115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45232" y="1071547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070" y="771332"/>
            <a:ext cx="7082685" cy="46457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48" y="323963"/>
            <a:ext cx="7375967" cy="4838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95" y="544766"/>
            <a:ext cx="7526807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499" y="988911"/>
            <a:ext cx="6376510" cy="43568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28" y="323963"/>
            <a:ext cx="7253485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315" y="78116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4930190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69" y="299404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989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732" y="230622"/>
            <a:ext cx="8165411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71713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597" y="283221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57751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72048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938" y="591138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3" y="5225586"/>
            <a:ext cx="11943539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591138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1194353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D0D34-E8EE-4641-6B6F-B67E62ADA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7440F2-2319-FA69-6880-7B25A9CDE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7AA01D-7814-37E6-0A21-E4C43372E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B6B939-4FD8-5459-E18C-35A5A0D35F1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C3EFBD-43E3-7610-67A9-62DEE584D2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CC76152-54BA-80E4-328B-BFF051695138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7471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0BE43-EFC6-4688-38D2-DBC5017D4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63" y="627954"/>
            <a:ext cx="7908557" cy="52185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结构体变量定义，引用和初始化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14083</TotalTime>
  <Words>1215</Words>
  <Application>Microsoft Office PowerPoint</Application>
  <PresentationFormat>Widescreen</PresentationFormat>
  <Paragraphs>237</Paragraphs>
  <Slides>68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4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101</cp:revision>
  <dcterms:created xsi:type="dcterms:W3CDTF">2023-09-30T18:06:47Z</dcterms:created>
  <dcterms:modified xsi:type="dcterms:W3CDTF">2025-12-19T11:29:01Z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