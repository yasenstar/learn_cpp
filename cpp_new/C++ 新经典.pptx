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handoutMasterIdLst>
    <p:handoutMasterId r:id="rId77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32" r:id="rId74"/>
    <p:sldId id="329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17" autoAdjust="0"/>
    <p:restoredTop sz="94660"/>
  </p:normalViewPr>
  <p:slideViewPr>
    <p:cSldViewPr snapToGrid="0">
      <p:cViewPr varScale="1">
        <p:scale>
          <a:sx n="49" d="100"/>
          <a:sy n="49" d="100"/>
        </p:scale>
        <p:origin x="45" y="8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18007</TotalTime>
  <Words>1383</Words>
  <Application>Microsoft Office PowerPoint</Application>
  <PresentationFormat>Widescreen</PresentationFormat>
  <Paragraphs>261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115</cp:revision>
  <dcterms:created xsi:type="dcterms:W3CDTF">2023-09-30T18:06:47Z</dcterms:created>
  <dcterms:modified xsi:type="dcterms:W3CDTF">2025-12-23T06:15:24Z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