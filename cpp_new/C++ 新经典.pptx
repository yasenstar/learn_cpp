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handoutMasterIdLst>
    <p:handoutMasterId r:id="rId77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30" r:id="rId64"/>
    <p:sldId id="331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32" r:id="rId74"/>
    <p:sldId id="329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  <p14:sldId id="330"/>
            <p14:sldId id="331"/>
          </p14:sldIdLst>
        </p14:section>
        <p14:section name="C语言 - 第十章" id="{5314AB56-4F83-421D-8A88-8E1A8855317A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/>
        </p14:section>
        <p14:section name="C语言 - 第十二章" id="{B7E07EA1-08AB-4104-A6B4-BCA60D873B9F}">
          <p14:sldIdLst/>
        </p14:section>
        <p14:section name="C++语言 - 第十三章" id="{067E9523-9FD9-48E1-AB07-C39065B5E703}">
          <p14:sldIdLst/>
        </p14:section>
        <p14:section name="封面" id="{6D6F9A05-B1CC-4C63-959D-14BF78F87133}">
          <p14:sldIdLst>
            <p14:sldId id="332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17" autoAdjust="0"/>
    <p:restoredTop sz="94660"/>
  </p:normalViewPr>
  <p:slideViewPr>
    <p:cSldViewPr snapToGrid="0">
      <p:cViewPr varScale="1">
        <p:scale>
          <a:sx n="49" d="100"/>
          <a:sy n="49" d="100"/>
        </p:scale>
        <p:origin x="45" y="8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12/23/2025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12/23/2025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12/23/2025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92052E-0CF4-0C20-A313-D68209DB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0" y="743598"/>
            <a:ext cx="8113387" cy="5274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F47A2-5652-EC99-1E9E-5833AF83F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5CD87C-3AA5-8DD5-DA00-354CD0471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81" y="644115"/>
            <a:ext cx="8164970" cy="52656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4D254-A80D-7C5A-237D-FB8F8B2A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CD554B-FEC8-8AE0-6A20-6939644849D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D0966-8905-9086-4ED6-F99F174C6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F07130-9512-4574-A4F7-768AE45D54DA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指向指针的指针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1E10-38D3-AE04-4ACF-40F31ED694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40E544-65CB-3754-09A1-CEF144B2B50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06064" y="1266111"/>
            <a:ext cx="4763165" cy="26578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1456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92A2D-D767-537C-2E93-CCFDE25E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345746-D065-A540-ABFF-E01DC192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3" y="596900"/>
            <a:ext cx="8069913" cy="54229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FF7A73-62E9-E227-1676-35A449F1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BFE3A8-C6FF-6C4F-9221-72C26610502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1E759-3250-3807-5B12-3471D39C3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28E8AC-C4C9-9CD8-2B8A-8A8F81FE685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962930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指针数组作为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main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01DBD-FFCF-D876-BC9F-31AF098F5A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553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0BE43-EFC6-4688-38D2-DBC5017D4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63" y="627954"/>
            <a:ext cx="7908557" cy="52185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结构体变量定义，引用和初始化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5111-193A-341A-9F74-26114C15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F920F995-4C0F-92CE-FDE3-20EF40F96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71A633-6FE1-9FD5-ACA1-7F28C57793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3147D-D7C6-FE6D-CFC9-744149EFB967}"/>
              </a:ext>
            </a:extLst>
          </p:cNvPr>
          <p:cNvCxnSpPr>
            <a:cxnSpLocks/>
          </p:cNvCxnSpPr>
          <p:nvPr/>
        </p:nvCxnSpPr>
        <p:spPr>
          <a:xfrm>
            <a:off x="1690588" y="5163316"/>
            <a:ext cx="1670678" cy="132583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45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3756455" y="5315716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17971</TotalTime>
  <Words>1383</Words>
  <Application>Microsoft Office PowerPoint</Application>
  <PresentationFormat>Widescreen</PresentationFormat>
  <Paragraphs>261</Paragraphs>
  <Slides>74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0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115</cp:revision>
  <dcterms:created xsi:type="dcterms:W3CDTF">2023-09-30T18:06:47Z</dcterms:created>
  <dcterms:modified xsi:type="dcterms:W3CDTF">2025-12-23T05:40:07Z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