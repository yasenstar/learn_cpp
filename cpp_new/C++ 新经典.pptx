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handoutMasterIdLst>
    <p:handoutMasterId r:id="rId36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部分" id="{8BD7FAF1-389D-4672-8BC2-E03F0BBCDCF7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70"/>
            <p14:sldId id="268"/>
            <p14:sldId id="269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C++语言部分" id="{067E9523-9FD9-48E1-AB07-C39065B5E70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5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462" y="2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12/13/2025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12/13/2025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12/13/2025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019" y="1390763"/>
            <a:ext cx="7055339" cy="38054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87784" y="0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315" y="1390763"/>
            <a:ext cx="8439150" cy="39909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932739" y="1981200"/>
            <a:ext cx="7639762" cy="2895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7784" y="0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03373" y="0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777" y="1314563"/>
            <a:ext cx="6607338" cy="41024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142" y="1466963"/>
            <a:ext cx="8006862" cy="37222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59" y="1466963"/>
            <a:ext cx="8665373" cy="38497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638824" y="1294793"/>
            <a:ext cx="8066812" cy="40661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374746" y="1314563"/>
            <a:ext cx="8485654" cy="40522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174" y="1241623"/>
            <a:ext cx="6138322" cy="40262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174" y="1241623"/>
            <a:ext cx="6138322" cy="40262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0743" y="1314563"/>
            <a:ext cx="6177041" cy="39208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6178" y="1300454"/>
            <a:ext cx="5720445" cy="39086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4347" y="1314563"/>
            <a:ext cx="4936529" cy="41348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016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二维数组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6108" y="1314563"/>
            <a:ext cx="4705451" cy="40520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7051236" cy="1079117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4019" y="1258478"/>
            <a:ext cx="7579404" cy="43410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4" y="-3038"/>
            <a:ext cx="1791092" cy="120032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7200" b="1" dirty="0">
                <a:latin typeface="Franklin Gothic Heavy" panose="020B0903020102020204" pitchFamily="34" charset="0"/>
              </a:rPr>
              <a:t>017</a:t>
            </a:r>
          </a:p>
        </p:txBody>
      </p:sp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7051236" cy="1079117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27" y="1267974"/>
            <a:ext cx="8020894" cy="44088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4" y="-3038"/>
            <a:ext cx="1791092" cy="120032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7200" b="1" dirty="0">
                <a:latin typeface="Franklin Gothic Heavy" panose="020B0903020102020204" pitchFamily="34" charset="0"/>
              </a:rPr>
              <a:t>018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EF2B9E60-914F-F746-2AB6-D15C0EC5B8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8394" y="1182277"/>
            <a:ext cx="7169870" cy="40472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4831492" y="1826285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3" y="508600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3" y="500003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3070371" y="1826285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2C0F-40BA-F59C-6B00-9297F954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AEE4B6-C461-34B3-6B5E-64BAE5E2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88" y="296562"/>
            <a:ext cx="7978106" cy="6264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C59C6-3365-E777-BD81-F791914EE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6A3815-3B60-04C7-118A-DA715C26A17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B0D73-0822-A0E1-C930-2919DB3FC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28A760E-6764-A29B-4FA8-9A40B27DDFD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- 7.1.1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基本概念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786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10EDF-B137-C12F-2B81-30A890770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295D7-A5E8-7B70-E364-0C78F6D1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7820" y="44506"/>
            <a:ext cx="8067022" cy="65753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9F16F-D20B-2755-5D3D-AF3AED1D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4FB1E-FAD8-21EB-DD07-754839B31872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DEB8-A406-6387-5893-CA7686EF3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02855A-640E-6F59-FECE-6BEAE2574B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定义与返回值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0411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DDFB-374A-B0C2-9C71-5FEB0567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CA19A2-E5D4-5FDD-F7FC-E9E9AF31A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351296"/>
            <a:ext cx="7619263" cy="6155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50051-DDBB-DB75-6C81-A9BC5132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F626D2-7865-82A7-55B7-488AD80A7D14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3A250-A292-56ED-F566-D03B94F2F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382E05-E82D-5564-F64C-184726AA0435}"/>
              </a:ext>
            </a:extLst>
          </p:cNvPr>
          <p:cNvSpPr txBox="1">
            <a:spLocks/>
          </p:cNvSpPr>
          <p:nvPr/>
        </p:nvSpPr>
        <p:spPr>
          <a:xfrm>
            <a:off x="92588" y="5274139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- 7.2.1/2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调用方式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2257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32F86-AE49-E874-E9C4-58F27D47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B9AA9B-579E-C614-CDFB-8151E6AA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582" y="292836"/>
            <a:ext cx="8712050" cy="6126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AE0191-B36E-A64B-04B5-FB7FF5809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C27A72-9720-F89A-56B7-04A68A68CC0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E5F06-97F5-005B-995E-BE51008FB1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B5EC43B-F6A7-BE37-F3CC-7E0AD79354A0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- 7.2.3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嵌套调用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8317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9C45-BE08-0ADA-FA69-36BB8EF9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58DA19-520C-1889-F4DE-6E189CEF9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210" y="416199"/>
            <a:ext cx="8915326" cy="61246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D0E2CF-1FB4-DB2D-48CE-DEEAD6117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286490-4B2B-79F5-F963-B2A2C4DA27D0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20064-CC26-3F57-65A2-B65E28B0A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1DA8C7-7C37-BE4B-582C-2244DA8585B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- 7.3.1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448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98C3-CB79-A2BF-954C-2C332E954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4326DA-3EB8-6554-C51F-1FC7D99F9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279" y="436970"/>
            <a:ext cx="8706546" cy="58586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AA6696-CF23-3398-34E2-D7234CD2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1B0F2B-0E73-D3BE-6205-10A1D1C8B90C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61DC5-C2C1-D440-97E2-F3E8812C9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3C61BE-9E0E-F1D3-9F1D-8FE905B214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出口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14255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0BE09-3DA2-E2A5-ECB4-6D392CF1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65C669-A7C2-C5C2-AF00-2F7BC4B45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114" y="473384"/>
            <a:ext cx="9043313" cy="6040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B5E767-C88F-FD67-BEBF-14CCA33D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06A6FA-9032-D261-F0CD-5FA28DDBE26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B973F4-A1EB-E405-D8A1-8EC01EADA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CE42738-2F02-A068-4C3E-96E8A9A72BE3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- 7.3.3&amp;4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讨论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59267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C165D-DBA5-A377-E18A-36DF0C23A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96F262-073C-C764-74CD-03B6C29C9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917" y="337426"/>
            <a:ext cx="9513791" cy="581179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A3BE3-E704-A5F4-548D-709A13CD7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3CA58A-2531-ED3F-486B-C40164F7D97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D702-A065-DF6B-6385-90E4ACDDE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31F8C-BF5A-0EE1-889D-0F769709A8F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数组元素作为函数实参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636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7067-11AD-20A1-DBF8-E9FE4B3F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6B088C-D242-512D-9281-695AD75F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230" y="427810"/>
            <a:ext cx="9234013" cy="5754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E88BF9-B624-CA58-C311-01ADAD579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A73C16-D495-D623-2DDE-C6045C93E68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D1E3F-24DC-F034-69CA-6588E7C2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2FE9157-D026-656D-B336-C898E861D36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2441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A8401-4453-061E-B971-21401930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E34198-9B21-1B1A-01A5-B2FD72BC4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399" y="262990"/>
            <a:ext cx="9718534" cy="61863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BBEDA6-2CDF-E919-84C2-D498A85B5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4A9977C-A6D2-EB40-D4BF-369CC85D56C7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5C8B1-EBFF-12F6-CAD2-1C04E10D0C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6DB3C3A-5A17-B762-3AAF-E972DEB0E51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多维数组作为函数实参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6855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5544</TotalTime>
  <Words>608</Words>
  <Application>Microsoft Office PowerPoint</Application>
  <PresentationFormat>Widescreen</PresentationFormat>
  <Paragraphs>121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47</cp:revision>
  <dcterms:created xsi:type="dcterms:W3CDTF">2023-09-30T18:06:47Z</dcterms:created>
  <dcterms:modified xsi:type="dcterms:W3CDTF">2025-12-13T13:09:35Z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