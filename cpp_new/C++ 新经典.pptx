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handoutMasterIdLst>
    <p:handoutMasterId r:id="rId38"/>
  </p:handout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70" r:id="rId13"/>
    <p:sldId id="268" r:id="rId14"/>
    <p:sldId id="269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175DFA1-A903-4771-982C-54B99358CAA6}">
          <p14:sldIdLst>
            <p14:sldId id="257"/>
          </p14:sldIdLst>
        </p14:section>
        <p14:section name="C语言部分" id="{8BD7FAF1-389D-4672-8BC2-E03F0BBCDCF7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70"/>
            <p14:sldId id="268"/>
            <p14:sldId id="269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</p14:sldIdLst>
        </p14:section>
        <p14:section name="C++语言部分" id="{067E9523-9FD9-48E1-AB07-C39065B5E703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5AB1C69-6EDB-4FF4-983F-18BD219EF32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5" autoAdjust="0"/>
    <p:restoredTop sz="94660"/>
  </p:normalViewPr>
  <p:slideViewPr>
    <p:cSldViewPr snapToGrid="0">
      <p:cViewPr varScale="1">
        <p:scale>
          <a:sx n="118" d="100"/>
          <a:sy n="118" d="100"/>
        </p:scale>
        <p:origin x="462" y="2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784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A45BA1-980A-4507-BE5A-5C1E7C2FFD8F}" type="datetimeFigureOut">
              <a:rPr lang="en-US"/>
              <a:t>12/13/2025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E03411-58E2-43FD-AE1D-AD77DFF8CB20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81910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3416D-7FED-43BC-AA7C-D92DBA01ED64}" type="datetimeFigureOut">
              <a:rPr lang="en-US"/>
              <a:t>12/13/2025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DC57A8-AE18-4654-B6AF-04B3577165B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1397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65611" y="1752600"/>
            <a:ext cx="6858002" cy="1828800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65610" y="3733800"/>
            <a:ext cx="6858002" cy="9144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81203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B156B-59AE-415F-B24B-8756D48BB977}" type="slidenum">
              <a:rPr/>
              <a:t>‹#›</a:t>
            </a:fld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99945-0A15-4715-AB6C-F5E56CF20F70}" type="datetimeFigureOut">
              <a:rPr lang="en-US"/>
              <a:t>12/13/2025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9630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5613" y="1828800"/>
            <a:ext cx="6858002" cy="182880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65610" y="3733800"/>
            <a:ext cx="6858002" cy="9144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29257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5212" y="1825625"/>
            <a:ext cx="4954588" cy="41879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4951414" cy="41879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B156B-59AE-415F-B24B-8756D48BB977}" type="slidenum">
              <a:rPr/>
              <a:t>‹#›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99945-0A15-4715-AB6C-F5E56CF20F70}" type="datetimeFigureOut">
              <a:rPr lang="en-US"/>
              <a:t>12/13/2025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72755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1681163"/>
            <a:ext cx="4956048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505075"/>
            <a:ext cx="4956048" cy="3476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4956048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4956048" cy="3476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B156B-59AE-415F-B24B-8756D48BB977}" type="slidenum">
              <a:rPr/>
              <a:t>‹#›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99945-0A15-4715-AB6C-F5E56CF20F70}" type="datetimeFigureOut">
              <a:rPr lang="en-US"/>
              <a:t>12/13/2025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18571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B156B-59AE-415F-B24B-8756D48BB977}" type="slidenum">
              <a:rPr/>
              <a:t>‹#›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99945-0A15-4715-AB6C-F5E56CF20F70}" type="datetimeFigureOut">
              <a:rPr lang="en-US"/>
              <a:t>12/13/2025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12816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B156B-59AE-415F-B24B-8756D48BB977}" type="slidenum">
              <a:rPr/>
              <a:t>‹#›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99945-0A15-4715-AB6C-F5E56CF20F70}" type="datetimeFigureOut">
              <a:rPr lang="en-US"/>
              <a:t>12/13/2025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7874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5212" y="304799"/>
            <a:ext cx="10058402" cy="121615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9" name="Group 8"/>
          <p:cNvGrpSpPr/>
          <p:nvPr/>
        </p:nvGrpSpPr>
        <p:grpSpPr>
          <a:xfrm>
            <a:off x="1052422" y="1733550"/>
            <a:ext cx="4360503" cy="3050038"/>
            <a:chOff x="895350" y="3313113"/>
            <a:chExt cx="3613151" cy="2790825"/>
          </a:xfrm>
          <a:solidFill>
            <a:schemeClr val="tx1">
              <a:lumMod val="50000"/>
            </a:schemeClr>
          </a:solidFill>
        </p:grpSpPr>
        <p:sp>
          <p:nvSpPr>
            <p:cNvPr id="10" name="Freeform 41"/>
            <p:cNvSpPr>
              <a:spLocks/>
            </p:cNvSpPr>
            <p:nvPr/>
          </p:nvSpPr>
          <p:spPr bwMode="auto">
            <a:xfrm>
              <a:off x="963613" y="3725863"/>
              <a:ext cx="11113" cy="1952625"/>
            </a:xfrm>
            <a:custGeom>
              <a:avLst/>
              <a:gdLst>
                <a:gd name="T0" fmla="*/ 3 w 5"/>
                <a:gd name="T1" fmla="*/ 0 h 868"/>
                <a:gd name="T2" fmla="*/ 4 w 5"/>
                <a:gd name="T3" fmla="*/ 217 h 868"/>
                <a:gd name="T4" fmla="*/ 3 w 5"/>
                <a:gd name="T5" fmla="*/ 326 h 868"/>
                <a:gd name="T6" fmla="*/ 4 w 5"/>
                <a:gd name="T7" fmla="*/ 434 h 868"/>
                <a:gd name="T8" fmla="*/ 4 w 5"/>
                <a:gd name="T9" fmla="*/ 651 h 868"/>
                <a:gd name="T10" fmla="*/ 4 w 5"/>
                <a:gd name="T11" fmla="*/ 760 h 868"/>
                <a:gd name="T12" fmla="*/ 3 w 5"/>
                <a:gd name="T13" fmla="*/ 868 h 868"/>
                <a:gd name="T14" fmla="*/ 2 w 5"/>
                <a:gd name="T15" fmla="*/ 868 h 868"/>
                <a:gd name="T16" fmla="*/ 1 w 5"/>
                <a:gd name="T17" fmla="*/ 760 h 868"/>
                <a:gd name="T18" fmla="*/ 0 w 5"/>
                <a:gd name="T19" fmla="*/ 651 h 868"/>
                <a:gd name="T20" fmla="*/ 1 w 5"/>
                <a:gd name="T21" fmla="*/ 434 h 868"/>
                <a:gd name="T22" fmla="*/ 2 w 5"/>
                <a:gd name="T23" fmla="*/ 326 h 868"/>
                <a:gd name="T24" fmla="*/ 1 w 5"/>
                <a:gd name="T25" fmla="*/ 217 h 868"/>
                <a:gd name="T26" fmla="*/ 2 w 5"/>
                <a:gd name="T27" fmla="*/ 0 h 868"/>
                <a:gd name="T28" fmla="*/ 3 w 5"/>
                <a:gd name="T29" fmla="*/ 0 h 8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" h="868">
                  <a:moveTo>
                    <a:pt x="3" y="0"/>
                  </a:moveTo>
                  <a:cubicBezTo>
                    <a:pt x="4" y="73"/>
                    <a:pt x="4" y="145"/>
                    <a:pt x="4" y="217"/>
                  </a:cubicBezTo>
                  <a:cubicBezTo>
                    <a:pt x="4" y="253"/>
                    <a:pt x="3" y="290"/>
                    <a:pt x="3" y="326"/>
                  </a:cubicBezTo>
                  <a:cubicBezTo>
                    <a:pt x="3" y="362"/>
                    <a:pt x="3" y="398"/>
                    <a:pt x="4" y="434"/>
                  </a:cubicBezTo>
                  <a:cubicBezTo>
                    <a:pt x="4" y="507"/>
                    <a:pt x="5" y="579"/>
                    <a:pt x="4" y="651"/>
                  </a:cubicBezTo>
                  <a:cubicBezTo>
                    <a:pt x="5" y="687"/>
                    <a:pt x="4" y="724"/>
                    <a:pt x="4" y="760"/>
                  </a:cubicBezTo>
                  <a:cubicBezTo>
                    <a:pt x="4" y="796"/>
                    <a:pt x="3" y="832"/>
                    <a:pt x="3" y="868"/>
                  </a:cubicBezTo>
                  <a:cubicBezTo>
                    <a:pt x="2" y="868"/>
                    <a:pt x="2" y="868"/>
                    <a:pt x="2" y="868"/>
                  </a:cubicBezTo>
                  <a:cubicBezTo>
                    <a:pt x="2" y="832"/>
                    <a:pt x="1" y="796"/>
                    <a:pt x="1" y="760"/>
                  </a:cubicBezTo>
                  <a:cubicBezTo>
                    <a:pt x="1" y="724"/>
                    <a:pt x="0" y="687"/>
                    <a:pt x="0" y="651"/>
                  </a:cubicBezTo>
                  <a:cubicBezTo>
                    <a:pt x="0" y="579"/>
                    <a:pt x="1" y="507"/>
                    <a:pt x="1" y="434"/>
                  </a:cubicBezTo>
                  <a:cubicBezTo>
                    <a:pt x="2" y="398"/>
                    <a:pt x="2" y="362"/>
                    <a:pt x="2" y="326"/>
                  </a:cubicBezTo>
                  <a:cubicBezTo>
                    <a:pt x="2" y="290"/>
                    <a:pt x="1" y="253"/>
                    <a:pt x="1" y="217"/>
                  </a:cubicBezTo>
                  <a:cubicBezTo>
                    <a:pt x="0" y="145"/>
                    <a:pt x="1" y="73"/>
                    <a:pt x="2" y="0"/>
                  </a:cubicBezTo>
                  <a:lnTo>
                    <a:pt x="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1" name="Freeform 42"/>
            <p:cNvSpPr>
              <a:spLocks/>
            </p:cNvSpPr>
            <p:nvPr/>
          </p:nvSpPr>
          <p:spPr bwMode="auto">
            <a:xfrm>
              <a:off x="1350963" y="6038850"/>
              <a:ext cx="2736850" cy="11113"/>
            </a:xfrm>
            <a:custGeom>
              <a:avLst/>
              <a:gdLst>
                <a:gd name="T0" fmla="*/ 0 w 1216"/>
                <a:gd name="T1" fmla="*/ 2 h 5"/>
                <a:gd name="T2" fmla="*/ 304 w 1216"/>
                <a:gd name="T3" fmla="*/ 1 h 5"/>
                <a:gd name="T4" fmla="*/ 456 w 1216"/>
                <a:gd name="T5" fmla="*/ 2 h 5"/>
                <a:gd name="T6" fmla="*/ 608 w 1216"/>
                <a:gd name="T7" fmla="*/ 1 h 5"/>
                <a:gd name="T8" fmla="*/ 912 w 1216"/>
                <a:gd name="T9" fmla="*/ 0 h 5"/>
                <a:gd name="T10" fmla="*/ 1064 w 1216"/>
                <a:gd name="T11" fmla="*/ 1 h 5"/>
                <a:gd name="T12" fmla="*/ 1216 w 1216"/>
                <a:gd name="T13" fmla="*/ 2 h 5"/>
                <a:gd name="T14" fmla="*/ 1216 w 1216"/>
                <a:gd name="T15" fmla="*/ 2 h 5"/>
                <a:gd name="T16" fmla="*/ 1064 w 1216"/>
                <a:gd name="T17" fmla="*/ 4 h 5"/>
                <a:gd name="T18" fmla="*/ 912 w 1216"/>
                <a:gd name="T19" fmla="*/ 4 h 5"/>
                <a:gd name="T20" fmla="*/ 608 w 1216"/>
                <a:gd name="T21" fmla="*/ 3 h 5"/>
                <a:gd name="T22" fmla="*/ 456 w 1216"/>
                <a:gd name="T23" fmla="*/ 3 h 5"/>
                <a:gd name="T24" fmla="*/ 304 w 1216"/>
                <a:gd name="T25" fmla="*/ 4 h 5"/>
                <a:gd name="T26" fmla="*/ 0 w 1216"/>
                <a:gd name="T27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16" h="5">
                  <a:moveTo>
                    <a:pt x="0" y="2"/>
                  </a:moveTo>
                  <a:cubicBezTo>
                    <a:pt x="101" y="1"/>
                    <a:pt x="202" y="0"/>
                    <a:pt x="304" y="1"/>
                  </a:cubicBezTo>
                  <a:cubicBezTo>
                    <a:pt x="354" y="1"/>
                    <a:pt x="405" y="2"/>
                    <a:pt x="456" y="2"/>
                  </a:cubicBezTo>
                  <a:cubicBezTo>
                    <a:pt x="506" y="2"/>
                    <a:pt x="557" y="1"/>
                    <a:pt x="608" y="1"/>
                  </a:cubicBezTo>
                  <a:cubicBezTo>
                    <a:pt x="709" y="1"/>
                    <a:pt x="810" y="0"/>
                    <a:pt x="912" y="0"/>
                  </a:cubicBezTo>
                  <a:cubicBezTo>
                    <a:pt x="962" y="0"/>
                    <a:pt x="1013" y="1"/>
                    <a:pt x="1064" y="1"/>
                  </a:cubicBezTo>
                  <a:cubicBezTo>
                    <a:pt x="1114" y="1"/>
                    <a:pt x="1165" y="1"/>
                    <a:pt x="1216" y="2"/>
                  </a:cubicBezTo>
                  <a:cubicBezTo>
                    <a:pt x="1216" y="2"/>
                    <a:pt x="1216" y="2"/>
                    <a:pt x="1216" y="2"/>
                  </a:cubicBezTo>
                  <a:cubicBezTo>
                    <a:pt x="1165" y="3"/>
                    <a:pt x="1114" y="3"/>
                    <a:pt x="1064" y="4"/>
                  </a:cubicBezTo>
                  <a:cubicBezTo>
                    <a:pt x="1013" y="4"/>
                    <a:pt x="962" y="4"/>
                    <a:pt x="912" y="4"/>
                  </a:cubicBezTo>
                  <a:cubicBezTo>
                    <a:pt x="810" y="5"/>
                    <a:pt x="709" y="4"/>
                    <a:pt x="608" y="3"/>
                  </a:cubicBezTo>
                  <a:cubicBezTo>
                    <a:pt x="557" y="3"/>
                    <a:pt x="506" y="3"/>
                    <a:pt x="456" y="3"/>
                  </a:cubicBezTo>
                  <a:cubicBezTo>
                    <a:pt x="405" y="3"/>
                    <a:pt x="354" y="4"/>
                    <a:pt x="304" y="4"/>
                  </a:cubicBezTo>
                  <a:cubicBezTo>
                    <a:pt x="202" y="4"/>
                    <a:pt x="101" y="4"/>
                    <a:pt x="0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2" name="Freeform 43"/>
            <p:cNvSpPr>
              <a:spLocks/>
            </p:cNvSpPr>
            <p:nvPr/>
          </p:nvSpPr>
          <p:spPr bwMode="auto">
            <a:xfrm>
              <a:off x="1330325" y="3378200"/>
              <a:ext cx="2743200" cy="11113"/>
            </a:xfrm>
            <a:custGeom>
              <a:avLst/>
              <a:gdLst>
                <a:gd name="T0" fmla="*/ 0 w 1219"/>
                <a:gd name="T1" fmla="*/ 2 h 5"/>
                <a:gd name="T2" fmla="*/ 304 w 1219"/>
                <a:gd name="T3" fmla="*/ 1 h 5"/>
                <a:gd name="T4" fmla="*/ 457 w 1219"/>
                <a:gd name="T5" fmla="*/ 2 h 5"/>
                <a:gd name="T6" fmla="*/ 609 w 1219"/>
                <a:gd name="T7" fmla="*/ 1 h 5"/>
                <a:gd name="T8" fmla="*/ 914 w 1219"/>
                <a:gd name="T9" fmla="*/ 0 h 5"/>
                <a:gd name="T10" fmla="*/ 1067 w 1219"/>
                <a:gd name="T11" fmla="*/ 1 h 5"/>
                <a:gd name="T12" fmla="*/ 1219 w 1219"/>
                <a:gd name="T13" fmla="*/ 2 h 5"/>
                <a:gd name="T14" fmla="*/ 1219 w 1219"/>
                <a:gd name="T15" fmla="*/ 3 h 5"/>
                <a:gd name="T16" fmla="*/ 1067 w 1219"/>
                <a:gd name="T17" fmla="*/ 4 h 5"/>
                <a:gd name="T18" fmla="*/ 914 w 1219"/>
                <a:gd name="T19" fmla="*/ 4 h 5"/>
                <a:gd name="T20" fmla="*/ 609 w 1219"/>
                <a:gd name="T21" fmla="*/ 3 h 5"/>
                <a:gd name="T22" fmla="*/ 457 w 1219"/>
                <a:gd name="T23" fmla="*/ 3 h 5"/>
                <a:gd name="T24" fmla="*/ 304 w 1219"/>
                <a:gd name="T25" fmla="*/ 4 h 5"/>
                <a:gd name="T26" fmla="*/ 0 w 1219"/>
                <a:gd name="T27" fmla="*/ 3 h 5"/>
                <a:gd name="T28" fmla="*/ 0 w 1219"/>
                <a:gd name="T29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19" h="5">
                  <a:moveTo>
                    <a:pt x="0" y="2"/>
                  </a:moveTo>
                  <a:cubicBezTo>
                    <a:pt x="101" y="1"/>
                    <a:pt x="203" y="0"/>
                    <a:pt x="304" y="1"/>
                  </a:cubicBezTo>
                  <a:cubicBezTo>
                    <a:pt x="355" y="1"/>
                    <a:pt x="406" y="2"/>
                    <a:pt x="457" y="2"/>
                  </a:cubicBezTo>
                  <a:cubicBezTo>
                    <a:pt x="508" y="2"/>
                    <a:pt x="559" y="1"/>
                    <a:pt x="609" y="1"/>
                  </a:cubicBezTo>
                  <a:cubicBezTo>
                    <a:pt x="711" y="1"/>
                    <a:pt x="813" y="0"/>
                    <a:pt x="914" y="0"/>
                  </a:cubicBezTo>
                  <a:cubicBezTo>
                    <a:pt x="965" y="0"/>
                    <a:pt x="1016" y="1"/>
                    <a:pt x="1067" y="1"/>
                  </a:cubicBezTo>
                  <a:cubicBezTo>
                    <a:pt x="1117" y="1"/>
                    <a:pt x="1168" y="1"/>
                    <a:pt x="1219" y="2"/>
                  </a:cubicBezTo>
                  <a:cubicBezTo>
                    <a:pt x="1219" y="3"/>
                    <a:pt x="1219" y="3"/>
                    <a:pt x="1219" y="3"/>
                  </a:cubicBezTo>
                  <a:cubicBezTo>
                    <a:pt x="1168" y="3"/>
                    <a:pt x="1117" y="4"/>
                    <a:pt x="1067" y="4"/>
                  </a:cubicBezTo>
                  <a:cubicBezTo>
                    <a:pt x="1016" y="4"/>
                    <a:pt x="965" y="4"/>
                    <a:pt x="914" y="4"/>
                  </a:cubicBezTo>
                  <a:cubicBezTo>
                    <a:pt x="813" y="5"/>
                    <a:pt x="711" y="4"/>
                    <a:pt x="609" y="3"/>
                  </a:cubicBezTo>
                  <a:cubicBezTo>
                    <a:pt x="559" y="3"/>
                    <a:pt x="508" y="3"/>
                    <a:pt x="457" y="3"/>
                  </a:cubicBezTo>
                  <a:cubicBezTo>
                    <a:pt x="406" y="3"/>
                    <a:pt x="355" y="4"/>
                    <a:pt x="304" y="4"/>
                  </a:cubicBezTo>
                  <a:cubicBezTo>
                    <a:pt x="203" y="4"/>
                    <a:pt x="101" y="4"/>
                    <a:pt x="0" y="3"/>
                  </a:cubicBez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3" name="Freeform 44"/>
            <p:cNvSpPr>
              <a:spLocks/>
            </p:cNvSpPr>
            <p:nvPr/>
          </p:nvSpPr>
          <p:spPr bwMode="auto">
            <a:xfrm>
              <a:off x="4443413" y="3759200"/>
              <a:ext cx="9525" cy="1919288"/>
            </a:xfrm>
            <a:custGeom>
              <a:avLst/>
              <a:gdLst>
                <a:gd name="T0" fmla="*/ 2 w 4"/>
                <a:gd name="T1" fmla="*/ 853 h 853"/>
                <a:gd name="T2" fmla="*/ 0 w 4"/>
                <a:gd name="T3" fmla="*/ 640 h 853"/>
                <a:gd name="T4" fmla="*/ 1 w 4"/>
                <a:gd name="T5" fmla="*/ 533 h 853"/>
                <a:gd name="T6" fmla="*/ 1 w 4"/>
                <a:gd name="T7" fmla="*/ 427 h 853"/>
                <a:gd name="T8" fmla="*/ 0 w 4"/>
                <a:gd name="T9" fmla="*/ 213 h 853"/>
                <a:gd name="T10" fmla="*/ 0 w 4"/>
                <a:gd name="T11" fmla="*/ 107 h 853"/>
                <a:gd name="T12" fmla="*/ 2 w 4"/>
                <a:gd name="T13" fmla="*/ 0 h 853"/>
                <a:gd name="T14" fmla="*/ 2 w 4"/>
                <a:gd name="T15" fmla="*/ 0 h 853"/>
                <a:gd name="T16" fmla="*/ 3 w 4"/>
                <a:gd name="T17" fmla="*/ 107 h 853"/>
                <a:gd name="T18" fmla="*/ 4 w 4"/>
                <a:gd name="T19" fmla="*/ 213 h 853"/>
                <a:gd name="T20" fmla="*/ 3 w 4"/>
                <a:gd name="T21" fmla="*/ 427 h 853"/>
                <a:gd name="T22" fmla="*/ 2 w 4"/>
                <a:gd name="T23" fmla="*/ 533 h 853"/>
                <a:gd name="T24" fmla="*/ 3 w 4"/>
                <a:gd name="T25" fmla="*/ 640 h 853"/>
                <a:gd name="T26" fmla="*/ 2 w 4"/>
                <a:gd name="T27" fmla="*/ 853 h 8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" h="853">
                  <a:moveTo>
                    <a:pt x="2" y="853"/>
                  </a:moveTo>
                  <a:cubicBezTo>
                    <a:pt x="0" y="782"/>
                    <a:pt x="0" y="711"/>
                    <a:pt x="0" y="640"/>
                  </a:cubicBezTo>
                  <a:cubicBezTo>
                    <a:pt x="0" y="604"/>
                    <a:pt x="1" y="569"/>
                    <a:pt x="1" y="533"/>
                  </a:cubicBezTo>
                  <a:cubicBezTo>
                    <a:pt x="1" y="498"/>
                    <a:pt x="1" y="462"/>
                    <a:pt x="1" y="427"/>
                  </a:cubicBezTo>
                  <a:cubicBezTo>
                    <a:pt x="0" y="356"/>
                    <a:pt x="0" y="284"/>
                    <a:pt x="0" y="213"/>
                  </a:cubicBezTo>
                  <a:cubicBezTo>
                    <a:pt x="0" y="178"/>
                    <a:pt x="0" y="142"/>
                    <a:pt x="0" y="107"/>
                  </a:cubicBezTo>
                  <a:cubicBezTo>
                    <a:pt x="1" y="71"/>
                    <a:pt x="1" y="36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3" y="36"/>
                    <a:pt x="3" y="71"/>
                    <a:pt x="3" y="107"/>
                  </a:cubicBezTo>
                  <a:cubicBezTo>
                    <a:pt x="4" y="142"/>
                    <a:pt x="4" y="178"/>
                    <a:pt x="4" y="213"/>
                  </a:cubicBezTo>
                  <a:cubicBezTo>
                    <a:pt x="4" y="284"/>
                    <a:pt x="3" y="356"/>
                    <a:pt x="3" y="427"/>
                  </a:cubicBezTo>
                  <a:cubicBezTo>
                    <a:pt x="3" y="462"/>
                    <a:pt x="2" y="498"/>
                    <a:pt x="2" y="533"/>
                  </a:cubicBezTo>
                  <a:cubicBezTo>
                    <a:pt x="3" y="569"/>
                    <a:pt x="3" y="604"/>
                    <a:pt x="3" y="640"/>
                  </a:cubicBezTo>
                  <a:cubicBezTo>
                    <a:pt x="4" y="711"/>
                    <a:pt x="3" y="782"/>
                    <a:pt x="2" y="8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4" name="Freeform 45"/>
            <p:cNvSpPr>
              <a:spLocks noEditPoints="1"/>
            </p:cNvSpPr>
            <p:nvPr/>
          </p:nvSpPr>
          <p:spPr bwMode="auto">
            <a:xfrm>
              <a:off x="903288" y="5772150"/>
              <a:ext cx="341313" cy="331788"/>
            </a:xfrm>
            <a:custGeom>
              <a:avLst/>
              <a:gdLst>
                <a:gd name="T0" fmla="*/ 127 w 152"/>
                <a:gd name="T1" fmla="*/ 122 h 148"/>
                <a:gd name="T2" fmla="*/ 84 w 152"/>
                <a:gd name="T3" fmla="*/ 134 h 148"/>
                <a:gd name="T4" fmla="*/ 112 w 152"/>
                <a:gd name="T5" fmla="*/ 131 h 148"/>
                <a:gd name="T6" fmla="*/ 48 w 152"/>
                <a:gd name="T7" fmla="*/ 142 h 148"/>
                <a:gd name="T8" fmla="*/ 4 w 152"/>
                <a:gd name="T9" fmla="*/ 95 h 148"/>
                <a:gd name="T10" fmla="*/ 20 w 152"/>
                <a:gd name="T11" fmla="*/ 61 h 148"/>
                <a:gd name="T12" fmla="*/ 26 w 152"/>
                <a:gd name="T13" fmla="*/ 58 h 148"/>
                <a:gd name="T14" fmla="*/ 31 w 152"/>
                <a:gd name="T15" fmla="*/ 23 h 148"/>
                <a:gd name="T16" fmla="*/ 19 w 152"/>
                <a:gd name="T17" fmla="*/ 0 h 148"/>
                <a:gd name="T18" fmla="*/ 33 w 152"/>
                <a:gd name="T19" fmla="*/ 57 h 148"/>
                <a:gd name="T20" fmla="*/ 41 w 152"/>
                <a:gd name="T21" fmla="*/ 63 h 148"/>
                <a:gd name="T22" fmla="*/ 36 w 152"/>
                <a:gd name="T23" fmla="*/ 80 h 148"/>
                <a:gd name="T24" fmla="*/ 26 w 152"/>
                <a:gd name="T25" fmla="*/ 67 h 148"/>
                <a:gd name="T26" fmla="*/ 64 w 152"/>
                <a:gd name="T27" fmla="*/ 132 h 148"/>
                <a:gd name="T28" fmla="*/ 84 w 152"/>
                <a:gd name="T29" fmla="*/ 112 h 148"/>
                <a:gd name="T30" fmla="*/ 77 w 152"/>
                <a:gd name="T31" fmla="*/ 131 h 148"/>
                <a:gd name="T32" fmla="*/ 152 w 152"/>
                <a:gd name="T33" fmla="*/ 129 h 148"/>
                <a:gd name="T34" fmla="*/ 114 w 152"/>
                <a:gd name="T35" fmla="*/ 131 h 148"/>
                <a:gd name="T36" fmla="*/ 127 w 152"/>
                <a:gd name="T37" fmla="*/ 122 h 148"/>
                <a:gd name="T38" fmla="*/ 74 w 152"/>
                <a:gd name="T39" fmla="*/ 128 h 148"/>
                <a:gd name="T40" fmla="*/ 68 w 152"/>
                <a:gd name="T41" fmla="*/ 112 h 148"/>
                <a:gd name="T42" fmla="*/ 66 w 152"/>
                <a:gd name="T43" fmla="*/ 117 h 148"/>
                <a:gd name="T44" fmla="*/ 66 w 152"/>
                <a:gd name="T45" fmla="*/ 125 h 148"/>
                <a:gd name="T46" fmla="*/ 73 w 152"/>
                <a:gd name="T47" fmla="*/ 128 h 148"/>
                <a:gd name="T48" fmla="*/ 74 w 152"/>
                <a:gd name="T49" fmla="*/ 114 h 148"/>
                <a:gd name="T50" fmla="*/ 74 w 152"/>
                <a:gd name="T51" fmla="*/ 128 h 148"/>
                <a:gd name="T52" fmla="*/ 9 w 152"/>
                <a:gd name="T53" fmla="*/ 88 h 148"/>
                <a:gd name="T54" fmla="*/ 56 w 152"/>
                <a:gd name="T55" fmla="*/ 135 h 148"/>
                <a:gd name="T56" fmla="*/ 9 w 152"/>
                <a:gd name="T57" fmla="*/ 88 h 148"/>
                <a:gd name="T58" fmla="*/ 37 w 152"/>
                <a:gd name="T59" fmla="*/ 61 h 148"/>
                <a:gd name="T60" fmla="*/ 31 w 152"/>
                <a:gd name="T61" fmla="*/ 77 h 148"/>
                <a:gd name="T62" fmla="*/ 37 w 152"/>
                <a:gd name="T63" fmla="*/ 61 h 148"/>
                <a:gd name="T64" fmla="*/ 30 w 152"/>
                <a:gd name="T65" fmla="*/ 57 h 148"/>
                <a:gd name="T66" fmla="*/ 33 w 152"/>
                <a:gd name="T67" fmla="*/ 31 h 148"/>
                <a:gd name="T68" fmla="*/ 30 w 152"/>
                <a:gd name="T69" fmla="*/ 57 h 148"/>
                <a:gd name="T70" fmla="*/ 30 w 152"/>
                <a:gd name="T71" fmla="*/ 61 h 148"/>
                <a:gd name="T72" fmla="*/ 30 w 152"/>
                <a:gd name="T73" fmla="*/ 74 h 148"/>
                <a:gd name="T74" fmla="*/ 30 w 152"/>
                <a:gd name="T75" fmla="*/ 61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52" h="148">
                  <a:moveTo>
                    <a:pt x="127" y="122"/>
                  </a:moveTo>
                  <a:cubicBezTo>
                    <a:pt x="115" y="118"/>
                    <a:pt x="99" y="137"/>
                    <a:pt x="84" y="134"/>
                  </a:cubicBezTo>
                  <a:cubicBezTo>
                    <a:pt x="92" y="142"/>
                    <a:pt x="106" y="130"/>
                    <a:pt x="112" y="131"/>
                  </a:cubicBezTo>
                  <a:cubicBezTo>
                    <a:pt x="95" y="147"/>
                    <a:pt x="66" y="127"/>
                    <a:pt x="48" y="142"/>
                  </a:cubicBezTo>
                  <a:cubicBezTo>
                    <a:pt x="19" y="142"/>
                    <a:pt x="1" y="123"/>
                    <a:pt x="4" y="95"/>
                  </a:cubicBezTo>
                  <a:cubicBezTo>
                    <a:pt x="6" y="82"/>
                    <a:pt x="19" y="74"/>
                    <a:pt x="20" y="61"/>
                  </a:cubicBezTo>
                  <a:cubicBezTo>
                    <a:pt x="23" y="58"/>
                    <a:pt x="22" y="60"/>
                    <a:pt x="26" y="58"/>
                  </a:cubicBezTo>
                  <a:cubicBezTo>
                    <a:pt x="25" y="45"/>
                    <a:pt x="33" y="34"/>
                    <a:pt x="31" y="23"/>
                  </a:cubicBezTo>
                  <a:cubicBezTo>
                    <a:pt x="30" y="12"/>
                    <a:pt x="19" y="8"/>
                    <a:pt x="19" y="0"/>
                  </a:cubicBezTo>
                  <a:cubicBezTo>
                    <a:pt x="36" y="7"/>
                    <a:pt x="41" y="36"/>
                    <a:pt x="33" y="57"/>
                  </a:cubicBezTo>
                  <a:cubicBezTo>
                    <a:pt x="34" y="60"/>
                    <a:pt x="40" y="59"/>
                    <a:pt x="41" y="63"/>
                  </a:cubicBezTo>
                  <a:cubicBezTo>
                    <a:pt x="43" y="69"/>
                    <a:pt x="40" y="75"/>
                    <a:pt x="36" y="80"/>
                  </a:cubicBezTo>
                  <a:cubicBezTo>
                    <a:pt x="27" y="79"/>
                    <a:pt x="20" y="74"/>
                    <a:pt x="26" y="67"/>
                  </a:cubicBezTo>
                  <a:cubicBezTo>
                    <a:pt x="1" y="88"/>
                    <a:pt x="14" y="148"/>
                    <a:pt x="64" y="132"/>
                  </a:cubicBezTo>
                  <a:cubicBezTo>
                    <a:pt x="54" y="118"/>
                    <a:pt x="73" y="97"/>
                    <a:pt x="84" y="112"/>
                  </a:cubicBezTo>
                  <a:cubicBezTo>
                    <a:pt x="86" y="123"/>
                    <a:pt x="81" y="126"/>
                    <a:pt x="77" y="131"/>
                  </a:cubicBezTo>
                  <a:cubicBezTo>
                    <a:pt x="101" y="137"/>
                    <a:pt x="133" y="102"/>
                    <a:pt x="152" y="129"/>
                  </a:cubicBezTo>
                  <a:cubicBezTo>
                    <a:pt x="143" y="117"/>
                    <a:pt x="124" y="124"/>
                    <a:pt x="114" y="131"/>
                  </a:cubicBezTo>
                  <a:cubicBezTo>
                    <a:pt x="116" y="126"/>
                    <a:pt x="123" y="126"/>
                    <a:pt x="127" y="122"/>
                  </a:cubicBezTo>
                  <a:close/>
                  <a:moveTo>
                    <a:pt x="74" y="128"/>
                  </a:moveTo>
                  <a:cubicBezTo>
                    <a:pt x="91" y="127"/>
                    <a:pt x="78" y="98"/>
                    <a:pt x="68" y="112"/>
                  </a:cubicBezTo>
                  <a:cubicBezTo>
                    <a:pt x="75" y="112"/>
                    <a:pt x="69" y="117"/>
                    <a:pt x="66" y="117"/>
                  </a:cubicBezTo>
                  <a:cubicBezTo>
                    <a:pt x="66" y="119"/>
                    <a:pt x="66" y="122"/>
                    <a:pt x="66" y="125"/>
                  </a:cubicBezTo>
                  <a:cubicBezTo>
                    <a:pt x="68" y="126"/>
                    <a:pt x="69" y="128"/>
                    <a:pt x="73" y="128"/>
                  </a:cubicBezTo>
                  <a:cubicBezTo>
                    <a:pt x="75" y="124"/>
                    <a:pt x="80" y="117"/>
                    <a:pt x="74" y="114"/>
                  </a:cubicBezTo>
                  <a:cubicBezTo>
                    <a:pt x="84" y="115"/>
                    <a:pt x="78" y="125"/>
                    <a:pt x="74" y="128"/>
                  </a:cubicBezTo>
                  <a:close/>
                  <a:moveTo>
                    <a:pt x="9" y="88"/>
                  </a:moveTo>
                  <a:cubicBezTo>
                    <a:pt x="0" y="121"/>
                    <a:pt x="28" y="148"/>
                    <a:pt x="56" y="135"/>
                  </a:cubicBezTo>
                  <a:cubicBezTo>
                    <a:pt x="20" y="145"/>
                    <a:pt x="13" y="115"/>
                    <a:pt x="9" y="88"/>
                  </a:cubicBezTo>
                  <a:close/>
                  <a:moveTo>
                    <a:pt x="37" y="61"/>
                  </a:moveTo>
                  <a:cubicBezTo>
                    <a:pt x="38" y="69"/>
                    <a:pt x="34" y="72"/>
                    <a:pt x="31" y="77"/>
                  </a:cubicBezTo>
                  <a:cubicBezTo>
                    <a:pt x="40" y="78"/>
                    <a:pt x="42" y="66"/>
                    <a:pt x="37" y="61"/>
                  </a:cubicBezTo>
                  <a:close/>
                  <a:moveTo>
                    <a:pt x="30" y="57"/>
                  </a:moveTo>
                  <a:cubicBezTo>
                    <a:pt x="30" y="49"/>
                    <a:pt x="38" y="40"/>
                    <a:pt x="33" y="31"/>
                  </a:cubicBezTo>
                  <a:cubicBezTo>
                    <a:pt x="34" y="41"/>
                    <a:pt x="26" y="49"/>
                    <a:pt x="30" y="57"/>
                  </a:cubicBezTo>
                  <a:close/>
                  <a:moveTo>
                    <a:pt x="30" y="61"/>
                  </a:moveTo>
                  <a:cubicBezTo>
                    <a:pt x="28" y="63"/>
                    <a:pt x="27" y="72"/>
                    <a:pt x="30" y="74"/>
                  </a:cubicBezTo>
                  <a:cubicBezTo>
                    <a:pt x="33" y="70"/>
                    <a:pt x="36" y="63"/>
                    <a:pt x="30" y="6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5" name="Freeform 46"/>
            <p:cNvSpPr>
              <a:spLocks noEditPoints="1"/>
            </p:cNvSpPr>
            <p:nvPr/>
          </p:nvSpPr>
          <p:spPr bwMode="auto">
            <a:xfrm>
              <a:off x="906463" y="5768975"/>
              <a:ext cx="341313" cy="323850"/>
            </a:xfrm>
            <a:custGeom>
              <a:avLst/>
              <a:gdLst>
                <a:gd name="T0" fmla="*/ 2 w 151"/>
                <a:gd name="T1" fmla="*/ 96 h 144"/>
                <a:gd name="T2" fmla="*/ 21 w 151"/>
                <a:gd name="T3" fmla="*/ 59 h 144"/>
                <a:gd name="T4" fmla="*/ 22 w 151"/>
                <a:gd name="T5" fmla="*/ 12 h 144"/>
                <a:gd name="T6" fmla="*/ 32 w 151"/>
                <a:gd name="T7" fmla="*/ 58 h 144"/>
                <a:gd name="T8" fmla="*/ 34 w 151"/>
                <a:gd name="T9" fmla="*/ 81 h 144"/>
                <a:gd name="T10" fmla="*/ 15 w 151"/>
                <a:gd name="T11" fmla="*/ 112 h 144"/>
                <a:gd name="T12" fmla="*/ 73 w 151"/>
                <a:gd name="T13" fmla="*/ 107 h 144"/>
                <a:gd name="T14" fmla="*/ 76 w 151"/>
                <a:gd name="T15" fmla="*/ 131 h 144"/>
                <a:gd name="T16" fmla="*/ 151 w 151"/>
                <a:gd name="T17" fmla="*/ 130 h 144"/>
                <a:gd name="T18" fmla="*/ 110 w 151"/>
                <a:gd name="T19" fmla="*/ 134 h 144"/>
                <a:gd name="T20" fmla="*/ 66 w 151"/>
                <a:gd name="T21" fmla="*/ 138 h 144"/>
                <a:gd name="T22" fmla="*/ 12 w 151"/>
                <a:gd name="T23" fmla="*/ 128 h 144"/>
                <a:gd name="T24" fmla="*/ 86 w 151"/>
                <a:gd name="T25" fmla="*/ 138 h 144"/>
                <a:gd name="T26" fmla="*/ 86 w 151"/>
                <a:gd name="T27" fmla="*/ 134 h 144"/>
                <a:gd name="T28" fmla="*/ 75 w 151"/>
                <a:gd name="T29" fmla="*/ 133 h 144"/>
                <a:gd name="T30" fmla="*/ 77 w 151"/>
                <a:gd name="T31" fmla="*/ 128 h 144"/>
                <a:gd name="T32" fmla="*/ 66 w 151"/>
                <a:gd name="T33" fmla="*/ 128 h 144"/>
                <a:gd name="T34" fmla="*/ 64 w 151"/>
                <a:gd name="T35" fmla="*/ 117 h 144"/>
                <a:gd name="T36" fmla="*/ 65 w 151"/>
                <a:gd name="T37" fmla="*/ 114 h 144"/>
                <a:gd name="T38" fmla="*/ 63 w 151"/>
                <a:gd name="T39" fmla="*/ 133 h 144"/>
                <a:gd name="T40" fmla="*/ 54 w 151"/>
                <a:gd name="T41" fmla="*/ 137 h 144"/>
                <a:gd name="T42" fmla="*/ 7 w 151"/>
                <a:gd name="T43" fmla="*/ 86 h 144"/>
                <a:gd name="T44" fmla="*/ 41 w 151"/>
                <a:gd name="T45" fmla="*/ 139 h 144"/>
                <a:gd name="T46" fmla="*/ 92 w 151"/>
                <a:gd name="T47" fmla="*/ 138 h 144"/>
                <a:gd name="T48" fmla="*/ 41 w 151"/>
                <a:gd name="T49" fmla="*/ 137 h 144"/>
                <a:gd name="T50" fmla="*/ 26 w 151"/>
                <a:gd name="T51" fmla="*/ 65 h 144"/>
                <a:gd name="T52" fmla="*/ 32 w 151"/>
                <a:gd name="T53" fmla="*/ 64 h 144"/>
                <a:gd name="T54" fmla="*/ 26 w 151"/>
                <a:gd name="T55" fmla="*/ 72 h 144"/>
                <a:gd name="T56" fmla="*/ 33 w 151"/>
                <a:gd name="T57" fmla="*/ 80 h 144"/>
                <a:gd name="T58" fmla="*/ 38 w 151"/>
                <a:gd name="T59" fmla="*/ 73 h 144"/>
                <a:gd name="T60" fmla="*/ 28 w 151"/>
                <a:gd name="T61" fmla="*/ 78 h 144"/>
                <a:gd name="T62" fmla="*/ 34 w 151"/>
                <a:gd name="T63" fmla="*/ 61 h 144"/>
                <a:gd name="T64" fmla="*/ 18 w 151"/>
                <a:gd name="T65" fmla="*/ 2 h 144"/>
                <a:gd name="T66" fmla="*/ 31 w 151"/>
                <a:gd name="T67" fmla="*/ 32 h 144"/>
                <a:gd name="T68" fmla="*/ 27 w 151"/>
                <a:gd name="T69" fmla="*/ 58 h 144"/>
                <a:gd name="T70" fmla="*/ 28 w 151"/>
                <a:gd name="T71" fmla="*/ 42 h 144"/>
                <a:gd name="T72" fmla="*/ 21 w 151"/>
                <a:gd name="T73" fmla="*/ 61 h 144"/>
                <a:gd name="T74" fmla="*/ 7 w 151"/>
                <a:gd name="T75" fmla="*/ 86 h 144"/>
                <a:gd name="T76" fmla="*/ 110 w 151"/>
                <a:gd name="T77" fmla="*/ 131 h 144"/>
                <a:gd name="T78" fmla="*/ 121 w 151"/>
                <a:gd name="T79" fmla="*/ 123 h 144"/>
                <a:gd name="T80" fmla="*/ 67 w 151"/>
                <a:gd name="T81" fmla="*/ 127 h 144"/>
                <a:gd name="T82" fmla="*/ 74 w 151"/>
                <a:gd name="T83" fmla="*/ 118 h 144"/>
                <a:gd name="T84" fmla="*/ 64 w 151"/>
                <a:gd name="T85" fmla="*/ 118 h 144"/>
                <a:gd name="T86" fmla="*/ 75 w 151"/>
                <a:gd name="T87" fmla="*/ 118 h 144"/>
                <a:gd name="T88" fmla="*/ 70 w 151"/>
                <a:gd name="T89" fmla="*/ 114 h 144"/>
                <a:gd name="T90" fmla="*/ 79 w 151"/>
                <a:gd name="T91" fmla="*/ 120 h 144"/>
                <a:gd name="T92" fmla="*/ 122 w 151"/>
                <a:gd name="T93" fmla="*/ 122 h 144"/>
                <a:gd name="T94" fmla="*/ 123 w 151"/>
                <a:gd name="T95" fmla="*/ 125 h 144"/>
                <a:gd name="T96" fmla="*/ 122 w 151"/>
                <a:gd name="T97" fmla="*/ 122 h 144"/>
                <a:gd name="T98" fmla="*/ 81 w 151"/>
                <a:gd name="T99" fmla="*/ 114 h 144"/>
                <a:gd name="T100" fmla="*/ 32 w 151"/>
                <a:gd name="T101" fmla="*/ 74 h 144"/>
                <a:gd name="T102" fmla="*/ 28 w 151"/>
                <a:gd name="T103" fmla="*/ 63 h 144"/>
                <a:gd name="T104" fmla="*/ 28 w 151"/>
                <a:gd name="T105" fmla="*/ 63 h 144"/>
                <a:gd name="T106" fmla="*/ 29 w 151"/>
                <a:gd name="T107" fmla="*/ 4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51" h="144">
                  <a:moveTo>
                    <a:pt x="47" y="144"/>
                  </a:moveTo>
                  <a:cubicBezTo>
                    <a:pt x="46" y="144"/>
                    <a:pt x="46" y="144"/>
                    <a:pt x="46" y="144"/>
                  </a:cubicBezTo>
                  <a:cubicBezTo>
                    <a:pt x="32" y="144"/>
                    <a:pt x="19" y="139"/>
                    <a:pt x="11" y="129"/>
                  </a:cubicBezTo>
                  <a:cubicBezTo>
                    <a:pt x="3" y="121"/>
                    <a:pt x="0" y="109"/>
                    <a:pt x="2" y="96"/>
                  </a:cubicBezTo>
                  <a:cubicBezTo>
                    <a:pt x="3" y="90"/>
                    <a:pt x="6" y="84"/>
                    <a:pt x="10" y="79"/>
                  </a:cubicBezTo>
                  <a:cubicBezTo>
                    <a:pt x="13" y="73"/>
                    <a:pt x="17" y="68"/>
                    <a:pt x="17" y="62"/>
                  </a:cubicBezTo>
                  <a:cubicBezTo>
                    <a:pt x="17" y="62"/>
                    <a:pt x="17" y="62"/>
                    <a:pt x="17" y="62"/>
                  </a:cubicBezTo>
                  <a:cubicBezTo>
                    <a:pt x="19" y="60"/>
                    <a:pt x="20" y="59"/>
                    <a:pt x="21" y="59"/>
                  </a:cubicBezTo>
                  <a:cubicBezTo>
                    <a:pt x="21" y="59"/>
                    <a:pt x="22" y="59"/>
                    <a:pt x="23" y="59"/>
                  </a:cubicBezTo>
                  <a:cubicBezTo>
                    <a:pt x="23" y="53"/>
                    <a:pt x="24" y="47"/>
                    <a:pt x="26" y="41"/>
                  </a:cubicBezTo>
                  <a:cubicBezTo>
                    <a:pt x="28" y="35"/>
                    <a:pt x="30" y="30"/>
                    <a:pt x="29" y="24"/>
                  </a:cubicBezTo>
                  <a:cubicBezTo>
                    <a:pt x="28" y="19"/>
                    <a:pt x="25" y="15"/>
                    <a:pt x="22" y="12"/>
                  </a:cubicBezTo>
                  <a:cubicBezTo>
                    <a:pt x="19" y="8"/>
                    <a:pt x="16" y="5"/>
                    <a:pt x="16" y="1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35" y="8"/>
                    <a:pt x="40" y="37"/>
                    <a:pt x="32" y="58"/>
                  </a:cubicBezTo>
                  <a:cubicBezTo>
                    <a:pt x="32" y="59"/>
                    <a:pt x="34" y="59"/>
                    <a:pt x="35" y="60"/>
                  </a:cubicBezTo>
                  <a:cubicBezTo>
                    <a:pt x="37" y="61"/>
                    <a:pt x="39" y="61"/>
                    <a:pt x="40" y="63"/>
                  </a:cubicBezTo>
                  <a:cubicBezTo>
                    <a:pt x="43" y="72"/>
                    <a:pt x="37" y="78"/>
                    <a:pt x="34" y="81"/>
                  </a:cubicBezTo>
                  <a:cubicBezTo>
                    <a:pt x="34" y="81"/>
                    <a:pt x="34" y="81"/>
                    <a:pt x="34" y="81"/>
                  </a:cubicBezTo>
                  <a:cubicBezTo>
                    <a:pt x="34" y="81"/>
                    <a:pt x="34" y="81"/>
                    <a:pt x="34" y="81"/>
                  </a:cubicBezTo>
                  <a:cubicBezTo>
                    <a:pt x="28" y="81"/>
                    <a:pt x="23" y="79"/>
                    <a:pt x="22" y="76"/>
                  </a:cubicBezTo>
                  <a:cubicBezTo>
                    <a:pt x="21" y="75"/>
                    <a:pt x="21" y="73"/>
                    <a:pt x="21" y="71"/>
                  </a:cubicBezTo>
                  <a:cubicBezTo>
                    <a:pt x="12" y="82"/>
                    <a:pt x="10" y="98"/>
                    <a:pt x="15" y="112"/>
                  </a:cubicBezTo>
                  <a:cubicBezTo>
                    <a:pt x="20" y="127"/>
                    <a:pt x="32" y="135"/>
                    <a:pt x="46" y="135"/>
                  </a:cubicBezTo>
                  <a:cubicBezTo>
                    <a:pt x="51" y="135"/>
                    <a:pt x="56" y="134"/>
                    <a:pt x="61" y="133"/>
                  </a:cubicBezTo>
                  <a:cubicBezTo>
                    <a:pt x="58" y="128"/>
                    <a:pt x="57" y="122"/>
                    <a:pt x="60" y="116"/>
                  </a:cubicBezTo>
                  <a:cubicBezTo>
                    <a:pt x="63" y="111"/>
                    <a:pt x="68" y="107"/>
                    <a:pt x="73" y="107"/>
                  </a:cubicBezTo>
                  <a:cubicBezTo>
                    <a:pt x="75" y="107"/>
                    <a:pt x="79" y="108"/>
                    <a:pt x="83" y="113"/>
                  </a:cubicBezTo>
                  <a:cubicBezTo>
                    <a:pt x="83" y="113"/>
                    <a:pt x="83" y="113"/>
                    <a:pt x="83" y="113"/>
                  </a:cubicBezTo>
                  <a:cubicBezTo>
                    <a:pt x="84" y="122"/>
                    <a:pt x="81" y="126"/>
                    <a:pt x="77" y="130"/>
                  </a:cubicBezTo>
                  <a:cubicBezTo>
                    <a:pt x="77" y="130"/>
                    <a:pt x="77" y="131"/>
                    <a:pt x="76" y="131"/>
                  </a:cubicBezTo>
                  <a:cubicBezTo>
                    <a:pt x="78" y="132"/>
                    <a:pt x="80" y="132"/>
                    <a:pt x="82" y="132"/>
                  </a:cubicBezTo>
                  <a:cubicBezTo>
                    <a:pt x="90" y="132"/>
                    <a:pt x="98" y="129"/>
                    <a:pt x="107" y="125"/>
                  </a:cubicBezTo>
                  <a:cubicBezTo>
                    <a:pt x="115" y="122"/>
                    <a:pt x="123" y="119"/>
                    <a:pt x="131" y="119"/>
                  </a:cubicBezTo>
                  <a:cubicBezTo>
                    <a:pt x="139" y="119"/>
                    <a:pt x="146" y="123"/>
                    <a:pt x="151" y="130"/>
                  </a:cubicBezTo>
                  <a:cubicBezTo>
                    <a:pt x="150" y="131"/>
                    <a:pt x="150" y="131"/>
                    <a:pt x="150" y="131"/>
                  </a:cubicBezTo>
                  <a:cubicBezTo>
                    <a:pt x="146" y="127"/>
                    <a:pt x="142" y="124"/>
                    <a:pt x="136" y="124"/>
                  </a:cubicBezTo>
                  <a:cubicBezTo>
                    <a:pt x="126" y="124"/>
                    <a:pt x="115" y="131"/>
                    <a:pt x="112" y="132"/>
                  </a:cubicBezTo>
                  <a:cubicBezTo>
                    <a:pt x="110" y="134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05" y="137"/>
                    <a:pt x="99" y="139"/>
                    <a:pt x="90" y="139"/>
                  </a:cubicBezTo>
                  <a:cubicBezTo>
                    <a:pt x="86" y="139"/>
                    <a:pt x="82" y="139"/>
                    <a:pt x="78" y="139"/>
                  </a:cubicBezTo>
                  <a:cubicBezTo>
                    <a:pt x="74" y="138"/>
                    <a:pt x="70" y="138"/>
                    <a:pt x="66" y="138"/>
                  </a:cubicBezTo>
                  <a:cubicBezTo>
                    <a:pt x="58" y="138"/>
                    <a:pt x="52" y="140"/>
                    <a:pt x="47" y="144"/>
                  </a:cubicBezTo>
                  <a:close/>
                  <a:moveTo>
                    <a:pt x="7" y="86"/>
                  </a:moveTo>
                  <a:cubicBezTo>
                    <a:pt x="5" y="89"/>
                    <a:pt x="4" y="93"/>
                    <a:pt x="3" y="96"/>
                  </a:cubicBezTo>
                  <a:cubicBezTo>
                    <a:pt x="2" y="109"/>
                    <a:pt x="5" y="120"/>
                    <a:pt x="12" y="128"/>
                  </a:cubicBezTo>
                  <a:cubicBezTo>
                    <a:pt x="20" y="137"/>
                    <a:pt x="32" y="142"/>
                    <a:pt x="46" y="142"/>
                  </a:cubicBezTo>
                  <a:cubicBezTo>
                    <a:pt x="51" y="138"/>
                    <a:pt x="57" y="136"/>
                    <a:pt x="66" y="136"/>
                  </a:cubicBezTo>
                  <a:cubicBezTo>
                    <a:pt x="70" y="136"/>
                    <a:pt x="74" y="137"/>
                    <a:pt x="78" y="137"/>
                  </a:cubicBezTo>
                  <a:cubicBezTo>
                    <a:pt x="81" y="137"/>
                    <a:pt x="83" y="138"/>
                    <a:pt x="86" y="138"/>
                  </a:cubicBezTo>
                  <a:cubicBezTo>
                    <a:pt x="84" y="137"/>
                    <a:pt x="83" y="136"/>
                    <a:pt x="81" y="135"/>
                  </a:cubicBezTo>
                  <a:cubicBezTo>
                    <a:pt x="80" y="133"/>
                    <a:pt x="80" y="133"/>
                    <a:pt x="80" y="133"/>
                  </a:cubicBezTo>
                  <a:cubicBezTo>
                    <a:pt x="82" y="134"/>
                    <a:pt x="82" y="134"/>
                    <a:pt x="82" y="134"/>
                  </a:cubicBezTo>
                  <a:cubicBezTo>
                    <a:pt x="83" y="134"/>
                    <a:pt x="84" y="134"/>
                    <a:pt x="86" y="134"/>
                  </a:cubicBezTo>
                  <a:cubicBezTo>
                    <a:pt x="92" y="134"/>
                    <a:pt x="99" y="131"/>
                    <a:pt x="105" y="128"/>
                  </a:cubicBezTo>
                  <a:cubicBezTo>
                    <a:pt x="105" y="128"/>
                    <a:pt x="105" y="128"/>
                    <a:pt x="105" y="128"/>
                  </a:cubicBezTo>
                  <a:cubicBezTo>
                    <a:pt x="97" y="131"/>
                    <a:pt x="89" y="133"/>
                    <a:pt x="82" y="133"/>
                  </a:cubicBezTo>
                  <a:cubicBezTo>
                    <a:pt x="79" y="133"/>
                    <a:pt x="77" y="133"/>
                    <a:pt x="75" y="133"/>
                  </a:cubicBezTo>
                  <a:cubicBezTo>
                    <a:pt x="74" y="132"/>
                    <a:pt x="74" y="132"/>
                    <a:pt x="74" y="132"/>
                  </a:cubicBezTo>
                  <a:cubicBezTo>
                    <a:pt x="74" y="131"/>
                    <a:pt x="74" y="131"/>
                    <a:pt x="74" y="131"/>
                  </a:cubicBezTo>
                  <a:cubicBezTo>
                    <a:pt x="75" y="131"/>
                    <a:pt x="76" y="130"/>
                    <a:pt x="76" y="129"/>
                  </a:cubicBezTo>
                  <a:cubicBezTo>
                    <a:pt x="77" y="129"/>
                    <a:pt x="77" y="128"/>
                    <a:pt x="77" y="128"/>
                  </a:cubicBezTo>
                  <a:cubicBezTo>
                    <a:pt x="76" y="129"/>
                    <a:pt x="74" y="130"/>
                    <a:pt x="72" y="130"/>
                  </a:cubicBezTo>
                  <a:cubicBezTo>
                    <a:pt x="70" y="130"/>
                    <a:pt x="70" y="130"/>
                    <a:pt x="70" y="130"/>
                  </a:cubicBezTo>
                  <a:cubicBezTo>
                    <a:pt x="70" y="130"/>
                    <a:pt x="70" y="130"/>
                    <a:pt x="70" y="130"/>
                  </a:cubicBezTo>
                  <a:cubicBezTo>
                    <a:pt x="68" y="130"/>
                    <a:pt x="67" y="129"/>
                    <a:pt x="66" y="128"/>
                  </a:cubicBezTo>
                  <a:cubicBezTo>
                    <a:pt x="65" y="128"/>
                    <a:pt x="64" y="127"/>
                    <a:pt x="63" y="127"/>
                  </a:cubicBezTo>
                  <a:cubicBezTo>
                    <a:pt x="63" y="127"/>
                    <a:pt x="63" y="127"/>
                    <a:pt x="63" y="127"/>
                  </a:cubicBezTo>
                  <a:cubicBezTo>
                    <a:pt x="63" y="117"/>
                    <a:pt x="63" y="117"/>
                    <a:pt x="63" y="117"/>
                  </a:cubicBezTo>
                  <a:cubicBezTo>
                    <a:pt x="64" y="117"/>
                    <a:pt x="64" y="117"/>
                    <a:pt x="64" y="117"/>
                  </a:cubicBezTo>
                  <a:cubicBezTo>
                    <a:pt x="64" y="117"/>
                    <a:pt x="64" y="117"/>
                    <a:pt x="64" y="117"/>
                  </a:cubicBezTo>
                  <a:cubicBezTo>
                    <a:pt x="66" y="117"/>
                    <a:pt x="68" y="115"/>
                    <a:pt x="68" y="114"/>
                  </a:cubicBezTo>
                  <a:cubicBezTo>
                    <a:pt x="68" y="114"/>
                    <a:pt x="68" y="114"/>
                    <a:pt x="66" y="114"/>
                  </a:cubicBezTo>
                  <a:cubicBezTo>
                    <a:pt x="65" y="114"/>
                    <a:pt x="65" y="114"/>
                    <a:pt x="65" y="114"/>
                  </a:cubicBezTo>
                  <a:cubicBezTo>
                    <a:pt x="66" y="113"/>
                    <a:pt x="66" y="113"/>
                    <a:pt x="66" y="113"/>
                  </a:cubicBezTo>
                  <a:cubicBezTo>
                    <a:pt x="67" y="110"/>
                    <a:pt x="69" y="109"/>
                    <a:pt x="71" y="109"/>
                  </a:cubicBezTo>
                  <a:cubicBezTo>
                    <a:pt x="67" y="110"/>
                    <a:pt x="64" y="113"/>
                    <a:pt x="62" y="117"/>
                  </a:cubicBezTo>
                  <a:cubicBezTo>
                    <a:pt x="59" y="122"/>
                    <a:pt x="59" y="128"/>
                    <a:pt x="63" y="133"/>
                  </a:cubicBezTo>
                  <a:cubicBezTo>
                    <a:pt x="63" y="134"/>
                    <a:pt x="63" y="134"/>
                    <a:pt x="63" y="134"/>
                  </a:cubicBezTo>
                  <a:cubicBezTo>
                    <a:pt x="62" y="134"/>
                    <a:pt x="62" y="134"/>
                    <a:pt x="62" y="134"/>
                  </a:cubicBezTo>
                  <a:cubicBezTo>
                    <a:pt x="59" y="135"/>
                    <a:pt x="56" y="136"/>
                    <a:pt x="54" y="136"/>
                  </a:cubicBezTo>
                  <a:cubicBezTo>
                    <a:pt x="54" y="137"/>
                    <a:pt x="54" y="137"/>
                    <a:pt x="54" y="137"/>
                  </a:cubicBezTo>
                  <a:cubicBezTo>
                    <a:pt x="49" y="139"/>
                    <a:pt x="44" y="140"/>
                    <a:pt x="39" y="140"/>
                  </a:cubicBezTo>
                  <a:cubicBezTo>
                    <a:pt x="29" y="140"/>
                    <a:pt x="19" y="135"/>
                    <a:pt x="13" y="127"/>
                  </a:cubicBezTo>
                  <a:cubicBezTo>
                    <a:pt x="5" y="116"/>
                    <a:pt x="2" y="103"/>
                    <a:pt x="6" y="89"/>
                  </a:cubicBezTo>
                  <a:lnTo>
                    <a:pt x="7" y="86"/>
                  </a:lnTo>
                  <a:close/>
                  <a:moveTo>
                    <a:pt x="7" y="93"/>
                  </a:moveTo>
                  <a:cubicBezTo>
                    <a:pt x="4" y="105"/>
                    <a:pt x="7" y="117"/>
                    <a:pt x="14" y="126"/>
                  </a:cubicBezTo>
                  <a:cubicBezTo>
                    <a:pt x="21" y="135"/>
                    <a:pt x="31" y="139"/>
                    <a:pt x="41" y="139"/>
                  </a:cubicBezTo>
                  <a:cubicBezTo>
                    <a:pt x="41" y="139"/>
                    <a:pt x="41" y="139"/>
                    <a:pt x="41" y="139"/>
                  </a:cubicBezTo>
                  <a:cubicBezTo>
                    <a:pt x="16" y="139"/>
                    <a:pt x="10" y="113"/>
                    <a:pt x="7" y="93"/>
                  </a:cubicBezTo>
                  <a:close/>
                  <a:moveTo>
                    <a:pt x="108" y="133"/>
                  </a:moveTo>
                  <a:cubicBezTo>
                    <a:pt x="106" y="133"/>
                    <a:pt x="104" y="134"/>
                    <a:pt x="102" y="135"/>
                  </a:cubicBezTo>
                  <a:cubicBezTo>
                    <a:pt x="99" y="136"/>
                    <a:pt x="95" y="137"/>
                    <a:pt x="92" y="138"/>
                  </a:cubicBezTo>
                  <a:cubicBezTo>
                    <a:pt x="99" y="138"/>
                    <a:pt x="104" y="136"/>
                    <a:pt x="108" y="133"/>
                  </a:cubicBezTo>
                  <a:close/>
                  <a:moveTo>
                    <a:pt x="7" y="86"/>
                  </a:moveTo>
                  <a:cubicBezTo>
                    <a:pt x="7" y="89"/>
                    <a:pt x="7" y="89"/>
                    <a:pt x="7" y="89"/>
                  </a:cubicBezTo>
                  <a:cubicBezTo>
                    <a:pt x="12" y="114"/>
                    <a:pt x="17" y="137"/>
                    <a:pt x="41" y="137"/>
                  </a:cubicBezTo>
                  <a:cubicBezTo>
                    <a:pt x="43" y="137"/>
                    <a:pt x="45" y="137"/>
                    <a:pt x="48" y="137"/>
                  </a:cubicBezTo>
                  <a:cubicBezTo>
                    <a:pt x="32" y="137"/>
                    <a:pt x="19" y="128"/>
                    <a:pt x="13" y="113"/>
                  </a:cubicBezTo>
                  <a:cubicBezTo>
                    <a:pt x="7" y="96"/>
                    <a:pt x="12" y="77"/>
                    <a:pt x="23" y="67"/>
                  </a:cubicBezTo>
                  <a:cubicBezTo>
                    <a:pt x="26" y="65"/>
                    <a:pt x="26" y="65"/>
                    <a:pt x="26" y="65"/>
                  </a:cubicBezTo>
                  <a:cubicBezTo>
                    <a:pt x="26" y="63"/>
                    <a:pt x="27" y="62"/>
                    <a:pt x="27" y="62"/>
                  </a:cubicBezTo>
                  <a:cubicBezTo>
                    <a:pt x="28" y="61"/>
                    <a:pt x="28" y="61"/>
                    <a:pt x="28" y="61"/>
                  </a:cubicBezTo>
                  <a:cubicBezTo>
                    <a:pt x="28" y="61"/>
                    <a:pt x="28" y="61"/>
                    <a:pt x="28" y="61"/>
                  </a:cubicBezTo>
                  <a:cubicBezTo>
                    <a:pt x="30" y="62"/>
                    <a:pt x="31" y="63"/>
                    <a:pt x="32" y="64"/>
                  </a:cubicBezTo>
                  <a:cubicBezTo>
                    <a:pt x="33" y="68"/>
                    <a:pt x="30" y="73"/>
                    <a:pt x="29" y="75"/>
                  </a:cubicBezTo>
                  <a:cubicBezTo>
                    <a:pt x="28" y="76"/>
                    <a:pt x="28" y="76"/>
                    <a:pt x="28" y="76"/>
                  </a:cubicBezTo>
                  <a:cubicBezTo>
                    <a:pt x="28" y="76"/>
                    <a:pt x="28" y="76"/>
                    <a:pt x="28" y="76"/>
                  </a:cubicBezTo>
                  <a:cubicBezTo>
                    <a:pt x="27" y="75"/>
                    <a:pt x="26" y="74"/>
                    <a:pt x="26" y="72"/>
                  </a:cubicBezTo>
                  <a:cubicBezTo>
                    <a:pt x="25" y="70"/>
                    <a:pt x="26" y="68"/>
                    <a:pt x="26" y="66"/>
                  </a:cubicBezTo>
                  <a:cubicBezTo>
                    <a:pt x="24" y="68"/>
                    <a:pt x="24" y="68"/>
                    <a:pt x="24" y="68"/>
                  </a:cubicBezTo>
                  <a:cubicBezTo>
                    <a:pt x="22" y="71"/>
                    <a:pt x="22" y="73"/>
                    <a:pt x="23" y="75"/>
                  </a:cubicBezTo>
                  <a:cubicBezTo>
                    <a:pt x="24" y="78"/>
                    <a:pt x="28" y="80"/>
                    <a:pt x="33" y="80"/>
                  </a:cubicBezTo>
                  <a:cubicBezTo>
                    <a:pt x="36" y="77"/>
                    <a:pt x="41" y="71"/>
                    <a:pt x="39" y="64"/>
                  </a:cubicBezTo>
                  <a:cubicBezTo>
                    <a:pt x="38" y="63"/>
                    <a:pt x="37" y="62"/>
                    <a:pt x="35" y="62"/>
                  </a:cubicBezTo>
                  <a:cubicBezTo>
                    <a:pt x="36" y="62"/>
                    <a:pt x="36" y="62"/>
                    <a:pt x="36" y="62"/>
                  </a:cubicBezTo>
                  <a:cubicBezTo>
                    <a:pt x="38" y="64"/>
                    <a:pt x="39" y="69"/>
                    <a:pt x="38" y="73"/>
                  </a:cubicBezTo>
                  <a:cubicBezTo>
                    <a:pt x="36" y="77"/>
                    <a:pt x="34" y="79"/>
                    <a:pt x="30" y="79"/>
                  </a:cubicBezTo>
                  <a:cubicBezTo>
                    <a:pt x="30" y="79"/>
                    <a:pt x="30" y="79"/>
                    <a:pt x="30" y="79"/>
                  </a:cubicBezTo>
                  <a:cubicBezTo>
                    <a:pt x="30" y="79"/>
                    <a:pt x="30" y="79"/>
                    <a:pt x="29" y="79"/>
                  </a:cubicBezTo>
                  <a:cubicBezTo>
                    <a:pt x="28" y="78"/>
                    <a:pt x="28" y="78"/>
                    <a:pt x="28" y="78"/>
                  </a:cubicBezTo>
                  <a:cubicBezTo>
                    <a:pt x="29" y="78"/>
                    <a:pt x="29" y="78"/>
                    <a:pt x="29" y="78"/>
                  </a:cubicBezTo>
                  <a:cubicBezTo>
                    <a:pt x="29" y="76"/>
                    <a:pt x="30" y="75"/>
                    <a:pt x="31" y="74"/>
                  </a:cubicBezTo>
                  <a:cubicBezTo>
                    <a:pt x="33" y="71"/>
                    <a:pt x="35" y="68"/>
                    <a:pt x="34" y="62"/>
                  </a:cubicBezTo>
                  <a:cubicBezTo>
                    <a:pt x="34" y="61"/>
                    <a:pt x="34" y="61"/>
                    <a:pt x="34" y="61"/>
                  </a:cubicBezTo>
                  <a:cubicBezTo>
                    <a:pt x="33" y="61"/>
                    <a:pt x="31" y="60"/>
                    <a:pt x="30" y="58"/>
                  </a:cubicBezTo>
                  <a:cubicBezTo>
                    <a:pt x="30" y="58"/>
                    <a:pt x="30" y="58"/>
                    <a:pt x="30" y="58"/>
                  </a:cubicBezTo>
                  <a:cubicBezTo>
                    <a:pt x="30" y="58"/>
                    <a:pt x="30" y="58"/>
                    <a:pt x="30" y="58"/>
                  </a:cubicBezTo>
                  <a:cubicBezTo>
                    <a:pt x="38" y="39"/>
                    <a:pt x="34" y="10"/>
                    <a:pt x="18" y="2"/>
                  </a:cubicBezTo>
                  <a:cubicBezTo>
                    <a:pt x="18" y="5"/>
                    <a:pt x="20" y="8"/>
                    <a:pt x="23" y="11"/>
                  </a:cubicBezTo>
                  <a:cubicBezTo>
                    <a:pt x="26" y="14"/>
                    <a:pt x="29" y="18"/>
                    <a:pt x="30" y="24"/>
                  </a:cubicBezTo>
                  <a:cubicBezTo>
                    <a:pt x="30" y="26"/>
                    <a:pt x="30" y="28"/>
                    <a:pt x="30" y="30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35" y="38"/>
                    <a:pt x="33" y="44"/>
                    <a:pt x="31" y="49"/>
                  </a:cubicBezTo>
                  <a:cubicBezTo>
                    <a:pt x="30" y="52"/>
                    <a:pt x="29" y="55"/>
                    <a:pt x="29" y="58"/>
                  </a:cubicBezTo>
                  <a:cubicBezTo>
                    <a:pt x="29" y="61"/>
                    <a:pt x="29" y="61"/>
                    <a:pt x="29" y="61"/>
                  </a:cubicBezTo>
                  <a:cubicBezTo>
                    <a:pt x="27" y="58"/>
                    <a:pt x="27" y="58"/>
                    <a:pt x="27" y="58"/>
                  </a:cubicBezTo>
                  <a:cubicBezTo>
                    <a:pt x="25" y="53"/>
                    <a:pt x="26" y="49"/>
                    <a:pt x="28" y="44"/>
                  </a:cubicBezTo>
                  <a:cubicBezTo>
                    <a:pt x="29" y="40"/>
                    <a:pt x="31" y="36"/>
                    <a:pt x="30" y="32"/>
                  </a:cubicBezTo>
                  <a:cubicBezTo>
                    <a:pt x="30" y="32"/>
                    <a:pt x="30" y="32"/>
                    <a:pt x="30" y="32"/>
                  </a:cubicBezTo>
                  <a:cubicBezTo>
                    <a:pt x="30" y="35"/>
                    <a:pt x="29" y="38"/>
                    <a:pt x="28" y="42"/>
                  </a:cubicBezTo>
                  <a:cubicBezTo>
                    <a:pt x="26" y="47"/>
                    <a:pt x="24" y="53"/>
                    <a:pt x="24" y="59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4" y="60"/>
                    <a:pt x="24" y="60"/>
                    <a:pt x="24" y="60"/>
                  </a:cubicBezTo>
                  <a:cubicBezTo>
                    <a:pt x="23" y="61"/>
                    <a:pt x="22" y="61"/>
                    <a:pt x="21" y="61"/>
                  </a:cubicBezTo>
                  <a:cubicBezTo>
                    <a:pt x="21" y="61"/>
                    <a:pt x="21" y="61"/>
                    <a:pt x="21" y="61"/>
                  </a:cubicBezTo>
                  <a:cubicBezTo>
                    <a:pt x="20" y="61"/>
                    <a:pt x="20" y="61"/>
                    <a:pt x="19" y="62"/>
                  </a:cubicBezTo>
                  <a:cubicBezTo>
                    <a:pt x="18" y="69"/>
                    <a:pt x="14" y="74"/>
                    <a:pt x="11" y="79"/>
                  </a:cubicBezTo>
                  <a:cubicBezTo>
                    <a:pt x="10" y="82"/>
                    <a:pt x="8" y="84"/>
                    <a:pt x="7" y="86"/>
                  </a:cubicBezTo>
                  <a:close/>
                  <a:moveTo>
                    <a:pt x="85" y="136"/>
                  </a:moveTo>
                  <a:cubicBezTo>
                    <a:pt x="86" y="136"/>
                    <a:pt x="87" y="137"/>
                    <a:pt x="89" y="137"/>
                  </a:cubicBezTo>
                  <a:cubicBezTo>
                    <a:pt x="93" y="137"/>
                    <a:pt x="97" y="135"/>
                    <a:pt x="101" y="133"/>
                  </a:cubicBezTo>
                  <a:cubicBezTo>
                    <a:pt x="105" y="132"/>
                    <a:pt x="108" y="131"/>
                    <a:pt x="110" y="131"/>
                  </a:cubicBezTo>
                  <a:cubicBezTo>
                    <a:pt x="111" y="131"/>
                    <a:pt x="111" y="131"/>
                    <a:pt x="111" y="131"/>
                  </a:cubicBezTo>
                  <a:cubicBezTo>
                    <a:pt x="113" y="129"/>
                    <a:pt x="116" y="127"/>
                    <a:pt x="118" y="126"/>
                  </a:cubicBezTo>
                  <a:cubicBezTo>
                    <a:pt x="120" y="125"/>
                    <a:pt x="122" y="125"/>
                    <a:pt x="123" y="124"/>
                  </a:cubicBezTo>
                  <a:cubicBezTo>
                    <a:pt x="122" y="124"/>
                    <a:pt x="122" y="123"/>
                    <a:pt x="121" y="123"/>
                  </a:cubicBezTo>
                  <a:cubicBezTo>
                    <a:pt x="117" y="123"/>
                    <a:pt x="111" y="126"/>
                    <a:pt x="106" y="129"/>
                  </a:cubicBezTo>
                  <a:cubicBezTo>
                    <a:pt x="99" y="132"/>
                    <a:pt x="92" y="136"/>
                    <a:pt x="85" y="136"/>
                  </a:cubicBezTo>
                  <a:close/>
                  <a:moveTo>
                    <a:pt x="64" y="126"/>
                  </a:moveTo>
                  <a:cubicBezTo>
                    <a:pt x="65" y="126"/>
                    <a:pt x="66" y="126"/>
                    <a:pt x="67" y="127"/>
                  </a:cubicBezTo>
                  <a:cubicBezTo>
                    <a:pt x="68" y="128"/>
                    <a:pt x="69" y="128"/>
                    <a:pt x="70" y="128"/>
                  </a:cubicBezTo>
                  <a:cubicBezTo>
                    <a:pt x="70" y="128"/>
                    <a:pt x="70" y="128"/>
                    <a:pt x="70" y="128"/>
                  </a:cubicBezTo>
                  <a:cubicBezTo>
                    <a:pt x="70" y="128"/>
                    <a:pt x="71" y="128"/>
                    <a:pt x="71" y="127"/>
                  </a:cubicBezTo>
                  <a:cubicBezTo>
                    <a:pt x="72" y="125"/>
                    <a:pt x="75" y="121"/>
                    <a:pt x="74" y="118"/>
                  </a:cubicBezTo>
                  <a:cubicBezTo>
                    <a:pt x="74" y="117"/>
                    <a:pt x="73" y="116"/>
                    <a:pt x="72" y="115"/>
                  </a:cubicBezTo>
                  <a:cubicBezTo>
                    <a:pt x="70" y="114"/>
                    <a:pt x="70" y="114"/>
                    <a:pt x="70" y="114"/>
                  </a:cubicBezTo>
                  <a:cubicBezTo>
                    <a:pt x="70" y="114"/>
                    <a:pt x="70" y="114"/>
                    <a:pt x="70" y="114"/>
                  </a:cubicBezTo>
                  <a:cubicBezTo>
                    <a:pt x="70" y="116"/>
                    <a:pt x="67" y="118"/>
                    <a:pt x="64" y="118"/>
                  </a:cubicBezTo>
                  <a:cubicBezTo>
                    <a:pt x="64" y="118"/>
                    <a:pt x="64" y="118"/>
                    <a:pt x="64" y="118"/>
                  </a:cubicBezTo>
                  <a:lnTo>
                    <a:pt x="64" y="126"/>
                  </a:lnTo>
                  <a:close/>
                  <a:moveTo>
                    <a:pt x="75" y="116"/>
                  </a:moveTo>
                  <a:cubicBezTo>
                    <a:pt x="75" y="117"/>
                    <a:pt x="75" y="117"/>
                    <a:pt x="75" y="118"/>
                  </a:cubicBezTo>
                  <a:cubicBezTo>
                    <a:pt x="76" y="121"/>
                    <a:pt x="74" y="125"/>
                    <a:pt x="72" y="128"/>
                  </a:cubicBezTo>
                  <a:cubicBezTo>
                    <a:pt x="75" y="126"/>
                    <a:pt x="77" y="121"/>
                    <a:pt x="77" y="118"/>
                  </a:cubicBezTo>
                  <a:cubicBezTo>
                    <a:pt x="76" y="118"/>
                    <a:pt x="76" y="117"/>
                    <a:pt x="75" y="116"/>
                  </a:cubicBezTo>
                  <a:close/>
                  <a:moveTo>
                    <a:pt x="70" y="114"/>
                  </a:moveTo>
                  <a:cubicBezTo>
                    <a:pt x="72" y="114"/>
                    <a:pt x="72" y="114"/>
                    <a:pt x="72" y="114"/>
                  </a:cubicBezTo>
                  <a:cubicBezTo>
                    <a:pt x="76" y="115"/>
                    <a:pt x="78" y="117"/>
                    <a:pt x="78" y="118"/>
                  </a:cubicBezTo>
                  <a:cubicBezTo>
                    <a:pt x="79" y="121"/>
                    <a:pt x="77" y="125"/>
                    <a:pt x="74" y="128"/>
                  </a:cubicBezTo>
                  <a:cubicBezTo>
                    <a:pt x="79" y="126"/>
                    <a:pt x="79" y="122"/>
                    <a:pt x="79" y="120"/>
                  </a:cubicBezTo>
                  <a:cubicBezTo>
                    <a:pt x="79" y="116"/>
                    <a:pt x="76" y="110"/>
                    <a:pt x="72" y="110"/>
                  </a:cubicBezTo>
                  <a:cubicBezTo>
                    <a:pt x="71" y="110"/>
                    <a:pt x="69" y="111"/>
                    <a:pt x="68" y="113"/>
                  </a:cubicBezTo>
                  <a:cubicBezTo>
                    <a:pt x="69" y="113"/>
                    <a:pt x="69" y="113"/>
                    <a:pt x="70" y="114"/>
                  </a:cubicBezTo>
                  <a:close/>
                  <a:moveTo>
                    <a:pt x="122" y="122"/>
                  </a:moveTo>
                  <a:cubicBezTo>
                    <a:pt x="123" y="122"/>
                    <a:pt x="124" y="122"/>
                    <a:pt x="125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5" y="124"/>
                    <a:pt x="124" y="125"/>
                    <a:pt x="123" y="125"/>
                  </a:cubicBezTo>
                  <a:cubicBezTo>
                    <a:pt x="127" y="124"/>
                    <a:pt x="131" y="123"/>
                    <a:pt x="136" y="123"/>
                  </a:cubicBezTo>
                  <a:cubicBezTo>
                    <a:pt x="139" y="123"/>
                    <a:pt x="141" y="123"/>
                    <a:pt x="143" y="124"/>
                  </a:cubicBezTo>
                  <a:cubicBezTo>
                    <a:pt x="140" y="122"/>
                    <a:pt x="136" y="121"/>
                    <a:pt x="131" y="121"/>
                  </a:cubicBezTo>
                  <a:cubicBezTo>
                    <a:pt x="128" y="121"/>
                    <a:pt x="125" y="121"/>
                    <a:pt x="122" y="122"/>
                  </a:cubicBezTo>
                  <a:close/>
                  <a:moveTo>
                    <a:pt x="72" y="109"/>
                  </a:moveTo>
                  <a:cubicBezTo>
                    <a:pt x="77" y="109"/>
                    <a:pt x="81" y="115"/>
                    <a:pt x="81" y="120"/>
                  </a:cubicBezTo>
                  <a:cubicBezTo>
                    <a:pt x="81" y="121"/>
                    <a:pt x="81" y="122"/>
                    <a:pt x="81" y="123"/>
                  </a:cubicBezTo>
                  <a:cubicBezTo>
                    <a:pt x="82" y="121"/>
                    <a:pt x="82" y="118"/>
                    <a:pt x="81" y="114"/>
                  </a:cubicBezTo>
                  <a:cubicBezTo>
                    <a:pt x="79" y="110"/>
                    <a:pt x="75" y="108"/>
                    <a:pt x="71" y="109"/>
                  </a:cubicBezTo>
                  <a:cubicBezTo>
                    <a:pt x="72" y="109"/>
                    <a:pt x="72" y="109"/>
                    <a:pt x="72" y="109"/>
                  </a:cubicBezTo>
                  <a:close/>
                  <a:moveTo>
                    <a:pt x="36" y="65"/>
                  </a:moveTo>
                  <a:cubicBezTo>
                    <a:pt x="36" y="69"/>
                    <a:pt x="34" y="72"/>
                    <a:pt x="32" y="74"/>
                  </a:cubicBezTo>
                  <a:cubicBezTo>
                    <a:pt x="32" y="75"/>
                    <a:pt x="31" y="76"/>
                    <a:pt x="31" y="77"/>
                  </a:cubicBezTo>
                  <a:cubicBezTo>
                    <a:pt x="34" y="77"/>
                    <a:pt x="36" y="74"/>
                    <a:pt x="36" y="73"/>
                  </a:cubicBezTo>
                  <a:cubicBezTo>
                    <a:pt x="37" y="70"/>
                    <a:pt x="37" y="67"/>
                    <a:pt x="36" y="65"/>
                  </a:cubicBezTo>
                  <a:close/>
                  <a:moveTo>
                    <a:pt x="28" y="63"/>
                  </a:moveTo>
                  <a:cubicBezTo>
                    <a:pt x="27" y="65"/>
                    <a:pt x="27" y="69"/>
                    <a:pt x="27" y="72"/>
                  </a:cubicBezTo>
                  <a:cubicBezTo>
                    <a:pt x="27" y="73"/>
                    <a:pt x="28" y="73"/>
                    <a:pt x="28" y="74"/>
                  </a:cubicBezTo>
                  <a:cubicBezTo>
                    <a:pt x="30" y="71"/>
                    <a:pt x="32" y="67"/>
                    <a:pt x="31" y="65"/>
                  </a:cubicBezTo>
                  <a:cubicBezTo>
                    <a:pt x="30" y="64"/>
                    <a:pt x="30" y="63"/>
                    <a:pt x="28" y="63"/>
                  </a:cubicBezTo>
                  <a:close/>
                  <a:moveTo>
                    <a:pt x="32" y="36"/>
                  </a:moveTo>
                  <a:cubicBezTo>
                    <a:pt x="31" y="39"/>
                    <a:pt x="30" y="42"/>
                    <a:pt x="29" y="44"/>
                  </a:cubicBezTo>
                  <a:cubicBezTo>
                    <a:pt x="28" y="48"/>
                    <a:pt x="27" y="51"/>
                    <a:pt x="28" y="55"/>
                  </a:cubicBezTo>
                  <a:cubicBezTo>
                    <a:pt x="28" y="53"/>
                    <a:pt x="29" y="51"/>
                    <a:pt x="29" y="49"/>
                  </a:cubicBezTo>
                  <a:cubicBezTo>
                    <a:pt x="31" y="45"/>
                    <a:pt x="32" y="41"/>
                    <a:pt x="32" y="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6" name="Freeform 47"/>
            <p:cNvSpPr>
              <a:spLocks noEditPoints="1"/>
            </p:cNvSpPr>
            <p:nvPr/>
          </p:nvSpPr>
          <p:spPr bwMode="auto">
            <a:xfrm>
              <a:off x="895350" y="3316288"/>
              <a:ext cx="363538" cy="328613"/>
            </a:xfrm>
            <a:custGeom>
              <a:avLst/>
              <a:gdLst>
                <a:gd name="T0" fmla="*/ 50 w 161"/>
                <a:gd name="T1" fmla="*/ 8 h 146"/>
                <a:gd name="T2" fmla="*/ 60 w 161"/>
                <a:gd name="T3" fmla="*/ 25 h 146"/>
                <a:gd name="T4" fmla="*/ 54 w 161"/>
                <a:gd name="T5" fmla="*/ 17 h 146"/>
                <a:gd name="T6" fmla="*/ 63 w 161"/>
                <a:gd name="T7" fmla="*/ 34 h 146"/>
                <a:gd name="T8" fmla="*/ 49 w 161"/>
                <a:gd name="T9" fmla="*/ 37 h 146"/>
                <a:gd name="T10" fmla="*/ 41 w 161"/>
                <a:gd name="T11" fmla="*/ 13 h 146"/>
                <a:gd name="T12" fmla="*/ 16 w 161"/>
                <a:gd name="T13" fmla="*/ 62 h 146"/>
                <a:gd name="T14" fmla="*/ 34 w 161"/>
                <a:gd name="T15" fmla="*/ 92 h 146"/>
                <a:gd name="T16" fmla="*/ 27 w 161"/>
                <a:gd name="T17" fmla="*/ 146 h 146"/>
                <a:gd name="T18" fmla="*/ 33 w 161"/>
                <a:gd name="T19" fmla="*/ 104 h 146"/>
                <a:gd name="T20" fmla="*/ 26 w 161"/>
                <a:gd name="T21" fmla="*/ 102 h 146"/>
                <a:gd name="T22" fmla="*/ 30 w 161"/>
                <a:gd name="T23" fmla="*/ 101 h 146"/>
                <a:gd name="T24" fmla="*/ 4 w 161"/>
                <a:gd name="T25" fmla="*/ 60 h 146"/>
                <a:gd name="T26" fmla="*/ 41 w 161"/>
                <a:gd name="T27" fmla="*/ 10 h 146"/>
                <a:gd name="T28" fmla="*/ 51 w 161"/>
                <a:gd name="T29" fmla="*/ 4 h 146"/>
                <a:gd name="T30" fmla="*/ 145 w 161"/>
                <a:gd name="T31" fmla="*/ 13 h 146"/>
                <a:gd name="T32" fmla="*/ 142 w 161"/>
                <a:gd name="T33" fmla="*/ 0 h 146"/>
                <a:gd name="T34" fmla="*/ 141 w 161"/>
                <a:gd name="T35" fmla="*/ 33 h 146"/>
                <a:gd name="T36" fmla="*/ 50 w 161"/>
                <a:gd name="T37" fmla="*/ 8 h 146"/>
                <a:gd name="T38" fmla="*/ 137 w 161"/>
                <a:gd name="T39" fmla="*/ 31 h 146"/>
                <a:gd name="T40" fmla="*/ 148 w 161"/>
                <a:gd name="T41" fmla="*/ 16 h 146"/>
                <a:gd name="T42" fmla="*/ 70 w 161"/>
                <a:gd name="T43" fmla="*/ 8 h 146"/>
                <a:gd name="T44" fmla="*/ 137 w 161"/>
                <a:gd name="T45" fmla="*/ 31 h 146"/>
                <a:gd name="T46" fmla="*/ 26 w 161"/>
                <a:gd name="T47" fmla="*/ 84 h 146"/>
                <a:gd name="T48" fmla="*/ 22 w 161"/>
                <a:gd name="T49" fmla="*/ 16 h 146"/>
                <a:gd name="T50" fmla="*/ 26 w 161"/>
                <a:gd name="T51" fmla="*/ 84 h 146"/>
                <a:gd name="T52" fmla="*/ 57 w 161"/>
                <a:gd name="T53" fmla="*/ 28 h 146"/>
                <a:gd name="T54" fmla="*/ 46 w 161"/>
                <a:gd name="T55" fmla="*/ 16 h 146"/>
                <a:gd name="T56" fmla="*/ 57 w 161"/>
                <a:gd name="T57" fmla="*/ 28 h 146"/>
                <a:gd name="T58" fmla="*/ 57 w 161"/>
                <a:gd name="T59" fmla="*/ 31 h 146"/>
                <a:gd name="T60" fmla="*/ 46 w 161"/>
                <a:gd name="T61" fmla="*/ 28 h 146"/>
                <a:gd name="T62" fmla="*/ 57 w 161"/>
                <a:gd name="T63" fmla="*/ 31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1" h="146">
                  <a:moveTo>
                    <a:pt x="50" y="8"/>
                  </a:moveTo>
                  <a:cubicBezTo>
                    <a:pt x="55" y="14"/>
                    <a:pt x="53" y="20"/>
                    <a:pt x="60" y="25"/>
                  </a:cubicBezTo>
                  <a:cubicBezTo>
                    <a:pt x="62" y="23"/>
                    <a:pt x="58" y="18"/>
                    <a:pt x="54" y="17"/>
                  </a:cubicBezTo>
                  <a:cubicBezTo>
                    <a:pt x="64" y="13"/>
                    <a:pt x="65" y="25"/>
                    <a:pt x="63" y="34"/>
                  </a:cubicBezTo>
                  <a:cubicBezTo>
                    <a:pt x="59" y="36"/>
                    <a:pt x="55" y="37"/>
                    <a:pt x="49" y="37"/>
                  </a:cubicBezTo>
                  <a:cubicBezTo>
                    <a:pt x="43" y="31"/>
                    <a:pt x="43" y="19"/>
                    <a:pt x="41" y="13"/>
                  </a:cubicBezTo>
                  <a:cubicBezTo>
                    <a:pt x="14" y="14"/>
                    <a:pt x="9" y="41"/>
                    <a:pt x="16" y="62"/>
                  </a:cubicBezTo>
                  <a:cubicBezTo>
                    <a:pt x="19" y="72"/>
                    <a:pt x="30" y="81"/>
                    <a:pt x="34" y="92"/>
                  </a:cubicBezTo>
                  <a:cubicBezTo>
                    <a:pt x="41" y="111"/>
                    <a:pt x="38" y="129"/>
                    <a:pt x="27" y="146"/>
                  </a:cubicBezTo>
                  <a:cubicBezTo>
                    <a:pt x="28" y="137"/>
                    <a:pt x="39" y="121"/>
                    <a:pt x="33" y="104"/>
                  </a:cubicBezTo>
                  <a:cubicBezTo>
                    <a:pt x="31" y="102"/>
                    <a:pt x="29" y="102"/>
                    <a:pt x="26" y="102"/>
                  </a:cubicBezTo>
                  <a:cubicBezTo>
                    <a:pt x="26" y="100"/>
                    <a:pt x="28" y="101"/>
                    <a:pt x="30" y="101"/>
                  </a:cubicBezTo>
                  <a:cubicBezTo>
                    <a:pt x="28" y="89"/>
                    <a:pt x="7" y="79"/>
                    <a:pt x="4" y="60"/>
                  </a:cubicBezTo>
                  <a:cubicBezTo>
                    <a:pt x="1" y="34"/>
                    <a:pt x="12" y="6"/>
                    <a:pt x="41" y="10"/>
                  </a:cubicBezTo>
                  <a:cubicBezTo>
                    <a:pt x="45" y="9"/>
                    <a:pt x="47" y="5"/>
                    <a:pt x="51" y="4"/>
                  </a:cubicBezTo>
                  <a:cubicBezTo>
                    <a:pt x="86" y="1"/>
                    <a:pt x="128" y="46"/>
                    <a:pt x="145" y="13"/>
                  </a:cubicBezTo>
                  <a:cubicBezTo>
                    <a:pt x="146" y="6"/>
                    <a:pt x="144" y="3"/>
                    <a:pt x="142" y="0"/>
                  </a:cubicBezTo>
                  <a:cubicBezTo>
                    <a:pt x="161" y="2"/>
                    <a:pt x="149" y="29"/>
                    <a:pt x="141" y="33"/>
                  </a:cubicBezTo>
                  <a:cubicBezTo>
                    <a:pt x="111" y="47"/>
                    <a:pt x="71" y="4"/>
                    <a:pt x="50" y="8"/>
                  </a:cubicBezTo>
                  <a:close/>
                  <a:moveTo>
                    <a:pt x="137" y="31"/>
                  </a:moveTo>
                  <a:cubicBezTo>
                    <a:pt x="142" y="29"/>
                    <a:pt x="151" y="17"/>
                    <a:pt x="148" y="16"/>
                  </a:cubicBezTo>
                  <a:cubicBezTo>
                    <a:pt x="130" y="43"/>
                    <a:pt x="93" y="14"/>
                    <a:pt x="70" y="8"/>
                  </a:cubicBezTo>
                  <a:cubicBezTo>
                    <a:pt x="87" y="21"/>
                    <a:pt x="105" y="33"/>
                    <a:pt x="137" y="31"/>
                  </a:cubicBezTo>
                  <a:close/>
                  <a:moveTo>
                    <a:pt x="26" y="84"/>
                  </a:moveTo>
                  <a:cubicBezTo>
                    <a:pt x="10" y="71"/>
                    <a:pt x="7" y="27"/>
                    <a:pt x="22" y="16"/>
                  </a:cubicBezTo>
                  <a:cubicBezTo>
                    <a:pt x="0" y="29"/>
                    <a:pt x="5" y="78"/>
                    <a:pt x="26" y="84"/>
                  </a:cubicBezTo>
                  <a:close/>
                  <a:moveTo>
                    <a:pt x="57" y="28"/>
                  </a:moveTo>
                  <a:cubicBezTo>
                    <a:pt x="55" y="22"/>
                    <a:pt x="53" y="16"/>
                    <a:pt x="46" y="16"/>
                  </a:cubicBezTo>
                  <a:cubicBezTo>
                    <a:pt x="46" y="23"/>
                    <a:pt x="50" y="27"/>
                    <a:pt x="57" y="28"/>
                  </a:cubicBezTo>
                  <a:close/>
                  <a:moveTo>
                    <a:pt x="57" y="31"/>
                  </a:moveTo>
                  <a:cubicBezTo>
                    <a:pt x="51" y="33"/>
                    <a:pt x="49" y="24"/>
                    <a:pt x="46" y="28"/>
                  </a:cubicBezTo>
                  <a:cubicBezTo>
                    <a:pt x="47" y="31"/>
                    <a:pt x="56" y="40"/>
                    <a:pt x="57" y="3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7" name="Freeform 48"/>
            <p:cNvSpPr>
              <a:spLocks noEditPoints="1"/>
            </p:cNvSpPr>
            <p:nvPr/>
          </p:nvSpPr>
          <p:spPr bwMode="auto">
            <a:xfrm>
              <a:off x="903288" y="3313113"/>
              <a:ext cx="336550" cy="338138"/>
            </a:xfrm>
            <a:custGeom>
              <a:avLst/>
              <a:gdLst>
                <a:gd name="T0" fmla="*/ 81 w 150"/>
                <a:gd name="T1" fmla="*/ 22 h 150"/>
                <a:gd name="T2" fmla="*/ 52 w 150"/>
                <a:gd name="T3" fmla="*/ 17 h 150"/>
                <a:gd name="T4" fmla="*/ 60 w 150"/>
                <a:gd name="T5" fmla="*/ 35 h 150"/>
                <a:gd name="T6" fmla="*/ 45 w 150"/>
                <a:gd name="T7" fmla="*/ 39 h 150"/>
                <a:gd name="T8" fmla="*/ 39 w 150"/>
                <a:gd name="T9" fmla="*/ 20 h 150"/>
                <a:gd name="T10" fmla="*/ 14 w 150"/>
                <a:gd name="T11" fmla="*/ 63 h 150"/>
                <a:gd name="T12" fmla="*/ 25 w 150"/>
                <a:gd name="T13" fmla="*/ 148 h 150"/>
                <a:gd name="T14" fmla="*/ 26 w 150"/>
                <a:gd name="T15" fmla="*/ 137 h 150"/>
                <a:gd name="T16" fmla="*/ 23 w 150"/>
                <a:gd name="T17" fmla="*/ 104 h 150"/>
                <a:gd name="T18" fmla="*/ 26 w 150"/>
                <a:gd name="T19" fmla="*/ 101 h 150"/>
                <a:gd name="T20" fmla="*/ 1 w 150"/>
                <a:gd name="T21" fmla="*/ 61 h 150"/>
                <a:gd name="T22" fmla="*/ 38 w 150"/>
                <a:gd name="T23" fmla="*/ 10 h 150"/>
                <a:gd name="T24" fmla="*/ 91 w 150"/>
                <a:gd name="T25" fmla="*/ 16 h 150"/>
                <a:gd name="T26" fmla="*/ 139 w 150"/>
                <a:gd name="T27" fmla="*/ 2 h 150"/>
                <a:gd name="T28" fmla="*/ 150 w 150"/>
                <a:gd name="T29" fmla="*/ 12 h 150"/>
                <a:gd name="T30" fmla="*/ 82 w 150"/>
                <a:gd name="T31" fmla="*/ 20 h 150"/>
                <a:gd name="T32" fmla="*/ 141 w 150"/>
                <a:gd name="T33" fmla="*/ 2 h 150"/>
                <a:gd name="T34" fmla="*/ 143 w 150"/>
                <a:gd name="T35" fmla="*/ 14 h 150"/>
                <a:gd name="T36" fmla="*/ 44 w 150"/>
                <a:gd name="T37" fmla="*/ 9 h 150"/>
                <a:gd name="T38" fmla="*/ 38 w 150"/>
                <a:gd name="T39" fmla="*/ 12 h 150"/>
                <a:gd name="T40" fmla="*/ 2 w 150"/>
                <a:gd name="T41" fmla="*/ 60 h 150"/>
                <a:gd name="T42" fmla="*/ 28 w 150"/>
                <a:gd name="T43" fmla="*/ 102 h 150"/>
                <a:gd name="T44" fmla="*/ 30 w 150"/>
                <a:gd name="T45" fmla="*/ 104 h 150"/>
                <a:gd name="T46" fmla="*/ 32 w 150"/>
                <a:gd name="T47" fmla="*/ 116 h 150"/>
                <a:gd name="T48" fmla="*/ 31 w 150"/>
                <a:gd name="T49" fmla="*/ 93 h 150"/>
                <a:gd name="T50" fmla="*/ 11 w 150"/>
                <a:gd name="T51" fmla="*/ 61 h 150"/>
                <a:gd name="T52" fmla="*/ 23 w 150"/>
                <a:gd name="T53" fmla="*/ 85 h 150"/>
                <a:gd name="T54" fmla="*/ 19 w 150"/>
                <a:gd name="T55" fmla="*/ 17 h 150"/>
                <a:gd name="T56" fmla="*/ 39 w 150"/>
                <a:gd name="T57" fmla="*/ 13 h 150"/>
                <a:gd name="T58" fmla="*/ 42 w 150"/>
                <a:gd name="T59" fmla="*/ 29 h 150"/>
                <a:gd name="T60" fmla="*/ 48 w 150"/>
                <a:gd name="T61" fmla="*/ 29 h 150"/>
                <a:gd name="T62" fmla="*/ 55 w 150"/>
                <a:gd name="T63" fmla="*/ 32 h 150"/>
                <a:gd name="T64" fmla="*/ 42 w 150"/>
                <a:gd name="T65" fmla="*/ 30 h 150"/>
                <a:gd name="T66" fmla="*/ 60 w 150"/>
                <a:gd name="T67" fmla="*/ 27 h 150"/>
                <a:gd name="T68" fmla="*/ 58 w 150"/>
                <a:gd name="T69" fmla="*/ 25 h 150"/>
                <a:gd name="T70" fmla="*/ 56 w 150"/>
                <a:gd name="T71" fmla="*/ 27 h 150"/>
                <a:gd name="T72" fmla="*/ 50 w 150"/>
                <a:gd name="T73" fmla="*/ 18 h 150"/>
                <a:gd name="T74" fmla="*/ 45 w 150"/>
                <a:gd name="T75" fmla="*/ 9 h 150"/>
                <a:gd name="T76" fmla="*/ 57 w 150"/>
                <a:gd name="T77" fmla="*/ 25 h 150"/>
                <a:gd name="T78" fmla="*/ 53 w 150"/>
                <a:gd name="T79" fmla="*/ 33 h 150"/>
                <a:gd name="T80" fmla="*/ 44 w 150"/>
                <a:gd name="T81" fmla="*/ 29 h 150"/>
                <a:gd name="T82" fmla="*/ 8 w 150"/>
                <a:gd name="T83" fmla="*/ 46 h 150"/>
                <a:gd name="T84" fmla="*/ 146 w 150"/>
                <a:gd name="T85" fmla="*/ 18 h 150"/>
                <a:gd name="T86" fmla="*/ 134 w 150"/>
                <a:gd name="T87" fmla="*/ 33 h 150"/>
                <a:gd name="T88" fmla="*/ 67 w 150"/>
                <a:gd name="T89" fmla="*/ 9 h 150"/>
                <a:gd name="T90" fmla="*/ 145 w 150"/>
                <a:gd name="T91" fmla="*/ 16 h 150"/>
                <a:gd name="T92" fmla="*/ 133 w 150"/>
                <a:gd name="T93" fmla="*/ 31 h 150"/>
                <a:gd name="T94" fmla="*/ 71 w 150"/>
                <a:gd name="T95" fmla="*/ 11 h 150"/>
                <a:gd name="T96" fmla="*/ 54 w 150"/>
                <a:gd name="T97" fmla="*/ 30 h 150"/>
                <a:gd name="T98" fmla="*/ 43 w 150"/>
                <a:gd name="T99" fmla="*/ 16 h 150"/>
                <a:gd name="T100" fmla="*/ 43 w 150"/>
                <a:gd name="T101" fmla="*/ 17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50" h="150">
                  <a:moveTo>
                    <a:pt x="150" y="12"/>
                  </a:moveTo>
                  <a:cubicBezTo>
                    <a:pt x="150" y="20"/>
                    <a:pt x="143" y="32"/>
                    <a:pt x="138" y="34"/>
                  </a:cubicBezTo>
                  <a:cubicBezTo>
                    <a:pt x="120" y="43"/>
                    <a:pt x="99" y="32"/>
                    <a:pt x="81" y="22"/>
                  </a:cubicBezTo>
                  <a:cubicBezTo>
                    <a:pt x="69" y="15"/>
                    <a:pt x="57" y="9"/>
                    <a:pt x="48" y="10"/>
                  </a:cubicBezTo>
                  <a:cubicBezTo>
                    <a:pt x="50" y="12"/>
                    <a:pt x="51" y="15"/>
                    <a:pt x="52" y="17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4" y="16"/>
                    <a:pt x="56" y="16"/>
                    <a:pt x="58" y="17"/>
                  </a:cubicBezTo>
                  <a:cubicBezTo>
                    <a:pt x="61" y="19"/>
                    <a:pt x="61" y="24"/>
                    <a:pt x="61" y="27"/>
                  </a:cubicBezTo>
                  <a:cubicBezTo>
                    <a:pt x="61" y="30"/>
                    <a:pt x="61" y="33"/>
                    <a:pt x="60" y="35"/>
                  </a:cubicBezTo>
                  <a:cubicBezTo>
                    <a:pt x="60" y="35"/>
                    <a:pt x="60" y="35"/>
                    <a:pt x="60" y="35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7" y="38"/>
                    <a:pt x="52" y="39"/>
                    <a:pt x="45" y="39"/>
                  </a:cubicBezTo>
                  <a:cubicBezTo>
                    <a:pt x="45" y="39"/>
                    <a:pt x="45" y="39"/>
                    <a:pt x="45" y="39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1" y="34"/>
                    <a:pt x="40" y="26"/>
                    <a:pt x="39" y="20"/>
                  </a:cubicBezTo>
                  <a:cubicBezTo>
                    <a:pt x="39" y="18"/>
                    <a:pt x="38" y="16"/>
                    <a:pt x="38" y="14"/>
                  </a:cubicBezTo>
                  <a:cubicBezTo>
                    <a:pt x="21" y="15"/>
                    <a:pt x="11" y="27"/>
                    <a:pt x="11" y="47"/>
                  </a:cubicBezTo>
                  <a:cubicBezTo>
                    <a:pt x="11" y="52"/>
                    <a:pt x="12" y="58"/>
                    <a:pt x="14" y="63"/>
                  </a:cubicBezTo>
                  <a:cubicBezTo>
                    <a:pt x="15" y="68"/>
                    <a:pt x="18" y="72"/>
                    <a:pt x="22" y="77"/>
                  </a:cubicBezTo>
                  <a:cubicBezTo>
                    <a:pt x="26" y="82"/>
                    <a:pt x="30" y="87"/>
                    <a:pt x="32" y="93"/>
                  </a:cubicBezTo>
                  <a:cubicBezTo>
                    <a:pt x="39" y="111"/>
                    <a:pt x="36" y="130"/>
                    <a:pt x="25" y="148"/>
                  </a:cubicBezTo>
                  <a:cubicBezTo>
                    <a:pt x="23" y="150"/>
                    <a:pt x="23" y="150"/>
                    <a:pt x="23" y="150"/>
                  </a:cubicBezTo>
                  <a:cubicBezTo>
                    <a:pt x="23" y="147"/>
                    <a:pt x="23" y="147"/>
                    <a:pt x="23" y="147"/>
                  </a:cubicBezTo>
                  <a:cubicBezTo>
                    <a:pt x="24" y="144"/>
                    <a:pt x="25" y="141"/>
                    <a:pt x="26" y="137"/>
                  </a:cubicBezTo>
                  <a:cubicBezTo>
                    <a:pt x="28" y="131"/>
                    <a:pt x="31" y="123"/>
                    <a:pt x="31" y="116"/>
                  </a:cubicBezTo>
                  <a:cubicBezTo>
                    <a:pt x="31" y="112"/>
                    <a:pt x="30" y="108"/>
                    <a:pt x="29" y="105"/>
                  </a:cubicBezTo>
                  <a:cubicBezTo>
                    <a:pt x="28" y="104"/>
                    <a:pt x="26" y="104"/>
                    <a:pt x="23" y="104"/>
                  </a:cubicBezTo>
                  <a:cubicBezTo>
                    <a:pt x="22" y="104"/>
                    <a:pt x="22" y="104"/>
                    <a:pt x="22" y="104"/>
                  </a:cubicBezTo>
                  <a:cubicBezTo>
                    <a:pt x="22" y="103"/>
                    <a:pt x="22" y="103"/>
                    <a:pt x="22" y="103"/>
                  </a:cubicBezTo>
                  <a:cubicBezTo>
                    <a:pt x="22" y="101"/>
                    <a:pt x="24" y="101"/>
                    <a:pt x="26" y="101"/>
                  </a:cubicBezTo>
                  <a:cubicBezTo>
                    <a:pt x="26" y="101"/>
                    <a:pt x="26" y="101"/>
                    <a:pt x="26" y="101"/>
                  </a:cubicBezTo>
                  <a:cubicBezTo>
                    <a:pt x="25" y="97"/>
                    <a:pt x="21" y="93"/>
                    <a:pt x="17" y="88"/>
                  </a:cubicBezTo>
                  <a:cubicBezTo>
                    <a:pt x="10" y="81"/>
                    <a:pt x="2" y="72"/>
                    <a:pt x="1" y="61"/>
                  </a:cubicBezTo>
                  <a:cubicBezTo>
                    <a:pt x="0" y="58"/>
                    <a:pt x="0" y="55"/>
                    <a:pt x="0" y="52"/>
                  </a:cubicBezTo>
                  <a:cubicBezTo>
                    <a:pt x="0" y="37"/>
                    <a:pt x="5" y="24"/>
                    <a:pt x="13" y="17"/>
                  </a:cubicBezTo>
                  <a:cubicBezTo>
                    <a:pt x="20" y="11"/>
                    <a:pt x="28" y="9"/>
                    <a:pt x="38" y="10"/>
                  </a:cubicBezTo>
                  <a:cubicBezTo>
                    <a:pt x="40" y="10"/>
                    <a:pt x="41" y="9"/>
                    <a:pt x="43" y="7"/>
                  </a:cubicBezTo>
                  <a:cubicBezTo>
                    <a:pt x="44" y="6"/>
                    <a:pt x="46" y="5"/>
                    <a:pt x="48" y="4"/>
                  </a:cubicBezTo>
                  <a:cubicBezTo>
                    <a:pt x="62" y="3"/>
                    <a:pt x="77" y="9"/>
                    <a:pt x="91" y="16"/>
                  </a:cubicBezTo>
                  <a:cubicBezTo>
                    <a:pt x="113" y="25"/>
                    <a:pt x="131" y="33"/>
                    <a:pt x="141" y="13"/>
                  </a:cubicBezTo>
                  <a:cubicBezTo>
                    <a:pt x="142" y="12"/>
                    <a:pt x="142" y="11"/>
                    <a:pt x="142" y="10"/>
                  </a:cubicBezTo>
                  <a:cubicBezTo>
                    <a:pt x="142" y="7"/>
                    <a:pt x="140" y="4"/>
                    <a:pt x="139" y="2"/>
                  </a:cubicBezTo>
                  <a:cubicBezTo>
                    <a:pt x="138" y="0"/>
                    <a:pt x="138" y="0"/>
                    <a:pt x="138" y="0"/>
                  </a:cubicBezTo>
                  <a:cubicBezTo>
                    <a:pt x="139" y="0"/>
                    <a:pt x="139" y="0"/>
                    <a:pt x="139" y="0"/>
                  </a:cubicBezTo>
                  <a:cubicBezTo>
                    <a:pt x="146" y="1"/>
                    <a:pt x="150" y="5"/>
                    <a:pt x="150" y="12"/>
                  </a:cubicBezTo>
                  <a:close/>
                  <a:moveTo>
                    <a:pt x="45" y="9"/>
                  </a:moveTo>
                  <a:cubicBezTo>
                    <a:pt x="47" y="9"/>
                    <a:pt x="47" y="9"/>
                    <a:pt x="47" y="9"/>
                  </a:cubicBezTo>
                  <a:cubicBezTo>
                    <a:pt x="56" y="7"/>
                    <a:pt x="68" y="13"/>
                    <a:pt x="82" y="20"/>
                  </a:cubicBezTo>
                  <a:cubicBezTo>
                    <a:pt x="100" y="30"/>
                    <a:pt x="120" y="41"/>
                    <a:pt x="138" y="33"/>
                  </a:cubicBezTo>
                  <a:cubicBezTo>
                    <a:pt x="142" y="31"/>
                    <a:pt x="148" y="20"/>
                    <a:pt x="148" y="12"/>
                  </a:cubicBezTo>
                  <a:cubicBezTo>
                    <a:pt x="148" y="8"/>
                    <a:pt x="147" y="3"/>
                    <a:pt x="141" y="2"/>
                  </a:cubicBezTo>
                  <a:cubicBezTo>
                    <a:pt x="142" y="4"/>
                    <a:pt x="143" y="7"/>
                    <a:pt x="143" y="10"/>
                  </a:cubicBezTo>
                  <a:cubicBezTo>
                    <a:pt x="143" y="11"/>
                    <a:pt x="143" y="13"/>
                    <a:pt x="143" y="14"/>
                  </a:cubicBezTo>
                  <a:cubicBezTo>
                    <a:pt x="143" y="14"/>
                    <a:pt x="143" y="14"/>
                    <a:pt x="143" y="14"/>
                  </a:cubicBezTo>
                  <a:cubicBezTo>
                    <a:pt x="132" y="35"/>
                    <a:pt x="112" y="26"/>
                    <a:pt x="91" y="17"/>
                  </a:cubicBezTo>
                  <a:cubicBezTo>
                    <a:pt x="76" y="11"/>
                    <a:pt x="62" y="5"/>
                    <a:pt x="48" y="6"/>
                  </a:cubicBezTo>
                  <a:cubicBezTo>
                    <a:pt x="46" y="6"/>
                    <a:pt x="45" y="7"/>
                    <a:pt x="44" y="9"/>
                  </a:cubicBezTo>
                  <a:cubicBezTo>
                    <a:pt x="42" y="10"/>
                    <a:pt x="41" y="11"/>
                    <a:pt x="39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29" y="10"/>
                    <a:pt x="20" y="13"/>
                    <a:pt x="14" y="18"/>
                  </a:cubicBezTo>
                  <a:cubicBezTo>
                    <a:pt x="6" y="25"/>
                    <a:pt x="2" y="37"/>
                    <a:pt x="2" y="52"/>
                  </a:cubicBezTo>
                  <a:cubicBezTo>
                    <a:pt x="2" y="55"/>
                    <a:pt x="2" y="58"/>
                    <a:pt x="2" y="60"/>
                  </a:cubicBezTo>
                  <a:cubicBezTo>
                    <a:pt x="4" y="72"/>
                    <a:pt x="11" y="80"/>
                    <a:pt x="18" y="87"/>
                  </a:cubicBezTo>
                  <a:cubicBezTo>
                    <a:pt x="23" y="92"/>
                    <a:pt x="27" y="97"/>
                    <a:pt x="28" y="102"/>
                  </a:cubicBezTo>
                  <a:cubicBezTo>
                    <a:pt x="28" y="102"/>
                    <a:pt x="28" y="102"/>
                    <a:pt x="28" y="102"/>
                  </a:cubicBezTo>
                  <a:cubicBezTo>
                    <a:pt x="27" y="102"/>
                    <a:pt x="27" y="102"/>
                    <a:pt x="27" y="102"/>
                  </a:cubicBezTo>
                  <a:cubicBezTo>
                    <a:pt x="27" y="102"/>
                    <a:pt x="27" y="102"/>
                    <a:pt x="27" y="102"/>
                  </a:cubicBezTo>
                  <a:cubicBezTo>
                    <a:pt x="28" y="103"/>
                    <a:pt x="29" y="103"/>
                    <a:pt x="30" y="104"/>
                  </a:cubicBezTo>
                  <a:cubicBezTo>
                    <a:pt x="31" y="104"/>
                    <a:pt x="31" y="104"/>
                    <a:pt x="31" y="104"/>
                  </a:cubicBezTo>
                  <a:cubicBezTo>
                    <a:pt x="31" y="104"/>
                    <a:pt x="31" y="104"/>
                    <a:pt x="31" y="104"/>
                  </a:cubicBezTo>
                  <a:cubicBezTo>
                    <a:pt x="32" y="108"/>
                    <a:pt x="32" y="112"/>
                    <a:pt x="32" y="116"/>
                  </a:cubicBezTo>
                  <a:cubicBezTo>
                    <a:pt x="32" y="124"/>
                    <a:pt x="30" y="131"/>
                    <a:pt x="28" y="138"/>
                  </a:cubicBezTo>
                  <a:cubicBezTo>
                    <a:pt x="27" y="140"/>
                    <a:pt x="26" y="141"/>
                    <a:pt x="26" y="143"/>
                  </a:cubicBezTo>
                  <a:cubicBezTo>
                    <a:pt x="35" y="127"/>
                    <a:pt x="37" y="110"/>
                    <a:pt x="31" y="93"/>
                  </a:cubicBezTo>
                  <a:cubicBezTo>
                    <a:pt x="28" y="88"/>
                    <a:pt x="25" y="83"/>
                    <a:pt x="21" y="78"/>
                  </a:cubicBezTo>
                  <a:cubicBezTo>
                    <a:pt x="17" y="73"/>
                    <a:pt x="14" y="69"/>
                    <a:pt x="12" y="64"/>
                  </a:cubicBezTo>
                  <a:cubicBezTo>
                    <a:pt x="12" y="63"/>
                    <a:pt x="12" y="62"/>
                    <a:pt x="11" y="61"/>
                  </a:cubicBezTo>
                  <a:cubicBezTo>
                    <a:pt x="13" y="71"/>
                    <a:pt x="17" y="79"/>
                    <a:pt x="23" y="84"/>
                  </a:cubicBezTo>
                  <a:cubicBezTo>
                    <a:pt x="26" y="86"/>
                    <a:pt x="26" y="86"/>
                    <a:pt x="26" y="86"/>
                  </a:cubicBezTo>
                  <a:cubicBezTo>
                    <a:pt x="23" y="85"/>
                    <a:pt x="23" y="85"/>
                    <a:pt x="23" y="85"/>
                  </a:cubicBezTo>
                  <a:cubicBezTo>
                    <a:pt x="10" y="82"/>
                    <a:pt x="4" y="64"/>
                    <a:pt x="4" y="49"/>
                  </a:cubicBezTo>
                  <a:cubicBezTo>
                    <a:pt x="4" y="34"/>
                    <a:pt x="9" y="21"/>
                    <a:pt x="18" y="16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5" y="21"/>
                    <a:pt x="12" y="28"/>
                    <a:pt x="10" y="37"/>
                  </a:cubicBezTo>
                  <a:cubicBezTo>
                    <a:pt x="13" y="22"/>
                    <a:pt x="23" y="14"/>
                    <a:pt x="38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40" y="15"/>
                    <a:pt x="40" y="18"/>
                    <a:pt x="40" y="20"/>
                  </a:cubicBezTo>
                  <a:cubicBezTo>
                    <a:pt x="41" y="23"/>
                    <a:pt x="41" y="26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3" y="28"/>
                    <a:pt x="44" y="27"/>
                    <a:pt x="44" y="27"/>
                  </a:cubicBezTo>
                  <a:cubicBezTo>
                    <a:pt x="46" y="27"/>
                    <a:pt x="47" y="28"/>
                    <a:pt x="48" y="29"/>
                  </a:cubicBezTo>
                  <a:cubicBezTo>
                    <a:pt x="50" y="31"/>
                    <a:pt x="52" y="32"/>
                    <a:pt x="54" y="31"/>
                  </a:cubicBezTo>
                  <a:cubicBezTo>
                    <a:pt x="55" y="31"/>
                    <a:pt x="55" y="31"/>
                    <a:pt x="55" y="31"/>
                  </a:cubicBezTo>
                  <a:cubicBezTo>
                    <a:pt x="55" y="32"/>
                    <a:pt x="55" y="32"/>
                    <a:pt x="55" y="32"/>
                  </a:cubicBezTo>
                  <a:cubicBezTo>
                    <a:pt x="54" y="35"/>
                    <a:pt x="53" y="36"/>
                    <a:pt x="52" y="37"/>
                  </a:cubicBezTo>
                  <a:cubicBezTo>
                    <a:pt x="48" y="38"/>
                    <a:pt x="43" y="32"/>
                    <a:pt x="42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3" y="33"/>
                    <a:pt x="44" y="35"/>
                    <a:pt x="46" y="37"/>
                  </a:cubicBezTo>
                  <a:cubicBezTo>
                    <a:pt x="52" y="38"/>
                    <a:pt x="56" y="37"/>
                    <a:pt x="59" y="35"/>
                  </a:cubicBezTo>
                  <a:cubicBezTo>
                    <a:pt x="60" y="32"/>
                    <a:pt x="60" y="30"/>
                    <a:pt x="60" y="27"/>
                  </a:cubicBezTo>
                  <a:cubicBezTo>
                    <a:pt x="60" y="23"/>
                    <a:pt x="59" y="20"/>
                    <a:pt x="57" y="18"/>
                  </a:cubicBezTo>
                  <a:cubicBezTo>
                    <a:pt x="56" y="18"/>
                    <a:pt x="55" y="18"/>
                    <a:pt x="53" y="18"/>
                  </a:cubicBezTo>
                  <a:cubicBezTo>
                    <a:pt x="56" y="19"/>
                    <a:pt x="58" y="22"/>
                    <a:pt x="58" y="25"/>
                  </a:cubicBezTo>
                  <a:cubicBezTo>
                    <a:pt x="58" y="26"/>
                    <a:pt x="58" y="26"/>
                    <a:pt x="57" y="27"/>
                  </a:cubicBezTo>
                  <a:cubicBezTo>
                    <a:pt x="57" y="27"/>
                    <a:pt x="57" y="27"/>
                    <a:pt x="57" y="27"/>
                  </a:cubicBezTo>
                  <a:cubicBezTo>
                    <a:pt x="56" y="27"/>
                    <a:pt x="56" y="27"/>
                    <a:pt x="56" y="27"/>
                  </a:cubicBezTo>
                  <a:cubicBezTo>
                    <a:pt x="53" y="24"/>
                    <a:pt x="52" y="21"/>
                    <a:pt x="51" y="19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50" y="18"/>
                    <a:pt x="50" y="18"/>
                    <a:pt x="50" y="18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49" y="15"/>
                    <a:pt x="49" y="12"/>
                    <a:pt x="46" y="10"/>
                  </a:cubicBezTo>
                  <a:lnTo>
                    <a:pt x="45" y="9"/>
                  </a:lnTo>
                  <a:close/>
                  <a:moveTo>
                    <a:pt x="57" y="25"/>
                  </a:moveTo>
                  <a:cubicBezTo>
                    <a:pt x="57" y="24"/>
                    <a:pt x="55" y="21"/>
                    <a:pt x="53" y="19"/>
                  </a:cubicBezTo>
                  <a:cubicBezTo>
                    <a:pt x="53" y="21"/>
                    <a:pt x="54" y="23"/>
                    <a:pt x="57" y="25"/>
                  </a:cubicBezTo>
                  <a:close/>
                  <a:moveTo>
                    <a:pt x="44" y="29"/>
                  </a:moveTo>
                  <a:cubicBezTo>
                    <a:pt x="45" y="32"/>
                    <a:pt x="49" y="36"/>
                    <a:pt x="51" y="35"/>
                  </a:cubicBezTo>
                  <a:cubicBezTo>
                    <a:pt x="52" y="35"/>
                    <a:pt x="53" y="34"/>
                    <a:pt x="53" y="33"/>
                  </a:cubicBezTo>
                  <a:cubicBezTo>
                    <a:pt x="51" y="33"/>
                    <a:pt x="49" y="32"/>
                    <a:pt x="47" y="30"/>
                  </a:cubicBezTo>
                  <a:cubicBezTo>
                    <a:pt x="46" y="30"/>
                    <a:pt x="45" y="29"/>
                    <a:pt x="45" y="29"/>
                  </a:cubicBezTo>
                  <a:cubicBezTo>
                    <a:pt x="44" y="29"/>
                    <a:pt x="44" y="29"/>
                    <a:pt x="44" y="29"/>
                  </a:cubicBezTo>
                  <a:close/>
                  <a:moveTo>
                    <a:pt x="5" y="49"/>
                  </a:moveTo>
                  <a:cubicBezTo>
                    <a:pt x="5" y="62"/>
                    <a:pt x="10" y="77"/>
                    <a:pt x="19" y="82"/>
                  </a:cubicBezTo>
                  <a:cubicBezTo>
                    <a:pt x="12" y="74"/>
                    <a:pt x="8" y="58"/>
                    <a:pt x="8" y="46"/>
                  </a:cubicBezTo>
                  <a:cubicBezTo>
                    <a:pt x="8" y="36"/>
                    <a:pt x="10" y="28"/>
                    <a:pt x="13" y="22"/>
                  </a:cubicBezTo>
                  <a:cubicBezTo>
                    <a:pt x="8" y="29"/>
                    <a:pt x="5" y="38"/>
                    <a:pt x="5" y="49"/>
                  </a:cubicBezTo>
                  <a:close/>
                  <a:moveTo>
                    <a:pt x="146" y="18"/>
                  </a:moveTo>
                  <a:cubicBezTo>
                    <a:pt x="146" y="18"/>
                    <a:pt x="146" y="18"/>
                    <a:pt x="146" y="18"/>
                  </a:cubicBezTo>
                  <a:cubicBezTo>
                    <a:pt x="146" y="21"/>
                    <a:pt x="139" y="31"/>
                    <a:pt x="134" y="33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03" y="35"/>
                    <a:pt x="85" y="24"/>
                    <a:pt x="66" y="10"/>
                  </a:cubicBezTo>
                  <a:cubicBezTo>
                    <a:pt x="63" y="8"/>
                    <a:pt x="63" y="8"/>
                    <a:pt x="63" y="8"/>
                  </a:cubicBezTo>
                  <a:cubicBezTo>
                    <a:pt x="67" y="9"/>
                    <a:pt x="67" y="9"/>
                    <a:pt x="67" y="9"/>
                  </a:cubicBezTo>
                  <a:cubicBezTo>
                    <a:pt x="73" y="10"/>
                    <a:pt x="80" y="13"/>
                    <a:pt x="88" y="17"/>
                  </a:cubicBezTo>
                  <a:cubicBezTo>
                    <a:pt x="108" y="26"/>
                    <a:pt x="131" y="36"/>
                    <a:pt x="144" y="16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6" y="16"/>
                    <a:pt x="146" y="16"/>
                    <a:pt x="146" y="18"/>
                  </a:cubicBezTo>
                  <a:close/>
                  <a:moveTo>
                    <a:pt x="133" y="31"/>
                  </a:moveTo>
                  <a:cubicBezTo>
                    <a:pt x="138" y="29"/>
                    <a:pt x="144" y="21"/>
                    <a:pt x="145" y="18"/>
                  </a:cubicBezTo>
                  <a:cubicBezTo>
                    <a:pt x="131" y="37"/>
                    <a:pt x="108" y="27"/>
                    <a:pt x="87" y="18"/>
                  </a:cubicBezTo>
                  <a:cubicBezTo>
                    <a:pt x="81" y="15"/>
                    <a:pt x="76" y="13"/>
                    <a:pt x="71" y="11"/>
                  </a:cubicBezTo>
                  <a:cubicBezTo>
                    <a:pt x="88" y="23"/>
                    <a:pt x="105" y="33"/>
                    <a:pt x="133" y="31"/>
                  </a:cubicBezTo>
                  <a:close/>
                  <a:moveTo>
                    <a:pt x="55" y="30"/>
                  </a:moveTo>
                  <a:cubicBezTo>
                    <a:pt x="54" y="30"/>
                    <a:pt x="54" y="30"/>
                    <a:pt x="54" y="30"/>
                  </a:cubicBezTo>
                  <a:cubicBezTo>
                    <a:pt x="47" y="29"/>
                    <a:pt x="42" y="25"/>
                    <a:pt x="42" y="17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3" y="16"/>
                    <a:pt x="43" y="16"/>
                    <a:pt x="43" y="16"/>
                  </a:cubicBezTo>
                  <a:cubicBezTo>
                    <a:pt x="50" y="17"/>
                    <a:pt x="53" y="23"/>
                    <a:pt x="55" y="29"/>
                  </a:cubicBezTo>
                  <a:lnTo>
                    <a:pt x="55" y="30"/>
                  </a:lnTo>
                  <a:close/>
                  <a:moveTo>
                    <a:pt x="43" y="17"/>
                  </a:moveTo>
                  <a:cubicBezTo>
                    <a:pt x="44" y="24"/>
                    <a:pt x="47" y="27"/>
                    <a:pt x="53" y="28"/>
                  </a:cubicBezTo>
                  <a:cubicBezTo>
                    <a:pt x="51" y="23"/>
                    <a:pt x="49" y="19"/>
                    <a:pt x="43" y="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8" name="Freeform 49"/>
            <p:cNvSpPr>
              <a:spLocks noEditPoints="1"/>
            </p:cNvSpPr>
            <p:nvPr/>
          </p:nvSpPr>
          <p:spPr bwMode="auto">
            <a:xfrm>
              <a:off x="4162425" y="3344863"/>
              <a:ext cx="334963" cy="328613"/>
            </a:xfrm>
            <a:custGeom>
              <a:avLst/>
              <a:gdLst>
                <a:gd name="T0" fmla="*/ 61 w 149"/>
                <a:gd name="T1" fmla="*/ 17 h 146"/>
                <a:gd name="T2" fmla="*/ 70 w 149"/>
                <a:gd name="T3" fmla="*/ 13 h 146"/>
                <a:gd name="T4" fmla="*/ 67 w 149"/>
                <a:gd name="T5" fmla="*/ 22 h 146"/>
                <a:gd name="T6" fmla="*/ 71 w 149"/>
                <a:gd name="T7" fmla="*/ 8 h 146"/>
                <a:gd name="T8" fmla="*/ 77 w 149"/>
                <a:gd name="T9" fmla="*/ 20 h 146"/>
                <a:gd name="T10" fmla="*/ 146 w 149"/>
                <a:gd name="T11" fmla="*/ 39 h 146"/>
                <a:gd name="T12" fmla="*/ 125 w 149"/>
                <a:gd name="T13" fmla="*/ 103 h 146"/>
                <a:gd name="T14" fmla="*/ 146 w 149"/>
                <a:gd name="T15" fmla="*/ 99 h 146"/>
                <a:gd name="T16" fmla="*/ 148 w 149"/>
                <a:gd name="T17" fmla="*/ 120 h 146"/>
                <a:gd name="T18" fmla="*/ 129 w 149"/>
                <a:gd name="T19" fmla="*/ 119 h 146"/>
                <a:gd name="T20" fmla="*/ 141 w 149"/>
                <a:gd name="T21" fmla="*/ 143 h 146"/>
                <a:gd name="T22" fmla="*/ 124 w 149"/>
                <a:gd name="T23" fmla="*/ 108 h 146"/>
                <a:gd name="T24" fmla="*/ 121 w 149"/>
                <a:gd name="T25" fmla="*/ 76 h 146"/>
                <a:gd name="T26" fmla="*/ 132 w 149"/>
                <a:gd name="T27" fmla="*/ 18 h 146"/>
                <a:gd name="T28" fmla="*/ 46 w 149"/>
                <a:gd name="T29" fmla="*/ 31 h 146"/>
                <a:gd name="T30" fmla="*/ 0 w 149"/>
                <a:gd name="T31" fmla="*/ 27 h 146"/>
                <a:gd name="T32" fmla="*/ 60 w 149"/>
                <a:gd name="T33" fmla="*/ 24 h 146"/>
                <a:gd name="T34" fmla="*/ 58 w 149"/>
                <a:gd name="T35" fmla="*/ 11 h 146"/>
                <a:gd name="T36" fmla="*/ 68 w 149"/>
                <a:gd name="T37" fmla="*/ 8 h 146"/>
                <a:gd name="T38" fmla="*/ 61 w 149"/>
                <a:gd name="T39" fmla="*/ 17 h 146"/>
                <a:gd name="T40" fmla="*/ 58 w 149"/>
                <a:gd name="T41" fmla="*/ 27 h 146"/>
                <a:gd name="T42" fmla="*/ 31 w 149"/>
                <a:gd name="T43" fmla="*/ 25 h 146"/>
                <a:gd name="T44" fmla="*/ 58 w 149"/>
                <a:gd name="T45" fmla="*/ 27 h 146"/>
                <a:gd name="T46" fmla="*/ 101 w 149"/>
                <a:gd name="T47" fmla="*/ 11 h 146"/>
                <a:gd name="T48" fmla="*/ 88 w 149"/>
                <a:gd name="T49" fmla="*/ 20 h 146"/>
                <a:gd name="T50" fmla="*/ 101 w 149"/>
                <a:gd name="T51" fmla="*/ 11 h 146"/>
                <a:gd name="T52" fmla="*/ 142 w 149"/>
                <a:gd name="T53" fmla="*/ 32 h 146"/>
                <a:gd name="T54" fmla="*/ 141 w 149"/>
                <a:gd name="T55" fmla="*/ 34 h 146"/>
                <a:gd name="T56" fmla="*/ 122 w 149"/>
                <a:gd name="T57" fmla="*/ 95 h 146"/>
                <a:gd name="T58" fmla="*/ 142 w 149"/>
                <a:gd name="T59" fmla="*/ 32 h 146"/>
                <a:gd name="T60" fmla="*/ 145 w 149"/>
                <a:gd name="T61" fmla="*/ 119 h 146"/>
                <a:gd name="T62" fmla="*/ 142 w 149"/>
                <a:gd name="T63" fmla="*/ 106 h 146"/>
                <a:gd name="T64" fmla="*/ 132 w 149"/>
                <a:gd name="T65" fmla="*/ 106 h 146"/>
                <a:gd name="T66" fmla="*/ 145 w 149"/>
                <a:gd name="T67" fmla="*/ 119 h 146"/>
                <a:gd name="T68" fmla="*/ 146 w 149"/>
                <a:gd name="T69" fmla="*/ 103 h 146"/>
                <a:gd name="T70" fmla="*/ 134 w 149"/>
                <a:gd name="T71" fmla="*/ 103 h 146"/>
                <a:gd name="T72" fmla="*/ 146 w 149"/>
                <a:gd name="T73" fmla="*/ 103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49" h="146">
                  <a:moveTo>
                    <a:pt x="61" y="17"/>
                  </a:moveTo>
                  <a:cubicBezTo>
                    <a:pt x="64" y="17"/>
                    <a:pt x="67" y="9"/>
                    <a:pt x="70" y="13"/>
                  </a:cubicBezTo>
                  <a:cubicBezTo>
                    <a:pt x="68" y="15"/>
                    <a:pt x="65" y="17"/>
                    <a:pt x="67" y="22"/>
                  </a:cubicBezTo>
                  <a:cubicBezTo>
                    <a:pt x="78" y="22"/>
                    <a:pt x="72" y="11"/>
                    <a:pt x="71" y="8"/>
                  </a:cubicBezTo>
                  <a:cubicBezTo>
                    <a:pt x="75" y="4"/>
                    <a:pt x="81" y="15"/>
                    <a:pt x="77" y="20"/>
                  </a:cubicBezTo>
                  <a:cubicBezTo>
                    <a:pt x="103" y="0"/>
                    <a:pt x="144" y="7"/>
                    <a:pt x="146" y="39"/>
                  </a:cubicBezTo>
                  <a:cubicBezTo>
                    <a:pt x="148" y="63"/>
                    <a:pt x="123" y="79"/>
                    <a:pt x="125" y="103"/>
                  </a:cubicBezTo>
                  <a:cubicBezTo>
                    <a:pt x="130" y="105"/>
                    <a:pt x="138" y="94"/>
                    <a:pt x="146" y="99"/>
                  </a:cubicBezTo>
                  <a:cubicBezTo>
                    <a:pt x="149" y="104"/>
                    <a:pt x="147" y="114"/>
                    <a:pt x="148" y="120"/>
                  </a:cubicBezTo>
                  <a:cubicBezTo>
                    <a:pt x="142" y="125"/>
                    <a:pt x="135" y="122"/>
                    <a:pt x="129" y="119"/>
                  </a:cubicBezTo>
                  <a:cubicBezTo>
                    <a:pt x="129" y="131"/>
                    <a:pt x="129" y="143"/>
                    <a:pt x="141" y="143"/>
                  </a:cubicBezTo>
                  <a:cubicBezTo>
                    <a:pt x="120" y="146"/>
                    <a:pt x="125" y="125"/>
                    <a:pt x="124" y="108"/>
                  </a:cubicBezTo>
                  <a:cubicBezTo>
                    <a:pt x="123" y="95"/>
                    <a:pt x="118" y="88"/>
                    <a:pt x="121" y="76"/>
                  </a:cubicBezTo>
                  <a:cubicBezTo>
                    <a:pt x="125" y="57"/>
                    <a:pt x="149" y="40"/>
                    <a:pt x="132" y="18"/>
                  </a:cubicBezTo>
                  <a:cubicBezTo>
                    <a:pt x="101" y="5"/>
                    <a:pt x="76" y="33"/>
                    <a:pt x="46" y="31"/>
                  </a:cubicBezTo>
                  <a:cubicBezTo>
                    <a:pt x="31" y="30"/>
                    <a:pt x="16" y="16"/>
                    <a:pt x="0" y="27"/>
                  </a:cubicBezTo>
                  <a:cubicBezTo>
                    <a:pt x="14" y="12"/>
                    <a:pt x="37" y="23"/>
                    <a:pt x="60" y="24"/>
                  </a:cubicBezTo>
                  <a:cubicBezTo>
                    <a:pt x="62" y="22"/>
                    <a:pt x="58" y="15"/>
                    <a:pt x="58" y="11"/>
                  </a:cubicBezTo>
                  <a:cubicBezTo>
                    <a:pt x="61" y="10"/>
                    <a:pt x="64" y="4"/>
                    <a:pt x="68" y="8"/>
                  </a:cubicBezTo>
                  <a:cubicBezTo>
                    <a:pt x="67" y="9"/>
                    <a:pt x="59" y="9"/>
                    <a:pt x="61" y="17"/>
                  </a:cubicBezTo>
                  <a:close/>
                  <a:moveTo>
                    <a:pt x="58" y="27"/>
                  </a:moveTo>
                  <a:cubicBezTo>
                    <a:pt x="49" y="25"/>
                    <a:pt x="41" y="22"/>
                    <a:pt x="31" y="25"/>
                  </a:cubicBezTo>
                  <a:cubicBezTo>
                    <a:pt x="41" y="26"/>
                    <a:pt x="49" y="32"/>
                    <a:pt x="58" y="27"/>
                  </a:cubicBezTo>
                  <a:close/>
                  <a:moveTo>
                    <a:pt x="101" y="11"/>
                  </a:moveTo>
                  <a:cubicBezTo>
                    <a:pt x="98" y="14"/>
                    <a:pt x="85" y="15"/>
                    <a:pt x="88" y="20"/>
                  </a:cubicBezTo>
                  <a:cubicBezTo>
                    <a:pt x="90" y="15"/>
                    <a:pt x="104" y="16"/>
                    <a:pt x="101" y="11"/>
                  </a:cubicBezTo>
                  <a:close/>
                  <a:moveTo>
                    <a:pt x="142" y="32"/>
                  </a:moveTo>
                  <a:cubicBezTo>
                    <a:pt x="140" y="29"/>
                    <a:pt x="138" y="30"/>
                    <a:pt x="141" y="34"/>
                  </a:cubicBezTo>
                  <a:cubicBezTo>
                    <a:pt x="139" y="59"/>
                    <a:pt x="121" y="67"/>
                    <a:pt x="122" y="95"/>
                  </a:cubicBezTo>
                  <a:cubicBezTo>
                    <a:pt x="127" y="73"/>
                    <a:pt x="146" y="59"/>
                    <a:pt x="142" y="32"/>
                  </a:cubicBezTo>
                  <a:close/>
                  <a:moveTo>
                    <a:pt x="145" y="119"/>
                  </a:moveTo>
                  <a:cubicBezTo>
                    <a:pt x="145" y="113"/>
                    <a:pt x="145" y="109"/>
                    <a:pt x="142" y="106"/>
                  </a:cubicBezTo>
                  <a:cubicBezTo>
                    <a:pt x="139" y="106"/>
                    <a:pt x="135" y="106"/>
                    <a:pt x="132" y="106"/>
                  </a:cubicBezTo>
                  <a:cubicBezTo>
                    <a:pt x="126" y="113"/>
                    <a:pt x="134" y="121"/>
                    <a:pt x="145" y="119"/>
                  </a:cubicBezTo>
                  <a:close/>
                  <a:moveTo>
                    <a:pt x="146" y="103"/>
                  </a:moveTo>
                  <a:cubicBezTo>
                    <a:pt x="142" y="100"/>
                    <a:pt x="137" y="100"/>
                    <a:pt x="134" y="103"/>
                  </a:cubicBezTo>
                  <a:cubicBezTo>
                    <a:pt x="139" y="101"/>
                    <a:pt x="144" y="107"/>
                    <a:pt x="146" y="10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9" name="Freeform 50"/>
            <p:cNvSpPr>
              <a:spLocks noEditPoints="1"/>
            </p:cNvSpPr>
            <p:nvPr/>
          </p:nvSpPr>
          <p:spPr bwMode="auto">
            <a:xfrm>
              <a:off x="4162425" y="3359150"/>
              <a:ext cx="334963" cy="309563"/>
            </a:xfrm>
            <a:custGeom>
              <a:avLst/>
              <a:gdLst>
                <a:gd name="T0" fmla="*/ 69 w 149"/>
                <a:gd name="T1" fmla="*/ 3 h 138"/>
                <a:gd name="T2" fmla="*/ 64 w 149"/>
                <a:gd name="T3" fmla="*/ 7 h 138"/>
                <a:gd name="T4" fmla="*/ 70 w 149"/>
                <a:gd name="T5" fmla="*/ 7 h 138"/>
                <a:gd name="T6" fmla="*/ 70 w 149"/>
                <a:gd name="T7" fmla="*/ 3 h 138"/>
                <a:gd name="T8" fmla="*/ 73 w 149"/>
                <a:gd name="T9" fmla="*/ 1 h 138"/>
                <a:gd name="T10" fmla="*/ 147 w 149"/>
                <a:gd name="T11" fmla="*/ 33 h 138"/>
                <a:gd name="T12" fmla="*/ 142 w 149"/>
                <a:gd name="T13" fmla="*/ 91 h 138"/>
                <a:gd name="T14" fmla="*/ 149 w 149"/>
                <a:gd name="T15" fmla="*/ 114 h 138"/>
                <a:gd name="T16" fmla="*/ 130 w 149"/>
                <a:gd name="T17" fmla="*/ 114 h 138"/>
                <a:gd name="T18" fmla="*/ 137 w 149"/>
                <a:gd name="T19" fmla="*/ 138 h 138"/>
                <a:gd name="T20" fmla="*/ 122 w 149"/>
                <a:gd name="T21" fmla="*/ 94 h 138"/>
                <a:gd name="T22" fmla="*/ 129 w 149"/>
                <a:gd name="T23" fmla="*/ 51 h 138"/>
                <a:gd name="T24" fmla="*/ 49 w 149"/>
                <a:gd name="T25" fmla="*/ 26 h 138"/>
                <a:gd name="T26" fmla="*/ 1 w 149"/>
                <a:gd name="T27" fmla="*/ 21 h 138"/>
                <a:gd name="T28" fmla="*/ 39 w 149"/>
                <a:gd name="T29" fmla="*/ 15 h 138"/>
                <a:gd name="T30" fmla="*/ 58 w 149"/>
                <a:gd name="T31" fmla="*/ 5 h 138"/>
                <a:gd name="T32" fmla="*/ 67 w 149"/>
                <a:gd name="T33" fmla="*/ 2 h 138"/>
                <a:gd name="T34" fmla="*/ 60 w 149"/>
                <a:gd name="T35" fmla="*/ 10 h 138"/>
                <a:gd name="T36" fmla="*/ 77 w 149"/>
                <a:gd name="T37" fmla="*/ 14 h 138"/>
                <a:gd name="T38" fmla="*/ 73 w 149"/>
                <a:gd name="T39" fmla="*/ 15 h 138"/>
                <a:gd name="T40" fmla="*/ 68 w 149"/>
                <a:gd name="T41" fmla="*/ 8 h 138"/>
                <a:gd name="T42" fmla="*/ 61 w 149"/>
                <a:gd name="T43" fmla="*/ 12 h 138"/>
                <a:gd name="T44" fmla="*/ 60 w 149"/>
                <a:gd name="T45" fmla="*/ 19 h 138"/>
                <a:gd name="T46" fmla="*/ 7 w 149"/>
                <a:gd name="T47" fmla="*/ 17 h 138"/>
                <a:gd name="T48" fmla="*/ 40 w 149"/>
                <a:gd name="T49" fmla="*/ 17 h 138"/>
                <a:gd name="T50" fmla="*/ 60 w 149"/>
                <a:gd name="T51" fmla="*/ 20 h 138"/>
                <a:gd name="T52" fmla="*/ 31 w 149"/>
                <a:gd name="T53" fmla="*/ 20 h 138"/>
                <a:gd name="T54" fmla="*/ 49 w 149"/>
                <a:gd name="T55" fmla="*/ 24 h 138"/>
                <a:gd name="T56" fmla="*/ 87 w 149"/>
                <a:gd name="T57" fmla="*/ 12 h 138"/>
                <a:gd name="T58" fmla="*/ 77 w 149"/>
                <a:gd name="T59" fmla="*/ 14 h 138"/>
                <a:gd name="T60" fmla="*/ 124 w 149"/>
                <a:gd name="T61" fmla="*/ 97 h 138"/>
                <a:gd name="T62" fmla="*/ 101 w 149"/>
                <a:gd name="T63" fmla="*/ 4 h 138"/>
                <a:gd name="T64" fmla="*/ 89 w 149"/>
                <a:gd name="T65" fmla="*/ 14 h 138"/>
                <a:gd name="T66" fmla="*/ 133 w 149"/>
                <a:gd name="T67" fmla="*/ 12 h 138"/>
                <a:gd name="T68" fmla="*/ 131 w 149"/>
                <a:gd name="T69" fmla="*/ 55 h 138"/>
                <a:gd name="T70" fmla="*/ 140 w 149"/>
                <a:gd name="T71" fmla="*/ 24 h 138"/>
                <a:gd name="T72" fmla="*/ 123 w 149"/>
                <a:gd name="T73" fmla="*/ 89 h 138"/>
                <a:gd name="T74" fmla="*/ 135 w 149"/>
                <a:gd name="T75" fmla="*/ 137 h 138"/>
                <a:gd name="T76" fmla="*/ 141 w 149"/>
                <a:gd name="T77" fmla="*/ 116 h 138"/>
                <a:gd name="T78" fmla="*/ 147 w 149"/>
                <a:gd name="T79" fmla="*/ 98 h 138"/>
                <a:gd name="T80" fmla="*/ 131 w 149"/>
                <a:gd name="T81" fmla="*/ 99 h 138"/>
                <a:gd name="T82" fmla="*/ 146 w 149"/>
                <a:gd name="T83" fmla="*/ 94 h 138"/>
                <a:gd name="T84" fmla="*/ 88 w 149"/>
                <a:gd name="T85" fmla="*/ 12 h 138"/>
                <a:gd name="T86" fmla="*/ 95 w 149"/>
                <a:gd name="T87" fmla="*/ 9 h 138"/>
                <a:gd name="T88" fmla="*/ 40 w 149"/>
                <a:gd name="T89" fmla="*/ 19 h 138"/>
                <a:gd name="T90" fmla="*/ 56 w 149"/>
                <a:gd name="T91" fmla="*/ 21 h 138"/>
                <a:gd name="T92" fmla="*/ 141 w 149"/>
                <a:gd name="T93" fmla="*/ 28 h 138"/>
                <a:gd name="T94" fmla="*/ 131 w 149"/>
                <a:gd name="T95" fmla="*/ 66 h 138"/>
                <a:gd name="T96" fmla="*/ 141 w 149"/>
                <a:gd name="T97" fmla="*/ 97 h 138"/>
                <a:gd name="T98" fmla="*/ 143 w 149"/>
                <a:gd name="T99" fmla="*/ 100 h 138"/>
                <a:gd name="T100" fmla="*/ 130 w 149"/>
                <a:gd name="T101" fmla="*/ 108 h 138"/>
                <a:gd name="T102" fmla="*/ 131 w 149"/>
                <a:gd name="T103" fmla="*/ 107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49" h="138">
                  <a:moveTo>
                    <a:pt x="65" y="0"/>
                  </a:moveTo>
                  <a:cubicBezTo>
                    <a:pt x="66" y="0"/>
                    <a:pt x="68" y="1"/>
                    <a:pt x="69" y="2"/>
                  </a:cubicBezTo>
                  <a:cubicBezTo>
                    <a:pt x="69" y="2"/>
                    <a:pt x="69" y="2"/>
                    <a:pt x="69" y="2"/>
                  </a:cubicBezTo>
                  <a:cubicBezTo>
                    <a:pt x="69" y="3"/>
                    <a:pt x="69" y="3"/>
                    <a:pt x="69" y="3"/>
                  </a:cubicBezTo>
                  <a:cubicBezTo>
                    <a:pt x="68" y="3"/>
                    <a:pt x="68" y="3"/>
                    <a:pt x="67" y="4"/>
                  </a:cubicBezTo>
                  <a:cubicBezTo>
                    <a:pt x="65" y="4"/>
                    <a:pt x="63" y="4"/>
                    <a:pt x="62" y="6"/>
                  </a:cubicBezTo>
                  <a:cubicBezTo>
                    <a:pt x="62" y="7"/>
                    <a:pt x="61" y="8"/>
                    <a:pt x="62" y="10"/>
                  </a:cubicBezTo>
                  <a:cubicBezTo>
                    <a:pt x="63" y="9"/>
                    <a:pt x="63" y="8"/>
                    <a:pt x="64" y="7"/>
                  </a:cubicBezTo>
                  <a:cubicBezTo>
                    <a:pt x="66" y="6"/>
                    <a:pt x="67" y="5"/>
                    <a:pt x="68" y="5"/>
                  </a:cubicBezTo>
                  <a:cubicBezTo>
                    <a:pt x="69" y="5"/>
                    <a:pt x="70" y="5"/>
                    <a:pt x="70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70" y="8"/>
                    <a:pt x="69" y="8"/>
                    <a:pt x="69" y="9"/>
                  </a:cubicBezTo>
                  <a:cubicBezTo>
                    <a:pt x="68" y="11"/>
                    <a:pt x="67" y="12"/>
                    <a:pt x="67" y="16"/>
                  </a:cubicBezTo>
                  <a:cubicBezTo>
                    <a:pt x="70" y="16"/>
                    <a:pt x="71" y="15"/>
                    <a:pt x="72" y="14"/>
                  </a:cubicBezTo>
                  <a:cubicBezTo>
                    <a:pt x="74" y="11"/>
                    <a:pt x="71" y="5"/>
                    <a:pt x="70" y="3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71" y="2"/>
                    <a:pt x="71" y="2"/>
                    <a:pt x="71" y="2"/>
                  </a:cubicBezTo>
                  <a:cubicBezTo>
                    <a:pt x="71" y="1"/>
                    <a:pt x="72" y="1"/>
                    <a:pt x="73" y="1"/>
                  </a:cubicBezTo>
                  <a:cubicBezTo>
                    <a:pt x="73" y="1"/>
                    <a:pt x="73" y="1"/>
                    <a:pt x="73" y="1"/>
                  </a:cubicBezTo>
                  <a:cubicBezTo>
                    <a:pt x="75" y="1"/>
                    <a:pt x="77" y="3"/>
                    <a:pt x="78" y="5"/>
                  </a:cubicBezTo>
                  <a:cubicBezTo>
                    <a:pt x="79" y="7"/>
                    <a:pt x="79" y="9"/>
                    <a:pt x="79" y="11"/>
                  </a:cubicBezTo>
                  <a:cubicBezTo>
                    <a:pt x="88" y="5"/>
                    <a:pt x="99" y="2"/>
                    <a:pt x="110" y="2"/>
                  </a:cubicBezTo>
                  <a:cubicBezTo>
                    <a:pt x="131" y="2"/>
                    <a:pt x="145" y="14"/>
                    <a:pt x="147" y="33"/>
                  </a:cubicBezTo>
                  <a:cubicBezTo>
                    <a:pt x="148" y="45"/>
                    <a:pt x="142" y="55"/>
                    <a:pt x="137" y="65"/>
                  </a:cubicBezTo>
                  <a:cubicBezTo>
                    <a:pt x="131" y="75"/>
                    <a:pt x="125" y="85"/>
                    <a:pt x="126" y="97"/>
                  </a:cubicBezTo>
                  <a:cubicBezTo>
                    <a:pt x="127" y="97"/>
                    <a:pt x="130" y="96"/>
                    <a:pt x="132" y="95"/>
                  </a:cubicBezTo>
                  <a:cubicBezTo>
                    <a:pt x="135" y="93"/>
                    <a:pt x="138" y="91"/>
                    <a:pt x="142" y="91"/>
                  </a:cubicBezTo>
                  <a:cubicBezTo>
                    <a:pt x="144" y="91"/>
                    <a:pt x="145" y="92"/>
                    <a:pt x="147" y="93"/>
                  </a:cubicBezTo>
                  <a:cubicBezTo>
                    <a:pt x="147" y="93"/>
                    <a:pt x="147" y="93"/>
                    <a:pt x="147" y="93"/>
                  </a:cubicBezTo>
                  <a:cubicBezTo>
                    <a:pt x="149" y="96"/>
                    <a:pt x="149" y="101"/>
                    <a:pt x="149" y="106"/>
                  </a:cubicBezTo>
                  <a:cubicBezTo>
                    <a:pt x="148" y="109"/>
                    <a:pt x="148" y="112"/>
                    <a:pt x="149" y="114"/>
                  </a:cubicBezTo>
                  <a:cubicBezTo>
                    <a:pt x="149" y="115"/>
                    <a:pt x="149" y="115"/>
                    <a:pt x="149" y="115"/>
                  </a:cubicBezTo>
                  <a:cubicBezTo>
                    <a:pt x="148" y="115"/>
                    <a:pt x="148" y="115"/>
                    <a:pt x="148" y="115"/>
                  </a:cubicBezTo>
                  <a:cubicBezTo>
                    <a:pt x="146" y="117"/>
                    <a:pt x="143" y="118"/>
                    <a:pt x="141" y="118"/>
                  </a:cubicBezTo>
                  <a:cubicBezTo>
                    <a:pt x="137" y="118"/>
                    <a:pt x="134" y="116"/>
                    <a:pt x="130" y="114"/>
                  </a:cubicBezTo>
                  <a:cubicBezTo>
                    <a:pt x="130" y="115"/>
                    <a:pt x="130" y="115"/>
                    <a:pt x="130" y="115"/>
                  </a:cubicBezTo>
                  <a:cubicBezTo>
                    <a:pt x="130" y="126"/>
                    <a:pt x="130" y="136"/>
                    <a:pt x="141" y="136"/>
                  </a:cubicBezTo>
                  <a:cubicBezTo>
                    <a:pt x="141" y="138"/>
                    <a:pt x="141" y="138"/>
                    <a:pt x="141" y="138"/>
                  </a:cubicBezTo>
                  <a:cubicBezTo>
                    <a:pt x="139" y="138"/>
                    <a:pt x="138" y="138"/>
                    <a:pt x="137" y="138"/>
                  </a:cubicBezTo>
                  <a:cubicBezTo>
                    <a:pt x="123" y="138"/>
                    <a:pt x="123" y="125"/>
                    <a:pt x="123" y="112"/>
                  </a:cubicBezTo>
                  <a:cubicBezTo>
                    <a:pt x="123" y="108"/>
                    <a:pt x="123" y="105"/>
                    <a:pt x="123" y="102"/>
                  </a:cubicBezTo>
                  <a:cubicBezTo>
                    <a:pt x="123" y="99"/>
                    <a:pt x="122" y="96"/>
                    <a:pt x="122" y="94"/>
                  </a:cubicBezTo>
                  <a:cubicBezTo>
                    <a:pt x="122" y="94"/>
                    <a:pt x="122" y="94"/>
                    <a:pt x="122" y="94"/>
                  </a:cubicBezTo>
                  <a:cubicBezTo>
                    <a:pt x="122" y="93"/>
                    <a:pt x="122" y="93"/>
                    <a:pt x="122" y="93"/>
                  </a:cubicBezTo>
                  <a:cubicBezTo>
                    <a:pt x="121" y="92"/>
                    <a:pt x="121" y="91"/>
                    <a:pt x="121" y="90"/>
                  </a:cubicBezTo>
                  <a:cubicBezTo>
                    <a:pt x="120" y="84"/>
                    <a:pt x="118" y="78"/>
                    <a:pt x="120" y="70"/>
                  </a:cubicBezTo>
                  <a:cubicBezTo>
                    <a:pt x="122" y="64"/>
                    <a:pt x="125" y="57"/>
                    <a:pt x="129" y="51"/>
                  </a:cubicBezTo>
                  <a:cubicBezTo>
                    <a:pt x="136" y="39"/>
                    <a:pt x="143" y="27"/>
                    <a:pt x="132" y="13"/>
                  </a:cubicBezTo>
                  <a:cubicBezTo>
                    <a:pt x="126" y="11"/>
                    <a:pt x="121" y="10"/>
                    <a:pt x="115" y="10"/>
                  </a:cubicBezTo>
                  <a:cubicBezTo>
                    <a:pt x="104" y="10"/>
                    <a:pt x="93" y="14"/>
                    <a:pt x="83" y="18"/>
                  </a:cubicBezTo>
                  <a:cubicBezTo>
                    <a:pt x="72" y="22"/>
                    <a:pt x="61" y="26"/>
                    <a:pt x="49" y="26"/>
                  </a:cubicBezTo>
                  <a:cubicBezTo>
                    <a:pt x="48" y="26"/>
                    <a:pt x="47" y="26"/>
                    <a:pt x="45" y="26"/>
                  </a:cubicBezTo>
                  <a:cubicBezTo>
                    <a:pt x="40" y="25"/>
                    <a:pt x="35" y="23"/>
                    <a:pt x="30" y="22"/>
                  </a:cubicBezTo>
                  <a:cubicBezTo>
                    <a:pt x="25" y="19"/>
                    <a:pt x="19" y="17"/>
                    <a:pt x="13" y="17"/>
                  </a:cubicBezTo>
                  <a:cubicBezTo>
                    <a:pt x="9" y="17"/>
                    <a:pt x="4" y="19"/>
                    <a:pt x="1" y="21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5" y="15"/>
                    <a:pt x="11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6" y="13"/>
                    <a:pt x="33" y="14"/>
                    <a:pt x="39" y="15"/>
                  </a:cubicBezTo>
                  <a:cubicBezTo>
                    <a:pt x="46" y="16"/>
                    <a:pt x="53" y="17"/>
                    <a:pt x="59" y="17"/>
                  </a:cubicBezTo>
                  <a:cubicBezTo>
                    <a:pt x="61" y="16"/>
                    <a:pt x="60" y="13"/>
                    <a:pt x="59" y="10"/>
                  </a:cubicBezTo>
                  <a:cubicBezTo>
                    <a:pt x="58" y="8"/>
                    <a:pt x="58" y="7"/>
                    <a:pt x="58" y="5"/>
                  </a:cubicBezTo>
                  <a:cubicBezTo>
                    <a:pt x="58" y="5"/>
                    <a:pt x="58" y="5"/>
                    <a:pt x="58" y="5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9" y="4"/>
                    <a:pt x="59" y="3"/>
                    <a:pt x="60" y="3"/>
                  </a:cubicBezTo>
                  <a:cubicBezTo>
                    <a:pt x="62" y="1"/>
                    <a:pt x="63" y="0"/>
                    <a:pt x="65" y="0"/>
                  </a:cubicBezTo>
                  <a:close/>
                  <a:moveTo>
                    <a:pt x="67" y="2"/>
                  </a:moveTo>
                  <a:cubicBezTo>
                    <a:pt x="65" y="1"/>
                    <a:pt x="63" y="2"/>
                    <a:pt x="61" y="4"/>
                  </a:cubicBezTo>
                  <a:cubicBezTo>
                    <a:pt x="60" y="4"/>
                    <a:pt x="60" y="5"/>
                    <a:pt x="59" y="5"/>
                  </a:cubicBezTo>
                  <a:cubicBezTo>
                    <a:pt x="59" y="7"/>
                    <a:pt x="60" y="8"/>
                    <a:pt x="60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0" y="8"/>
                    <a:pt x="60" y="7"/>
                    <a:pt x="61" y="5"/>
                  </a:cubicBezTo>
                  <a:cubicBezTo>
                    <a:pt x="62" y="3"/>
                    <a:pt x="65" y="3"/>
                    <a:pt x="66" y="2"/>
                  </a:cubicBezTo>
                  <a:cubicBezTo>
                    <a:pt x="66" y="2"/>
                    <a:pt x="67" y="2"/>
                    <a:pt x="67" y="2"/>
                  </a:cubicBezTo>
                  <a:close/>
                  <a:moveTo>
                    <a:pt x="77" y="14"/>
                  </a:moveTo>
                  <a:cubicBezTo>
                    <a:pt x="76" y="13"/>
                    <a:pt x="76" y="13"/>
                    <a:pt x="76" y="13"/>
                  </a:cubicBezTo>
                  <a:cubicBezTo>
                    <a:pt x="78" y="11"/>
                    <a:pt x="78" y="8"/>
                    <a:pt x="77" y="6"/>
                  </a:cubicBezTo>
                  <a:cubicBezTo>
                    <a:pt x="75" y="3"/>
                    <a:pt x="73" y="1"/>
                    <a:pt x="72" y="2"/>
                  </a:cubicBezTo>
                  <a:cubicBezTo>
                    <a:pt x="73" y="5"/>
                    <a:pt x="76" y="11"/>
                    <a:pt x="73" y="15"/>
                  </a:cubicBezTo>
                  <a:cubicBezTo>
                    <a:pt x="72" y="16"/>
                    <a:pt x="70" y="17"/>
                    <a:pt x="67" y="17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5" y="12"/>
                    <a:pt x="66" y="10"/>
                    <a:pt x="68" y="8"/>
                  </a:cubicBezTo>
                  <a:cubicBezTo>
                    <a:pt x="68" y="8"/>
                    <a:pt x="68" y="7"/>
                    <a:pt x="69" y="7"/>
                  </a:cubicBezTo>
                  <a:cubicBezTo>
                    <a:pt x="69" y="6"/>
                    <a:pt x="68" y="6"/>
                    <a:pt x="68" y="6"/>
                  </a:cubicBezTo>
                  <a:cubicBezTo>
                    <a:pt x="67" y="6"/>
                    <a:pt x="66" y="7"/>
                    <a:pt x="65" y="8"/>
                  </a:cubicBezTo>
                  <a:cubicBezTo>
                    <a:pt x="64" y="10"/>
                    <a:pt x="63" y="11"/>
                    <a:pt x="61" y="12"/>
                  </a:cubicBezTo>
                  <a:cubicBezTo>
                    <a:pt x="61" y="12"/>
                    <a:pt x="61" y="12"/>
                    <a:pt x="61" y="12"/>
                  </a:cubicBezTo>
                  <a:cubicBezTo>
                    <a:pt x="61" y="14"/>
                    <a:pt x="62" y="17"/>
                    <a:pt x="60" y="18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53" y="18"/>
                    <a:pt x="46" y="17"/>
                    <a:pt x="39" y="16"/>
                  </a:cubicBezTo>
                  <a:cubicBezTo>
                    <a:pt x="32" y="15"/>
                    <a:pt x="26" y="14"/>
                    <a:pt x="20" y="14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15" y="14"/>
                    <a:pt x="11" y="15"/>
                    <a:pt x="7" y="17"/>
                  </a:cubicBezTo>
                  <a:cubicBezTo>
                    <a:pt x="9" y="16"/>
                    <a:pt x="11" y="16"/>
                    <a:pt x="13" y="16"/>
                  </a:cubicBezTo>
                  <a:cubicBezTo>
                    <a:pt x="18" y="16"/>
                    <a:pt x="24" y="18"/>
                    <a:pt x="29" y="19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4" y="18"/>
                    <a:pt x="37" y="17"/>
                    <a:pt x="40" y="17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5" y="17"/>
                    <a:pt x="49" y="18"/>
                    <a:pt x="54" y="19"/>
                  </a:cubicBezTo>
                  <a:cubicBezTo>
                    <a:pt x="55" y="19"/>
                    <a:pt x="57" y="20"/>
                    <a:pt x="58" y="20"/>
                  </a:cubicBezTo>
                  <a:cubicBezTo>
                    <a:pt x="60" y="20"/>
                    <a:pt x="60" y="20"/>
                    <a:pt x="60" y="20"/>
                  </a:cubicBezTo>
                  <a:cubicBezTo>
                    <a:pt x="59" y="21"/>
                    <a:pt x="59" y="21"/>
                    <a:pt x="59" y="21"/>
                  </a:cubicBezTo>
                  <a:cubicBezTo>
                    <a:pt x="56" y="23"/>
                    <a:pt x="53" y="24"/>
                    <a:pt x="50" y="24"/>
                  </a:cubicBezTo>
                  <a:cubicBezTo>
                    <a:pt x="47" y="24"/>
                    <a:pt x="43" y="23"/>
                    <a:pt x="40" y="22"/>
                  </a:cubicBezTo>
                  <a:cubicBezTo>
                    <a:pt x="37" y="21"/>
                    <a:pt x="34" y="20"/>
                    <a:pt x="31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1" y="20"/>
                    <a:pt x="31" y="20"/>
                  </a:cubicBezTo>
                  <a:cubicBezTo>
                    <a:pt x="36" y="22"/>
                    <a:pt x="41" y="24"/>
                    <a:pt x="46" y="24"/>
                  </a:cubicBezTo>
                  <a:cubicBezTo>
                    <a:pt x="47" y="24"/>
                    <a:pt x="48" y="24"/>
                    <a:pt x="49" y="24"/>
                  </a:cubicBezTo>
                  <a:cubicBezTo>
                    <a:pt x="61" y="24"/>
                    <a:pt x="72" y="20"/>
                    <a:pt x="82" y="16"/>
                  </a:cubicBezTo>
                  <a:cubicBezTo>
                    <a:pt x="84" y="16"/>
                    <a:pt x="86" y="15"/>
                    <a:pt x="88" y="14"/>
                  </a:cubicBezTo>
                  <a:cubicBezTo>
                    <a:pt x="88" y="14"/>
                    <a:pt x="88" y="14"/>
                    <a:pt x="88" y="14"/>
                  </a:cubicBezTo>
                  <a:cubicBezTo>
                    <a:pt x="87" y="13"/>
                    <a:pt x="87" y="12"/>
                    <a:pt x="87" y="12"/>
                  </a:cubicBezTo>
                  <a:cubicBezTo>
                    <a:pt x="88" y="10"/>
                    <a:pt x="91" y="9"/>
                    <a:pt x="94" y="7"/>
                  </a:cubicBezTo>
                  <a:cubicBezTo>
                    <a:pt x="97" y="7"/>
                    <a:pt x="99" y="6"/>
                    <a:pt x="100" y="5"/>
                  </a:cubicBezTo>
                  <a:cubicBezTo>
                    <a:pt x="101" y="4"/>
                    <a:pt x="101" y="4"/>
                    <a:pt x="101" y="4"/>
                  </a:cubicBezTo>
                  <a:cubicBezTo>
                    <a:pt x="92" y="6"/>
                    <a:pt x="84" y="9"/>
                    <a:pt x="77" y="14"/>
                  </a:cubicBezTo>
                  <a:close/>
                  <a:moveTo>
                    <a:pt x="126" y="98"/>
                  </a:moveTo>
                  <a:cubicBezTo>
                    <a:pt x="126" y="98"/>
                    <a:pt x="125" y="98"/>
                    <a:pt x="125" y="98"/>
                  </a:cubicBezTo>
                  <a:cubicBezTo>
                    <a:pt x="124" y="98"/>
                    <a:pt x="124" y="98"/>
                    <a:pt x="124" y="98"/>
                  </a:cubicBezTo>
                  <a:cubicBezTo>
                    <a:pt x="124" y="97"/>
                    <a:pt x="124" y="97"/>
                    <a:pt x="124" y="97"/>
                  </a:cubicBezTo>
                  <a:cubicBezTo>
                    <a:pt x="123" y="85"/>
                    <a:pt x="129" y="74"/>
                    <a:pt x="135" y="64"/>
                  </a:cubicBezTo>
                  <a:cubicBezTo>
                    <a:pt x="141" y="54"/>
                    <a:pt x="147" y="45"/>
                    <a:pt x="146" y="34"/>
                  </a:cubicBezTo>
                  <a:cubicBezTo>
                    <a:pt x="144" y="15"/>
                    <a:pt x="130" y="4"/>
                    <a:pt x="110" y="4"/>
                  </a:cubicBezTo>
                  <a:cubicBezTo>
                    <a:pt x="107" y="4"/>
                    <a:pt x="104" y="4"/>
                    <a:pt x="101" y="4"/>
                  </a:cubicBezTo>
                  <a:cubicBezTo>
                    <a:pt x="102" y="5"/>
                    <a:pt x="102" y="5"/>
                    <a:pt x="102" y="5"/>
                  </a:cubicBezTo>
                  <a:cubicBezTo>
                    <a:pt x="102" y="6"/>
                    <a:pt x="102" y="6"/>
                    <a:pt x="102" y="7"/>
                  </a:cubicBezTo>
                  <a:cubicBezTo>
                    <a:pt x="101" y="9"/>
                    <a:pt x="99" y="10"/>
                    <a:pt x="96" y="11"/>
                  </a:cubicBezTo>
                  <a:cubicBezTo>
                    <a:pt x="93" y="11"/>
                    <a:pt x="90" y="12"/>
                    <a:pt x="89" y="14"/>
                  </a:cubicBezTo>
                  <a:cubicBezTo>
                    <a:pt x="97" y="11"/>
                    <a:pt x="106" y="8"/>
                    <a:pt x="115" y="8"/>
                  </a:cubicBezTo>
                  <a:cubicBezTo>
                    <a:pt x="121" y="8"/>
                    <a:pt x="127" y="9"/>
                    <a:pt x="132" y="12"/>
                  </a:cubicBezTo>
                  <a:cubicBezTo>
                    <a:pt x="133" y="12"/>
                    <a:pt x="133" y="12"/>
                    <a:pt x="133" y="12"/>
                  </a:cubicBezTo>
                  <a:cubicBezTo>
                    <a:pt x="133" y="12"/>
                    <a:pt x="133" y="12"/>
                    <a:pt x="133" y="12"/>
                  </a:cubicBezTo>
                  <a:cubicBezTo>
                    <a:pt x="145" y="27"/>
                    <a:pt x="137" y="40"/>
                    <a:pt x="130" y="52"/>
                  </a:cubicBezTo>
                  <a:cubicBezTo>
                    <a:pt x="126" y="58"/>
                    <a:pt x="123" y="64"/>
                    <a:pt x="122" y="71"/>
                  </a:cubicBezTo>
                  <a:cubicBezTo>
                    <a:pt x="120" y="76"/>
                    <a:pt x="121" y="80"/>
                    <a:pt x="121" y="84"/>
                  </a:cubicBezTo>
                  <a:cubicBezTo>
                    <a:pt x="122" y="72"/>
                    <a:pt x="126" y="63"/>
                    <a:pt x="131" y="55"/>
                  </a:cubicBezTo>
                  <a:cubicBezTo>
                    <a:pt x="135" y="47"/>
                    <a:pt x="139" y="39"/>
                    <a:pt x="140" y="28"/>
                  </a:cubicBezTo>
                  <a:cubicBezTo>
                    <a:pt x="139" y="27"/>
                    <a:pt x="138" y="25"/>
                    <a:pt x="139" y="24"/>
                  </a:cubicBezTo>
                  <a:cubicBezTo>
                    <a:pt x="139" y="24"/>
                    <a:pt x="139" y="24"/>
                    <a:pt x="140" y="24"/>
                  </a:cubicBezTo>
                  <a:cubicBezTo>
                    <a:pt x="140" y="24"/>
                    <a:pt x="140" y="24"/>
                    <a:pt x="140" y="24"/>
                  </a:cubicBezTo>
                  <a:cubicBezTo>
                    <a:pt x="141" y="24"/>
                    <a:pt x="142" y="24"/>
                    <a:pt x="143" y="26"/>
                  </a:cubicBezTo>
                  <a:cubicBezTo>
                    <a:pt x="143" y="26"/>
                    <a:pt x="143" y="26"/>
                    <a:pt x="143" y="26"/>
                  </a:cubicBezTo>
                  <a:cubicBezTo>
                    <a:pt x="145" y="43"/>
                    <a:pt x="139" y="55"/>
                    <a:pt x="133" y="66"/>
                  </a:cubicBezTo>
                  <a:cubicBezTo>
                    <a:pt x="129" y="73"/>
                    <a:pt x="125" y="81"/>
                    <a:pt x="123" y="89"/>
                  </a:cubicBezTo>
                  <a:cubicBezTo>
                    <a:pt x="123" y="90"/>
                    <a:pt x="123" y="90"/>
                    <a:pt x="123" y="90"/>
                  </a:cubicBezTo>
                  <a:cubicBezTo>
                    <a:pt x="123" y="94"/>
                    <a:pt x="124" y="97"/>
                    <a:pt x="124" y="102"/>
                  </a:cubicBezTo>
                  <a:cubicBezTo>
                    <a:pt x="125" y="105"/>
                    <a:pt x="125" y="108"/>
                    <a:pt x="125" y="112"/>
                  </a:cubicBezTo>
                  <a:cubicBezTo>
                    <a:pt x="125" y="124"/>
                    <a:pt x="125" y="135"/>
                    <a:pt x="135" y="137"/>
                  </a:cubicBezTo>
                  <a:cubicBezTo>
                    <a:pt x="129" y="133"/>
                    <a:pt x="129" y="124"/>
                    <a:pt x="129" y="115"/>
                  </a:cubicBezTo>
                  <a:cubicBezTo>
                    <a:pt x="129" y="112"/>
                    <a:pt x="129" y="112"/>
                    <a:pt x="129" y="112"/>
                  </a:cubicBezTo>
                  <a:cubicBezTo>
                    <a:pt x="130" y="112"/>
                    <a:pt x="130" y="112"/>
                    <a:pt x="130" y="112"/>
                  </a:cubicBezTo>
                  <a:cubicBezTo>
                    <a:pt x="133" y="115"/>
                    <a:pt x="137" y="116"/>
                    <a:pt x="141" y="116"/>
                  </a:cubicBezTo>
                  <a:cubicBezTo>
                    <a:pt x="143" y="116"/>
                    <a:pt x="145" y="115"/>
                    <a:pt x="147" y="114"/>
                  </a:cubicBezTo>
                  <a:cubicBezTo>
                    <a:pt x="147" y="112"/>
                    <a:pt x="147" y="109"/>
                    <a:pt x="147" y="106"/>
                  </a:cubicBezTo>
                  <a:cubicBezTo>
                    <a:pt x="147" y="103"/>
                    <a:pt x="147" y="100"/>
                    <a:pt x="147" y="98"/>
                  </a:cubicBezTo>
                  <a:cubicBezTo>
                    <a:pt x="147" y="98"/>
                    <a:pt x="147" y="98"/>
                    <a:pt x="147" y="98"/>
                  </a:cubicBezTo>
                  <a:cubicBezTo>
                    <a:pt x="146" y="99"/>
                    <a:pt x="145" y="99"/>
                    <a:pt x="144" y="99"/>
                  </a:cubicBezTo>
                  <a:cubicBezTo>
                    <a:pt x="143" y="99"/>
                    <a:pt x="142" y="99"/>
                    <a:pt x="141" y="99"/>
                  </a:cubicBezTo>
                  <a:cubicBezTo>
                    <a:pt x="138" y="98"/>
                    <a:pt x="136" y="97"/>
                    <a:pt x="134" y="98"/>
                  </a:cubicBezTo>
                  <a:cubicBezTo>
                    <a:pt x="131" y="99"/>
                    <a:pt x="131" y="99"/>
                    <a:pt x="131" y="99"/>
                  </a:cubicBezTo>
                  <a:cubicBezTo>
                    <a:pt x="133" y="97"/>
                    <a:pt x="133" y="97"/>
                    <a:pt x="133" y="97"/>
                  </a:cubicBezTo>
                  <a:cubicBezTo>
                    <a:pt x="137" y="93"/>
                    <a:pt x="142" y="93"/>
                    <a:pt x="147" y="97"/>
                  </a:cubicBezTo>
                  <a:cubicBezTo>
                    <a:pt x="147" y="97"/>
                    <a:pt x="147" y="97"/>
                    <a:pt x="147" y="97"/>
                  </a:cubicBezTo>
                  <a:cubicBezTo>
                    <a:pt x="147" y="96"/>
                    <a:pt x="146" y="95"/>
                    <a:pt x="146" y="94"/>
                  </a:cubicBezTo>
                  <a:cubicBezTo>
                    <a:pt x="145" y="93"/>
                    <a:pt x="143" y="93"/>
                    <a:pt x="142" y="93"/>
                  </a:cubicBezTo>
                  <a:cubicBezTo>
                    <a:pt x="139" y="93"/>
                    <a:pt x="136" y="94"/>
                    <a:pt x="133" y="96"/>
                  </a:cubicBezTo>
                  <a:cubicBezTo>
                    <a:pt x="130" y="97"/>
                    <a:pt x="128" y="98"/>
                    <a:pt x="126" y="98"/>
                  </a:cubicBezTo>
                  <a:close/>
                  <a:moveTo>
                    <a:pt x="88" y="12"/>
                  </a:moveTo>
                  <a:cubicBezTo>
                    <a:pt x="90" y="11"/>
                    <a:pt x="93" y="10"/>
                    <a:pt x="95" y="9"/>
                  </a:cubicBezTo>
                  <a:cubicBezTo>
                    <a:pt x="98" y="8"/>
                    <a:pt x="100" y="8"/>
                    <a:pt x="101" y="7"/>
                  </a:cubicBezTo>
                  <a:cubicBezTo>
                    <a:pt x="101" y="7"/>
                    <a:pt x="101" y="6"/>
                    <a:pt x="101" y="6"/>
                  </a:cubicBezTo>
                  <a:cubicBezTo>
                    <a:pt x="99" y="7"/>
                    <a:pt x="97" y="8"/>
                    <a:pt x="95" y="9"/>
                  </a:cubicBezTo>
                  <a:cubicBezTo>
                    <a:pt x="92" y="10"/>
                    <a:pt x="89" y="11"/>
                    <a:pt x="88" y="12"/>
                  </a:cubicBezTo>
                  <a:close/>
                  <a:moveTo>
                    <a:pt x="56" y="21"/>
                  </a:moveTo>
                  <a:cubicBezTo>
                    <a:pt x="55" y="21"/>
                    <a:pt x="54" y="21"/>
                    <a:pt x="53" y="20"/>
                  </a:cubicBezTo>
                  <a:cubicBezTo>
                    <a:pt x="49" y="19"/>
                    <a:pt x="45" y="19"/>
                    <a:pt x="40" y="19"/>
                  </a:cubicBezTo>
                  <a:cubicBezTo>
                    <a:pt x="39" y="19"/>
                    <a:pt x="37" y="19"/>
                    <a:pt x="35" y="19"/>
                  </a:cubicBezTo>
                  <a:cubicBezTo>
                    <a:pt x="37" y="20"/>
                    <a:pt x="38" y="20"/>
                    <a:pt x="40" y="20"/>
                  </a:cubicBezTo>
                  <a:cubicBezTo>
                    <a:pt x="44" y="21"/>
                    <a:pt x="47" y="22"/>
                    <a:pt x="50" y="22"/>
                  </a:cubicBezTo>
                  <a:cubicBezTo>
                    <a:pt x="52" y="22"/>
                    <a:pt x="54" y="22"/>
                    <a:pt x="56" y="21"/>
                  </a:cubicBezTo>
                  <a:close/>
                  <a:moveTo>
                    <a:pt x="141" y="27"/>
                  </a:moveTo>
                  <a:cubicBezTo>
                    <a:pt x="141" y="26"/>
                    <a:pt x="141" y="26"/>
                    <a:pt x="140" y="25"/>
                  </a:cubicBezTo>
                  <a:cubicBezTo>
                    <a:pt x="141" y="26"/>
                    <a:pt x="141" y="27"/>
                    <a:pt x="141" y="27"/>
                  </a:cubicBezTo>
                  <a:cubicBezTo>
                    <a:pt x="141" y="28"/>
                    <a:pt x="141" y="28"/>
                    <a:pt x="141" y="28"/>
                  </a:cubicBezTo>
                  <a:cubicBezTo>
                    <a:pt x="141" y="28"/>
                    <a:pt x="141" y="28"/>
                    <a:pt x="141" y="28"/>
                  </a:cubicBezTo>
                  <a:cubicBezTo>
                    <a:pt x="141" y="40"/>
                    <a:pt x="136" y="48"/>
                    <a:pt x="132" y="56"/>
                  </a:cubicBezTo>
                  <a:cubicBezTo>
                    <a:pt x="128" y="64"/>
                    <a:pt x="123" y="72"/>
                    <a:pt x="123" y="84"/>
                  </a:cubicBezTo>
                  <a:cubicBezTo>
                    <a:pt x="125" y="77"/>
                    <a:pt x="128" y="71"/>
                    <a:pt x="131" y="66"/>
                  </a:cubicBezTo>
                  <a:cubicBezTo>
                    <a:pt x="138" y="54"/>
                    <a:pt x="144" y="43"/>
                    <a:pt x="141" y="27"/>
                  </a:cubicBezTo>
                  <a:close/>
                  <a:moveTo>
                    <a:pt x="145" y="98"/>
                  </a:moveTo>
                  <a:cubicBezTo>
                    <a:pt x="142" y="95"/>
                    <a:pt x="139" y="95"/>
                    <a:pt x="136" y="96"/>
                  </a:cubicBezTo>
                  <a:cubicBezTo>
                    <a:pt x="138" y="96"/>
                    <a:pt x="140" y="97"/>
                    <a:pt x="141" y="97"/>
                  </a:cubicBezTo>
                  <a:cubicBezTo>
                    <a:pt x="143" y="98"/>
                    <a:pt x="144" y="98"/>
                    <a:pt x="145" y="98"/>
                  </a:cubicBezTo>
                  <a:close/>
                  <a:moveTo>
                    <a:pt x="132" y="100"/>
                  </a:moveTo>
                  <a:cubicBezTo>
                    <a:pt x="142" y="100"/>
                    <a:pt x="142" y="100"/>
                    <a:pt x="142" y="100"/>
                  </a:cubicBezTo>
                  <a:cubicBezTo>
                    <a:pt x="143" y="100"/>
                    <a:pt x="143" y="100"/>
                    <a:pt x="143" y="100"/>
                  </a:cubicBezTo>
                  <a:cubicBezTo>
                    <a:pt x="146" y="102"/>
                    <a:pt x="146" y="108"/>
                    <a:pt x="146" y="113"/>
                  </a:cubicBezTo>
                  <a:cubicBezTo>
                    <a:pt x="146" y="114"/>
                    <a:pt x="146" y="114"/>
                    <a:pt x="146" y="114"/>
                  </a:cubicBezTo>
                  <a:cubicBezTo>
                    <a:pt x="145" y="114"/>
                    <a:pt x="145" y="114"/>
                    <a:pt x="145" y="114"/>
                  </a:cubicBezTo>
                  <a:cubicBezTo>
                    <a:pt x="138" y="115"/>
                    <a:pt x="132" y="112"/>
                    <a:pt x="130" y="108"/>
                  </a:cubicBezTo>
                  <a:cubicBezTo>
                    <a:pt x="129" y="105"/>
                    <a:pt x="129" y="102"/>
                    <a:pt x="132" y="100"/>
                  </a:cubicBezTo>
                  <a:close/>
                  <a:moveTo>
                    <a:pt x="142" y="101"/>
                  </a:moveTo>
                  <a:cubicBezTo>
                    <a:pt x="133" y="101"/>
                    <a:pt x="133" y="101"/>
                    <a:pt x="133" y="101"/>
                  </a:cubicBezTo>
                  <a:cubicBezTo>
                    <a:pt x="131" y="103"/>
                    <a:pt x="130" y="105"/>
                    <a:pt x="131" y="107"/>
                  </a:cubicBezTo>
                  <a:cubicBezTo>
                    <a:pt x="133" y="111"/>
                    <a:pt x="138" y="113"/>
                    <a:pt x="144" y="112"/>
                  </a:cubicBezTo>
                  <a:cubicBezTo>
                    <a:pt x="145" y="106"/>
                    <a:pt x="144" y="103"/>
                    <a:pt x="142" y="10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0" name="Freeform 51"/>
            <p:cNvSpPr>
              <a:spLocks noEditPoints="1"/>
            </p:cNvSpPr>
            <p:nvPr/>
          </p:nvSpPr>
          <p:spPr bwMode="auto">
            <a:xfrm>
              <a:off x="4205288" y="5753100"/>
              <a:ext cx="303213" cy="344488"/>
            </a:xfrm>
            <a:custGeom>
              <a:avLst/>
              <a:gdLst>
                <a:gd name="T0" fmla="*/ 47 w 135"/>
                <a:gd name="T1" fmla="*/ 133 h 153"/>
                <a:gd name="T2" fmla="*/ 91 w 135"/>
                <a:gd name="T3" fmla="*/ 114 h 153"/>
                <a:gd name="T4" fmla="*/ 47 w 135"/>
                <a:gd name="T5" fmla="*/ 138 h 153"/>
                <a:gd name="T6" fmla="*/ 0 w 135"/>
                <a:gd name="T7" fmla="*/ 124 h 153"/>
                <a:gd name="T8" fmla="*/ 4 w 135"/>
                <a:gd name="T9" fmla="*/ 133 h 153"/>
                <a:gd name="T10" fmla="*/ 97 w 135"/>
                <a:gd name="T11" fmla="*/ 109 h 153"/>
                <a:gd name="T12" fmla="*/ 100 w 135"/>
                <a:gd name="T13" fmla="*/ 94 h 153"/>
                <a:gd name="T14" fmla="*/ 125 w 135"/>
                <a:gd name="T15" fmla="*/ 22 h 153"/>
                <a:gd name="T16" fmla="*/ 101 w 135"/>
                <a:gd name="T17" fmla="*/ 15 h 153"/>
                <a:gd name="T18" fmla="*/ 114 w 135"/>
                <a:gd name="T19" fmla="*/ 5 h 153"/>
                <a:gd name="T20" fmla="*/ 132 w 135"/>
                <a:gd name="T21" fmla="*/ 30 h 153"/>
                <a:gd name="T22" fmla="*/ 107 w 135"/>
                <a:gd name="T23" fmla="*/ 106 h 153"/>
                <a:gd name="T24" fmla="*/ 100 w 135"/>
                <a:gd name="T25" fmla="*/ 137 h 153"/>
                <a:gd name="T26" fmla="*/ 95 w 135"/>
                <a:gd name="T27" fmla="*/ 113 h 153"/>
                <a:gd name="T28" fmla="*/ 47 w 135"/>
                <a:gd name="T29" fmla="*/ 133 h 153"/>
                <a:gd name="T30" fmla="*/ 102 w 135"/>
                <a:gd name="T31" fmla="*/ 107 h 153"/>
                <a:gd name="T32" fmla="*/ 128 w 135"/>
                <a:gd name="T33" fmla="*/ 36 h 153"/>
                <a:gd name="T34" fmla="*/ 102 w 135"/>
                <a:gd name="T35" fmla="*/ 107 h 153"/>
                <a:gd name="T36" fmla="*/ 114 w 135"/>
                <a:gd name="T37" fmla="*/ 110 h 153"/>
                <a:gd name="T38" fmla="*/ 118 w 135"/>
                <a:gd name="T39" fmla="*/ 128 h 153"/>
                <a:gd name="T40" fmla="*/ 114 w 135"/>
                <a:gd name="T41" fmla="*/ 110 h 153"/>
                <a:gd name="T42" fmla="*/ 104 w 135"/>
                <a:gd name="T43" fmla="*/ 110 h 153"/>
                <a:gd name="T44" fmla="*/ 102 w 135"/>
                <a:gd name="T45" fmla="*/ 131 h 153"/>
                <a:gd name="T46" fmla="*/ 115 w 135"/>
                <a:gd name="T47" fmla="*/ 133 h 153"/>
                <a:gd name="T48" fmla="*/ 104 w 135"/>
                <a:gd name="T49" fmla="*/ 110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35" h="153">
                  <a:moveTo>
                    <a:pt x="47" y="133"/>
                  </a:moveTo>
                  <a:cubicBezTo>
                    <a:pt x="62" y="133"/>
                    <a:pt x="76" y="119"/>
                    <a:pt x="91" y="114"/>
                  </a:cubicBezTo>
                  <a:cubicBezTo>
                    <a:pt x="82" y="120"/>
                    <a:pt x="63" y="134"/>
                    <a:pt x="47" y="138"/>
                  </a:cubicBezTo>
                  <a:cubicBezTo>
                    <a:pt x="28" y="143"/>
                    <a:pt x="0" y="144"/>
                    <a:pt x="0" y="124"/>
                  </a:cubicBezTo>
                  <a:cubicBezTo>
                    <a:pt x="6" y="123"/>
                    <a:pt x="1" y="132"/>
                    <a:pt x="4" y="133"/>
                  </a:cubicBezTo>
                  <a:cubicBezTo>
                    <a:pt x="38" y="148"/>
                    <a:pt x="65" y="113"/>
                    <a:pt x="97" y="109"/>
                  </a:cubicBezTo>
                  <a:cubicBezTo>
                    <a:pt x="98" y="104"/>
                    <a:pt x="100" y="100"/>
                    <a:pt x="100" y="94"/>
                  </a:cubicBezTo>
                  <a:cubicBezTo>
                    <a:pt x="109" y="85"/>
                    <a:pt x="131" y="46"/>
                    <a:pt x="125" y="22"/>
                  </a:cubicBezTo>
                  <a:cubicBezTo>
                    <a:pt x="123" y="12"/>
                    <a:pt x="109" y="0"/>
                    <a:pt x="101" y="15"/>
                  </a:cubicBezTo>
                  <a:cubicBezTo>
                    <a:pt x="97" y="9"/>
                    <a:pt x="107" y="4"/>
                    <a:pt x="114" y="5"/>
                  </a:cubicBezTo>
                  <a:cubicBezTo>
                    <a:pt x="125" y="6"/>
                    <a:pt x="131" y="18"/>
                    <a:pt x="132" y="30"/>
                  </a:cubicBezTo>
                  <a:cubicBezTo>
                    <a:pt x="135" y="56"/>
                    <a:pt x="111" y="90"/>
                    <a:pt x="107" y="106"/>
                  </a:cubicBezTo>
                  <a:cubicBezTo>
                    <a:pt x="133" y="105"/>
                    <a:pt x="126" y="153"/>
                    <a:pt x="100" y="137"/>
                  </a:cubicBezTo>
                  <a:cubicBezTo>
                    <a:pt x="97" y="130"/>
                    <a:pt x="98" y="120"/>
                    <a:pt x="95" y="113"/>
                  </a:cubicBezTo>
                  <a:cubicBezTo>
                    <a:pt x="78" y="113"/>
                    <a:pt x="63" y="127"/>
                    <a:pt x="47" y="133"/>
                  </a:cubicBezTo>
                  <a:close/>
                  <a:moveTo>
                    <a:pt x="102" y="107"/>
                  </a:moveTo>
                  <a:cubicBezTo>
                    <a:pt x="112" y="84"/>
                    <a:pt x="130" y="63"/>
                    <a:pt x="128" y="36"/>
                  </a:cubicBezTo>
                  <a:cubicBezTo>
                    <a:pt x="126" y="65"/>
                    <a:pt x="105" y="83"/>
                    <a:pt x="102" y="107"/>
                  </a:cubicBezTo>
                  <a:close/>
                  <a:moveTo>
                    <a:pt x="114" y="110"/>
                  </a:moveTo>
                  <a:cubicBezTo>
                    <a:pt x="117" y="118"/>
                    <a:pt x="121" y="121"/>
                    <a:pt x="118" y="128"/>
                  </a:cubicBezTo>
                  <a:cubicBezTo>
                    <a:pt x="128" y="125"/>
                    <a:pt x="119" y="112"/>
                    <a:pt x="114" y="110"/>
                  </a:cubicBezTo>
                  <a:close/>
                  <a:moveTo>
                    <a:pt x="104" y="110"/>
                  </a:moveTo>
                  <a:cubicBezTo>
                    <a:pt x="100" y="114"/>
                    <a:pt x="100" y="125"/>
                    <a:pt x="102" y="131"/>
                  </a:cubicBezTo>
                  <a:cubicBezTo>
                    <a:pt x="108" y="132"/>
                    <a:pt x="110" y="135"/>
                    <a:pt x="115" y="133"/>
                  </a:cubicBezTo>
                  <a:cubicBezTo>
                    <a:pt x="120" y="121"/>
                    <a:pt x="114" y="111"/>
                    <a:pt x="104" y="1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1" name="Freeform 52"/>
            <p:cNvSpPr>
              <a:spLocks noEditPoints="1"/>
            </p:cNvSpPr>
            <p:nvPr/>
          </p:nvSpPr>
          <p:spPr bwMode="auto">
            <a:xfrm>
              <a:off x="4202113" y="5762625"/>
              <a:ext cx="306388" cy="311150"/>
            </a:xfrm>
            <a:custGeom>
              <a:avLst/>
              <a:gdLst>
                <a:gd name="T0" fmla="*/ 0 w 136"/>
                <a:gd name="T1" fmla="*/ 120 h 138"/>
                <a:gd name="T2" fmla="*/ 4 w 136"/>
                <a:gd name="T3" fmla="*/ 120 h 138"/>
                <a:gd name="T4" fmla="*/ 23 w 136"/>
                <a:gd name="T5" fmla="*/ 132 h 138"/>
                <a:gd name="T6" fmla="*/ 97 w 136"/>
                <a:gd name="T7" fmla="*/ 104 h 138"/>
                <a:gd name="T8" fmla="*/ 100 w 136"/>
                <a:gd name="T9" fmla="*/ 90 h 138"/>
                <a:gd name="T10" fmla="*/ 103 w 136"/>
                <a:gd name="T11" fmla="*/ 11 h 138"/>
                <a:gd name="T12" fmla="*/ 101 w 136"/>
                <a:gd name="T13" fmla="*/ 6 h 138"/>
                <a:gd name="T14" fmla="*/ 134 w 136"/>
                <a:gd name="T15" fmla="*/ 26 h 138"/>
                <a:gd name="T16" fmla="*/ 125 w 136"/>
                <a:gd name="T17" fmla="*/ 119 h 138"/>
                <a:gd name="T18" fmla="*/ 100 w 136"/>
                <a:gd name="T19" fmla="*/ 133 h 138"/>
                <a:gd name="T20" fmla="*/ 96 w 136"/>
                <a:gd name="T21" fmla="*/ 110 h 138"/>
                <a:gd name="T22" fmla="*/ 87 w 136"/>
                <a:gd name="T23" fmla="*/ 115 h 138"/>
                <a:gd name="T24" fmla="*/ 5 w 136"/>
                <a:gd name="T25" fmla="*/ 129 h 138"/>
                <a:gd name="T26" fmla="*/ 48 w 136"/>
                <a:gd name="T27" fmla="*/ 134 h 138"/>
                <a:gd name="T28" fmla="*/ 48 w 136"/>
                <a:gd name="T29" fmla="*/ 129 h 138"/>
                <a:gd name="T30" fmla="*/ 65 w 136"/>
                <a:gd name="T31" fmla="*/ 120 h 138"/>
                <a:gd name="T32" fmla="*/ 97 w 136"/>
                <a:gd name="T33" fmla="*/ 108 h 138"/>
                <a:gd name="T34" fmla="*/ 97 w 136"/>
                <a:gd name="T35" fmla="*/ 109 h 138"/>
                <a:gd name="T36" fmla="*/ 111 w 136"/>
                <a:gd name="T37" fmla="*/ 135 h 138"/>
                <a:gd name="T38" fmla="*/ 118 w 136"/>
                <a:gd name="T39" fmla="*/ 125 h 138"/>
                <a:gd name="T40" fmla="*/ 117 w 136"/>
                <a:gd name="T41" fmla="*/ 129 h 138"/>
                <a:gd name="T42" fmla="*/ 108 w 136"/>
                <a:gd name="T43" fmla="*/ 129 h 138"/>
                <a:gd name="T44" fmla="*/ 103 w 136"/>
                <a:gd name="T45" fmla="*/ 128 h 138"/>
                <a:gd name="T46" fmla="*/ 105 w 136"/>
                <a:gd name="T47" fmla="*/ 105 h 138"/>
                <a:gd name="T48" fmla="*/ 118 w 136"/>
                <a:gd name="T49" fmla="*/ 124 h 138"/>
                <a:gd name="T50" fmla="*/ 114 w 136"/>
                <a:gd name="T51" fmla="*/ 105 h 138"/>
                <a:gd name="T52" fmla="*/ 108 w 136"/>
                <a:gd name="T53" fmla="*/ 102 h 138"/>
                <a:gd name="T54" fmla="*/ 115 w 136"/>
                <a:gd name="T55" fmla="*/ 82 h 138"/>
                <a:gd name="T56" fmla="*/ 102 w 136"/>
                <a:gd name="T57" fmla="*/ 7 h 138"/>
                <a:gd name="T58" fmla="*/ 127 w 136"/>
                <a:gd name="T59" fmla="*/ 18 h 138"/>
                <a:gd name="T60" fmla="*/ 98 w 136"/>
                <a:gd name="T61" fmla="*/ 105 h 138"/>
                <a:gd name="T62" fmla="*/ 23 w 136"/>
                <a:gd name="T63" fmla="*/ 133 h 138"/>
                <a:gd name="T64" fmla="*/ 104 w 136"/>
                <a:gd name="T65" fmla="*/ 127 h 138"/>
                <a:gd name="T66" fmla="*/ 115 w 136"/>
                <a:gd name="T67" fmla="*/ 113 h 138"/>
                <a:gd name="T68" fmla="*/ 89 w 136"/>
                <a:gd name="T69" fmla="*/ 110 h 138"/>
                <a:gd name="T70" fmla="*/ 74 w 136"/>
                <a:gd name="T71" fmla="*/ 118 h 138"/>
                <a:gd name="T72" fmla="*/ 4 w 136"/>
                <a:gd name="T73" fmla="*/ 127 h 138"/>
                <a:gd name="T74" fmla="*/ 2 w 136"/>
                <a:gd name="T75" fmla="*/ 121 h 138"/>
                <a:gd name="T76" fmla="*/ 120 w 136"/>
                <a:gd name="T77" fmla="*/ 123 h 138"/>
                <a:gd name="T78" fmla="*/ 102 w 136"/>
                <a:gd name="T79" fmla="*/ 108 h 138"/>
                <a:gd name="T80" fmla="*/ 128 w 136"/>
                <a:gd name="T81" fmla="*/ 32 h 138"/>
                <a:gd name="T82" fmla="*/ 104 w 136"/>
                <a:gd name="T83" fmla="*/ 103 h 138"/>
                <a:gd name="T84" fmla="*/ 116 w 136"/>
                <a:gd name="T85" fmla="*/ 72 h 138"/>
                <a:gd name="T86" fmla="*/ 128 w 136"/>
                <a:gd name="T87" fmla="*/ 44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36" h="138">
                  <a:moveTo>
                    <a:pt x="26" y="138"/>
                  </a:moveTo>
                  <a:cubicBezTo>
                    <a:pt x="16" y="138"/>
                    <a:pt x="9" y="136"/>
                    <a:pt x="5" y="131"/>
                  </a:cubicBezTo>
                  <a:cubicBezTo>
                    <a:pt x="2" y="129"/>
                    <a:pt x="0" y="125"/>
                    <a:pt x="0" y="120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1" y="119"/>
                    <a:pt x="1" y="119"/>
                    <a:pt x="1" y="119"/>
                  </a:cubicBezTo>
                  <a:cubicBezTo>
                    <a:pt x="2" y="119"/>
                    <a:pt x="3" y="119"/>
                    <a:pt x="4" y="120"/>
                  </a:cubicBezTo>
                  <a:cubicBezTo>
                    <a:pt x="5" y="121"/>
                    <a:pt x="5" y="123"/>
                    <a:pt x="5" y="124"/>
                  </a:cubicBezTo>
                  <a:cubicBezTo>
                    <a:pt x="5" y="126"/>
                    <a:pt x="5" y="128"/>
                    <a:pt x="6" y="128"/>
                  </a:cubicBezTo>
                  <a:cubicBezTo>
                    <a:pt x="11" y="131"/>
                    <a:pt x="17" y="132"/>
                    <a:pt x="23" y="132"/>
                  </a:cubicBezTo>
                  <a:cubicBezTo>
                    <a:pt x="37" y="132"/>
                    <a:pt x="49" y="125"/>
                    <a:pt x="63" y="118"/>
                  </a:cubicBezTo>
                  <a:cubicBezTo>
                    <a:pt x="74" y="112"/>
                    <a:pt x="85" y="106"/>
                    <a:pt x="97" y="104"/>
                  </a:cubicBezTo>
                  <a:cubicBezTo>
                    <a:pt x="97" y="104"/>
                    <a:pt x="97" y="104"/>
                    <a:pt x="97" y="104"/>
                  </a:cubicBezTo>
                  <a:cubicBezTo>
                    <a:pt x="99" y="100"/>
                    <a:pt x="100" y="96"/>
                    <a:pt x="100" y="90"/>
                  </a:cubicBezTo>
                  <a:cubicBezTo>
                    <a:pt x="100" y="90"/>
                    <a:pt x="100" y="90"/>
                    <a:pt x="100" y="90"/>
                  </a:cubicBezTo>
                  <a:cubicBezTo>
                    <a:pt x="100" y="90"/>
                    <a:pt x="100" y="90"/>
                    <a:pt x="100" y="90"/>
                  </a:cubicBezTo>
                  <a:cubicBezTo>
                    <a:pt x="109" y="81"/>
                    <a:pt x="132" y="42"/>
                    <a:pt x="125" y="18"/>
                  </a:cubicBezTo>
                  <a:cubicBezTo>
                    <a:pt x="124" y="12"/>
                    <a:pt x="117" y="4"/>
                    <a:pt x="111" y="4"/>
                  </a:cubicBezTo>
                  <a:cubicBezTo>
                    <a:pt x="108" y="4"/>
                    <a:pt x="105" y="7"/>
                    <a:pt x="103" y="11"/>
                  </a:cubicBezTo>
                  <a:cubicBezTo>
                    <a:pt x="102" y="12"/>
                    <a:pt x="102" y="12"/>
                    <a:pt x="102" y="12"/>
                  </a:cubicBezTo>
                  <a:cubicBezTo>
                    <a:pt x="101" y="11"/>
                    <a:pt x="101" y="11"/>
                    <a:pt x="101" y="11"/>
                  </a:cubicBezTo>
                  <a:cubicBezTo>
                    <a:pt x="100" y="9"/>
                    <a:pt x="100" y="8"/>
                    <a:pt x="101" y="6"/>
                  </a:cubicBezTo>
                  <a:cubicBezTo>
                    <a:pt x="103" y="2"/>
                    <a:pt x="109" y="0"/>
                    <a:pt x="114" y="0"/>
                  </a:cubicBezTo>
                  <a:cubicBezTo>
                    <a:pt x="114" y="0"/>
                    <a:pt x="114" y="0"/>
                    <a:pt x="115" y="0"/>
                  </a:cubicBezTo>
                  <a:cubicBezTo>
                    <a:pt x="127" y="1"/>
                    <a:pt x="133" y="14"/>
                    <a:pt x="134" y="26"/>
                  </a:cubicBezTo>
                  <a:cubicBezTo>
                    <a:pt x="136" y="44"/>
                    <a:pt x="125" y="66"/>
                    <a:pt x="117" y="83"/>
                  </a:cubicBezTo>
                  <a:cubicBezTo>
                    <a:pt x="113" y="90"/>
                    <a:pt x="110" y="96"/>
                    <a:pt x="109" y="101"/>
                  </a:cubicBezTo>
                  <a:cubicBezTo>
                    <a:pt x="120" y="101"/>
                    <a:pt x="125" y="110"/>
                    <a:pt x="125" y="119"/>
                  </a:cubicBezTo>
                  <a:cubicBezTo>
                    <a:pt x="125" y="128"/>
                    <a:pt x="120" y="137"/>
                    <a:pt x="111" y="137"/>
                  </a:cubicBezTo>
                  <a:cubicBezTo>
                    <a:pt x="107" y="137"/>
                    <a:pt x="104" y="136"/>
                    <a:pt x="100" y="134"/>
                  </a:cubicBezTo>
                  <a:cubicBezTo>
                    <a:pt x="100" y="133"/>
                    <a:pt x="100" y="133"/>
                    <a:pt x="100" y="133"/>
                  </a:cubicBezTo>
                  <a:cubicBezTo>
                    <a:pt x="100" y="133"/>
                    <a:pt x="100" y="133"/>
                    <a:pt x="100" y="133"/>
                  </a:cubicBezTo>
                  <a:cubicBezTo>
                    <a:pt x="98" y="130"/>
                    <a:pt x="98" y="125"/>
                    <a:pt x="97" y="120"/>
                  </a:cubicBezTo>
                  <a:cubicBezTo>
                    <a:pt x="97" y="116"/>
                    <a:pt x="97" y="113"/>
                    <a:pt x="96" y="110"/>
                  </a:cubicBezTo>
                  <a:cubicBezTo>
                    <a:pt x="95" y="110"/>
                    <a:pt x="95" y="110"/>
                    <a:pt x="94" y="110"/>
                  </a:cubicBezTo>
                  <a:cubicBezTo>
                    <a:pt x="92" y="111"/>
                    <a:pt x="92" y="111"/>
                    <a:pt x="92" y="111"/>
                  </a:cubicBezTo>
                  <a:cubicBezTo>
                    <a:pt x="91" y="112"/>
                    <a:pt x="89" y="113"/>
                    <a:pt x="87" y="115"/>
                  </a:cubicBezTo>
                  <a:cubicBezTo>
                    <a:pt x="77" y="121"/>
                    <a:pt x="61" y="132"/>
                    <a:pt x="48" y="135"/>
                  </a:cubicBezTo>
                  <a:cubicBezTo>
                    <a:pt x="41" y="137"/>
                    <a:pt x="33" y="138"/>
                    <a:pt x="26" y="138"/>
                  </a:cubicBezTo>
                  <a:close/>
                  <a:moveTo>
                    <a:pt x="5" y="129"/>
                  </a:moveTo>
                  <a:cubicBezTo>
                    <a:pt x="5" y="130"/>
                    <a:pt x="5" y="130"/>
                    <a:pt x="6" y="130"/>
                  </a:cubicBezTo>
                  <a:cubicBezTo>
                    <a:pt x="10" y="134"/>
                    <a:pt x="17" y="137"/>
                    <a:pt x="26" y="137"/>
                  </a:cubicBezTo>
                  <a:cubicBezTo>
                    <a:pt x="33" y="137"/>
                    <a:pt x="41" y="135"/>
                    <a:pt x="48" y="134"/>
                  </a:cubicBezTo>
                  <a:cubicBezTo>
                    <a:pt x="61" y="130"/>
                    <a:pt x="76" y="120"/>
                    <a:pt x="86" y="114"/>
                  </a:cubicBezTo>
                  <a:cubicBezTo>
                    <a:pt x="82" y="115"/>
                    <a:pt x="78" y="117"/>
                    <a:pt x="75" y="119"/>
                  </a:cubicBezTo>
                  <a:cubicBezTo>
                    <a:pt x="66" y="124"/>
                    <a:pt x="57" y="129"/>
                    <a:pt x="48" y="129"/>
                  </a:cubicBezTo>
                  <a:cubicBezTo>
                    <a:pt x="44" y="129"/>
                    <a:pt x="44" y="129"/>
                    <a:pt x="44" y="129"/>
                  </a:cubicBezTo>
                  <a:cubicBezTo>
                    <a:pt x="48" y="128"/>
                    <a:pt x="48" y="128"/>
                    <a:pt x="48" y="128"/>
                  </a:cubicBezTo>
                  <a:cubicBezTo>
                    <a:pt x="54" y="126"/>
                    <a:pt x="59" y="123"/>
                    <a:pt x="65" y="120"/>
                  </a:cubicBezTo>
                  <a:cubicBezTo>
                    <a:pt x="75" y="114"/>
                    <a:pt x="85" y="108"/>
                    <a:pt x="96" y="108"/>
                  </a:cubicBezTo>
                  <a:cubicBezTo>
                    <a:pt x="96" y="108"/>
                    <a:pt x="96" y="108"/>
                    <a:pt x="96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9"/>
                    <a:pt x="97" y="109"/>
                    <a:pt x="97" y="109"/>
                  </a:cubicBezTo>
                  <a:cubicBezTo>
                    <a:pt x="98" y="112"/>
                    <a:pt x="99" y="116"/>
                    <a:pt x="99" y="120"/>
                  </a:cubicBezTo>
                  <a:cubicBezTo>
                    <a:pt x="99" y="124"/>
                    <a:pt x="100" y="129"/>
                    <a:pt x="101" y="132"/>
                  </a:cubicBezTo>
                  <a:cubicBezTo>
                    <a:pt x="104" y="134"/>
                    <a:pt x="108" y="135"/>
                    <a:pt x="111" y="135"/>
                  </a:cubicBezTo>
                  <a:cubicBezTo>
                    <a:pt x="118" y="135"/>
                    <a:pt x="122" y="129"/>
                    <a:pt x="123" y="123"/>
                  </a:cubicBezTo>
                  <a:cubicBezTo>
                    <a:pt x="122" y="124"/>
                    <a:pt x="121" y="125"/>
                    <a:pt x="119" y="125"/>
                  </a:cubicBezTo>
                  <a:cubicBezTo>
                    <a:pt x="118" y="125"/>
                    <a:pt x="118" y="125"/>
                    <a:pt x="118" y="125"/>
                  </a:cubicBezTo>
                  <a:cubicBezTo>
                    <a:pt x="118" y="127"/>
                    <a:pt x="117" y="128"/>
                    <a:pt x="117" y="129"/>
                  </a:cubicBezTo>
                  <a:cubicBezTo>
                    <a:pt x="117" y="129"/>
                    <a:pt x="117" y="129"/>
                    <a:pt x="117" y="129"/>
                  </a:cubicBezTo>
                  <a:cubicBezTo>
                    <a:pt x="117" y="129"/>
                    <a:pt x="117" y="129"/>
                    <a:pt x="117" y="129"/>
                  </a:cubicBezTo>
                  <a:cubicBezTo>
                    <a:pt x="115" y="130"/>
                    <a:pt x="114" y="130"/>
                    <a:pt x="113" y="130"/>
                  </a:cubicBezTo>
                  <a:cubicBezTo>
                    <a:pt x="113" y="130"/>
                    <a:pt x="113" y="130"/>
                    <a:pt x="113" y="130"/>
                  </a:cubicBezTo>
                  <a:cubicBezTo>
                    <a:pt x="111" y="130"/>
                    <a:pt x="109" y="130"/>
                    <a:pt x="108" y="129"/>
                  </a:cubicBezTo>
                  <a:cubicBezTo>
                    <a:pt x="106" y="129"/>
                    <a:pt x="105" y="128"/>
                    <a:pt x="103" y="128"/>
                  </a:cubicBezTo>
                  <a:cubicBezTo>
                    <a:pt x="103" y="128"/>
                    <a:pt x="103" y="128"/>
                    <a:pt x="103" y="128"/>
                  </a:cubicBezTo>
                  <a:cubicBezTo>
                    <a:pt x="103" y="128"/>
                    <a:pt x="103" y="128"/>
                    <a:pt x="103" y="128"/>
                  </a:cubicBezTo>
                  <a:cubicBezTo>
                    <a:pt x="100" y="122"/>
                    <a:pt x="100" y="110"/>
                    <a:pt x="104" y="105"/>
                  </a:cubicBezTo>
                  <a:cubicBezTo>
                    <a:pt x="105" y="105"/>
                    <a:pt x="105" y="105"/>
                    <a:pt x="105" y="105"/>
                  </a:cubicBezTo>
                  <a:cubicBezTo>
                    <a:pt x="105" y="105"/>
                    <a:pt x="105" y="105"/>
                    <a:pt x="105" y="105"/>
                  </a:cubicBezTo>
                  <a:cubicBezTo>
                    <a:pt x="110" y="106"/>
                    <a:pt x="114" y="108"/>
                    <a:pt x="116" y="112"/>
                  </a:cubicBezTo>
                  <a:cubicBezTo>
                    <a:pt x="118" y="116"/>
                    <a:pt x="119" y="120"/>
                    <a:pt x="118" y="124"/>
                  </a:cubicBezTo>
                  <a:cubicBezTo>
                    <a:pt x="118" y="124"/>
                    <a:pt x="118" y="124"/>
                    <a:pt x="118" y="124"/>
                  </a:cubicBezTo>
                  <a:cubicBezTo>
                    <a:pt x="121" y="119"/>
                    <a:pt x="119" y="116"/>
                    <a:pt x="117" y="112"/>
                  </a:cubicBezTo>
                  <a:cubicBezTo>
                    <a:pt x="116" y="110"/>
                    <a:pt x="115" y="109"/>
                    <a:pt x="114" y="106"/>
                  </a:cubicBezTo>
                  <a:cubicBezTo>
                    <a:pt x="114" y="105"/>
                    <a:pt x="114" y="105"/>
                    <a:pt x="114" y="105"/>
                  </a:cubicBezTo>
                  <a:cubicBezTo>
                    <a:pt x="115" y="105"/>
                    <a:pt x="115" y="105"/>
                    <a:pt x="115" y="105"/>
                  </a:cubicBezTo>
                  <a:cubicBezTo>
                    <a:pt x="117" y="106"/>
                    <a:pt x="121" y="109"/>
                    <a:pt x="123" y="113"/>
                  </a:cubicBezTo>
                  <a:cubicBezTo>
                    <a:pt x="121" y="107"/>
                    <a:pt x="116" y="102"/>
                    <a:pt x="108" y="102"/>
                  </a:cubicBezTo>
                  <a:cubicBezTo>
                    <a:pt x="107" y="102"/>
                    <a:pt x="107" y="102"/>
                    <a:pt x="107" y="102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8" y="97"/>
                    <a:pt x="112" y="90"/>
                    <a:pt x="115" y="82"/>
                  </a:cubicBezTo>
                  <a:cubicBezTo>
                    <a:pt x="124" y="65"/>
                    <a:pt x="134" y="44"/>
                    <a:pt x="133" y="26"/>
                  </a:cubicBezTo>
                  <a:cubicBezTo>
                    <a:pt x="131" y="15"/>
                    <a:pt x="126" y="3"/>
                    <a:pt x="115" y="2"/>
                  </a:cubicBezTo>
                  <a:cubicBezTo>
                    <a:pt x="110" y="1"/>
                    <a:pt x="104" y="4"/>
                    <a:pt x="102" y="7"/>
                  </a:cubicBezTo>
                  <a:cubicBezTo>
                    <a:pt x="102" y="7"/>
                    <a:pt x="102" y="8"/>
                    <a:pt x="102" y="9"/>
                  </a:cubicBezTo>
                  <a:cubicBezTo>
                    <a:pt x="105" y="4"/>
                    <a:pt x="109" y="3"/>
                    <a:pt x="111" y="3"/>
                  </a:cubicBezTo>
                  <a:cubicBezTo>
                    <a:pt x="118" y="3"/>
                    <a:pt x="125" y="11"/>
                    <a:pt x="127" y="18"/>
                  </a:cubicBezTo>
                  <a:cubicBezTo>
                    <a:pt x="133" y="42"/>
                    <a:pt x="110" y="81"/>
                    <a:pt x="101" y="91"/>
                  </a:cubicBezTo>
                  <a:cubicBezTo>
                    <a:pt x="102" y="96"/>
                    <a:pt x="100" y="100"/>
                    <a:pt x="99" y="104"/>
                  </a:cubicBezTo>
                  <a:cubicBezTo>
                    <a:pt x="98" y="105"/>
                    <a:pt x="98" y="105"/>
                    <a:pt x="98" y="105"/>
                  </a:cubicBezTo>
                  <a:cubicBezTo>
                    <a:pt x="98" y="105"/>
                    <a:pt x="98" y="105"/>
                    <a:pt x="98" y="105"/>
                  </a:cubicBezTo>
                  <a:cubicBezTo>
                    <a:pt x="86" y="107"/>
                    <a:pt x="75" y="113"/>
                    <a:pt x="64" y="119"/>
                  </a:cubicBezTo>
                  <a:cubicBezTo>
                    <a:pt x="51" y="126"/>
                    <a:pt x="37" y="133"/>
                    <a:pt x="23" y="133"/>
                  </a:cubicBezTo>
                  <a:cubicBezTo>
                    <a:pt x="17" y="133"/>
                    <a:pt x="11" y="132"/>
                    <a:pt x="5" y="129"/>
                  </a:cubicBezTo>
                  <a:cubicBezTo>
                    <a:pt x="5" y="129"/>
                    <a:pt x="5" y="129"/>
                    <a:pt x="5" y="129"/>
                  </a:cubicBezTo>
                  <a:close/>
                  <a:moveTo>
                    <a:pt x="104" y="127"/>
                  </a:moveTo>
                  <a:cubicBezTo>
                    <a:pt x="106" y="127"/>
                    <a:pt x="107" y="127"/>
                    <a:pt x="108" y="128"/>
                  </a:cubicBezTo>
                  <a:cubicBezTo>
                    <a:pt x="111" y="129"/>
                    <a:pt x="113" y="129"/>
                    <a:pt x="116" y="128"/>
                  </a:cubicBezTo>
                  <a:cubicBezTo>
                    <a:pt x="118" y="123"/>
                    <a:pt x="118" y="117"/>
                    <a:pt x="115" y="113"/>
                  </a:cubicBezTo>
                  <a:cubicBezTo>
                    <a:pt x="113" y="110"/>
                    <a:pt x="109" y="107"/>
                    <a:pt x="105" y="107"/>
                  </a:cubicBezTo>
                  <a:cubicBezTo>
                    <a:pt x="102" y="111"/>
                    <a:pt x="102" y="121"/>
                    <a:pt x="104" y="127"/>
                  </a:cubicBezTo>
                  <a:close/>
                  <a:moveTo>
                    <a:pt x="89" y="110"/>
                  </a:moveTo>
                  <a:cubicBezTo>
                    <a:pt x="81" y="112"/>
                    <a:pt x="73" y="117"/>
                    <a:pt x="65" y="121"/>
                  </a:cubicBezTo>
                  <a:cubicBezTo>
                    <a:pt x="61" y="123"/>
                    <a:pt x="57" y="125"/>
                    <a:pt x="53" y="127"/>
                  </a:cubicBezTo>
                  <a:cubicBezTo>
                    <a:pt x="60" y="126"/>
                    <a:pt x="67" y="122"/>
                    <a:pt x="74" y="118"/>
                  </a:cubicBezTo>
                  <a:cubicBezTo>
                    <a:pt x="79" y="115"/>
                    <a:pt x="84" y="112"/>
                    <a:pt x="89" y="110"/>
                  </a:cubicBezTo>
                  <a:close/>
                  <a:moveTo>
                    <a:pt x="2" y="121"/>
                  </a:moveTo>
                  <a:cubicBezTo>
                    <a:pt x="2" y="123"/>
                    <a:pt x="3" y="125"/>
                    <a:pt x="4" y="127"/>
                  </a:cubicBezTo>
                  <a:cubicBezTo>
                    <a:pt x="3" y="127"/>
                    <a:pt x="3" y="125"/>
                    <a:pt x="3" y="124"/>
                  </a:cubicBezTo>
                  <a:cubicBezTo>
                    <a:pt x="3" y="123"/>
                    <a:pt x="4" y="122"/>
                    <a:pt x="3" y="121"/>
                  </a:cubicBezTo>
                  <a:cubicBezTo>
                    <a:pt x="3" y="121"/>
                    <a:pt x="3" y="121"/>
                    <a:pt x="2" y="121"/>
                  </a:cubicBezTo>
                  <a:close/>
                  <a:moveTo>
                    <a:pt x="116" y="108"/>
                  </a:moveTo>
                  <a:cubicBezTo>
                    <a:pt x="117" y="109"/>
                    <a:pt x="118" y="110"/>
                    <a:pt x="118" y="111"/>
                  </a:cubicBezTo>
                  <a:cubicBezTo>
                    <a:pt x="120" y="115"/>
                    <a:pt x="122" y="118"/>
                    <a:pt x="120" y="123"/>
                  </a:cubicBezTo>
                  <a:cubicBezTo>
                    <a:pt x="122" y="122"/>
                    <a:pt x="123" y="121"/>
                    <a:pt x="123" y="119"/>
                  </a:cubicBezTo>
                  <a:cubicBezTo>
                    <a:pt x="123" y="115"/>
                    <a:pt x="119" y="110"/>
                    <a:pt x="116" y="108"/>
                  </a:cubicBezTo>
                  <a:close/>
                  <a:moveTo>
                    <a:pt x="102" y="108"/>
                  </a:moveTo>
                  <a:cubicBezTo>
                    <a:pt x="103" y="103"/>
                    <a:pt x="103" y="103"/>
                    <a:pt x="103" y="103"/>
                  </a:cubicBezTo>
                  <a:cubicBezTo>
                    <a:pt x="104" y="92"/>
                    <a:pt x="109" y="82"/>
                    <a:pt x="114" y="72"/>
                  </a:cubicBezTo>
                  <a:cubicBezTo>
                    <a:pt x="121" y="60"/>
                    <a:pt x="127" y="47"/>
                    <a:pt x="128" y="32"/>
                  </a:cubicBezTo>
                  <a:cubicBezTo>
                    <a:pt x="130" y="32"/>
                    <a:pt x="130" y="32"/>
                    <a:pt x="130" y="32"/>
                  </a:cubicBezTo>
                  <a:cubicBezTo>
                    <a:pt x="131" y="51"/>
                    <a:pt x="122" y="68"/>
                    <a:pt x="114" y="84"/>
                  </a:cubicBezTo>
                  <a:cubicBezTo>
                    <a:pt x="110" y="90"/>
                    <a:pt x="107" y="97"/>
                    <a:pt x="104" y="103"/>
                  </a:cubicBezTo>
                  <a:lnTo>
                    <a:pt x="102" y="108"/>
                  </a:lnTo>
                  <a:close/>
                  <a:moveTo>
                    <a:pt x="128" y="44"/>
                  </a:moveTo>
                  <a:cubicBezTo>
                    <a:pt x="125" y="54"/>
                    <a:pt x="120" y="63"/>
                    <a:pt x="116" y="72"/>
                  </a:cubicBezTo>
                  <a:cubicBezTo>
                    <a:pt x="111" y="81"/>
                    <a:pt x="107" y="89"/>
                    <a:pt x="105" y="97"/>
                  </a:cubicBezTo>
                  <a:cubicBezTo>
                    <a:pt x="108" y="92"/>
                    <a:pt x="110" y="88"/>
                    <a:pt x="112" y="83"/>
                  </a:cubicBezTo>
                  <a:cubicBezTo>
                    <a:pt x="119" y="71"/>
                    <a:pt x="126" y="58"/>
                    <a:pt x="128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36" name="Picture Placeholder 33" descr="An empty placeholder to add an image. Click on the placeholder and select the image that you wish to add."/>
          <p:cNvSpPr>
            <a:spLocks noGrp="1" noChangeAspect="1"/>
          </p:cNvSpPr>
          <p:nvPr>
            <p:ph type="pic" sz="quarter" idx="17"/>
          </p:nvPr>
        </p:nvSpPr>
        <p:spPr>
          <a:xfrm>
            <a:off x="1265028" y="1900210"/>
            <a:ext cx="3935536" cy="2571736"/>
          </a:xfrm>
          <a:solidFill>
            <a:schemeClr val="bg2"/>
          </a:solidFill>
          <a:ln w="38100">
            <a:solidFill>
              <a:schemeClr val="bg1"/>
            </a:solidFill>
          </a:ln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dirty="0"/>
          </a:p>
        </p:txBody>
      </p:sp>
      <p:sp>
        <p:nvSpPr>
          <p:cNvPr id="39" name="Text Placeholder 3"/>
          <p:cNvSpPr>
            <a:spLocks noGrp="1"/>
          </p:cNvSpPr>
          <p:nvPr>
            <p:ph type="body" sz="half" idx="2"/>
          </p:nvPr>
        </p:nvSpPr>
        <p:spPr>
          <a:xfrm>
            <a:off x="1052423" y="4935990"/>
            <a:ext cx="4368980" cy="1007610"/>
          </a:xfrm>
        </p:spPr>
        <p:txBody>
          <a:bodyPr>
            <a:normAutofit/>
          </a:bodyPr>
          <a:lstStyle>
            <a:lvl1pPr marL="0" indent="0">
              <a:spcBef>
                <a:spcPts val="16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6763111" y="1733550"/>
            <a:ext cx="4360503" cy="3050038"/>
            <a:chOff x="895350" y="3313113"/>
            <a:chExt cx="3613151" cy="2790825"/>
          </a:xfrm>
          <a:solidFill>
            <a:schemeClr val="tx1">
              <a:lumMod val="50000"/>
            </a:schemeClr>
          </a:solidFill>
        </p:grpSpPr>
        <p:sp>
          <p:nvSpPr>
            <p:cNvPr id="23" name="Freeform 41"/>
            <p:cNvSpPr>
              <a:spLocks/>
            </p:cNvSpPr>
            <p:nvPr/>
          </p:nvSpPr>
          <p:spPr bwMode="auto">
            <a:xfrm>
              <a:off x="963613" y="3725863"/>
              <a:ext cx="11113" cy="1952625"/>
            </a:xfrm>
            <a:custGeom>
              <a:avLst/>
              <a:gdLst>
                <a:gd name="T0" fmla="*/ 3 w 5"/>
                <a:gd name="T1" fmla="*/ 0 h 868"/>
                <a:gd name="T2" fmla="*/ 4 w 5"/>
                <a:gd name="T3" fmla="*/ 217 h 868"/>
                <a:gd name="T4" fmla="*/ 3 w 5"/>
                <a:gd name="T5" fmla="*/ 326 h 868"/>
                <a:gd name="T6" fmla="*/ 4 w 5"/>
                <a:gd name="T7" fmla="*/ 434 h 868"/>
                <a:gd name="T8" fmla="*/ 4 w 5"/>
                <a:gd name="T9" fmla="*/ 651 h 868"/>
                <a:gd name="T10" fmla="*/ 4 w 5"/>
                <a:gd name="T11" fmla="*/ 760 h 868"/>
                <a:gd name="T12" fmla="*/ 3 w 5"/>
                <a:gd name="T13" fmla="*/ 868 h 868"/>
                <a:gd name="T14" fmla="*/ 2 w 5"/>
                <a:gd name="T15" fmla="*/ 868 h 868"/>
                <a:gd name="T16" fmla="*/ 1 w 5"/>
                <a:gd name="T17" fmla="*/ 760 h 868"/>
                <a:gd name="T18" fmla="*/ 0 w 5"/>
                <a:gd name="T19" fmla="*/ 651 h 868"/>
                <a:gd name="T20" fmla="*/ 1 w 5"/>
                <a:gd name="T21" fmla="*/ 434 h 868"/>
                <a:gd name="T22" fmla="*/ 2 w 5"/>
                <a:gd name="T23" fmla="*/ 326 h 868"/>
                <a:gd name="T24" fmla="*/ 1 w 5"/>
                <a:gd name="T25" fmla="*/ 217 h 868"/>
                <a:gd name="T26" fmla="*/ 2 w 5"/>
                <a:gd name="T27" fmla="*/ 0 h 868"/>
                <a:gd name="T28" fmla="*/ 3 w 5"/>
                <a:gd name="T29" fmla="*/ 0 h 8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" h="868">
                  <a:moveTo>
                    <a:pt x="3" y="0"/>
                  </a:moveTo>
                  <a:cubicBezTo>
                    <a:pt x="4" y="73"/>
                    <a:pt x="4" y="145"/>
                    <a:pt x="4" y="217"/>
                  </a:cubicBezTo>
                  <a:cubicBezTo>
                    <a:pt x="4" y="253"/>
                    <a:pt x="3" y="290"/>
                    <a:pt x="3" y="326"/>
                  </a:cubicBezTo>
                  <a:cubicBezTo>
                    <a:pt x="3" y="362"/>
                    <a:pt x="3" y="398"/>
                    <a:pt x="4" y="434"/>
                  </a:cubicBezTo>
                  <a:cubicBezTo>
                    <a:pt x="4" y="507"/>
                    <a:pt x="5" y="579"/>
                    <a:pt x="4" y="651"/>
                  </a:cubicBezTo>
                  <a:cubicBezTo>
                    <a:pt x="5" y="687"/>
                    <a:pt x="4" y="724"/>
                    <a:pt x="4" y="760"/>
                  </a:cubicBezTo>
                  <a:cubicBezTo>
                    <a:pt x="4" y="796"/>
                    <a:pt x="3" y="832"/>
                    <a:pt x="3" y="868"/>
                  </a:cubicBezTo>
                  <a:cubicBezTo>
                    <a:pt x="2" y="868"/>
                    <a:pt x="2" y="868"/>
                    <a:pt x="2" y="868"/>
                  </a:cubicBezTo>
                  <a:cubicBezTo>
                    <a:pt x="2" y="832"/>
                    <a:pt x="1" y="796"/>
                    <a:pt x="1" y="760"/>
                  </a:cubicBezTo>
                  <a:cubicBezTo>
                    <a:pt x="1" y="724"/>
                    <a:pt x="0" y="687"/>
                    <a:pt x="0" y="651"/>
                  </a:cubicBezTo>
                  <a:cubicBezTo>
                    <a:pt x="0" y="579"/>
                    <a:pt x="1" y="507"/>
                    <a:pt x="1" y="434"/>
                  </a:cubicBezTo>
                  <a:cubicBezTo>
                    <a:pt x="2" y="398"/>
                    <a:pt x="2" y="362"/>
                    <a:pt x="2" y="326"/>
                  </a:cubicBezTo>
                  <a:cubicBezTo>
                    <a:pt x="2" y="290"/>
                    <a:pt x="1" y="253"/>
                    <a:pt x="1" y="217"/>
                  </a:cubicBezTo>
                  <a:cubicBezTo>
                    <a:pt x="0" y="145"/>
                    <a:pt x="1" y="73"/>
                    <a:pt x="2" y="0"/>
                  </a:cubicBezTo>
                  <a:lnTo>
                    <a:pt x="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4" name="Freeform 42"/>
            <p:cNvSpPr>
              <a:spLocks/>
            </p:cNvSpPr>
            <p:nvPr/>
          </p:nvSpPr>
          <p:spPr bwMode="auto">
            <a:xfrm>
              <a:off x="1350963" y="6038850"/>
              <a:ext cx="2736850" cy="11113"/>
            </a:xfrm>
            <a:custGeom>
              <a:avLst/>
              <a:gdLst>
                <a:gd name="T0" fmla="*/ 0 w 1216"/>
                <a:gd name="T1" fmla="*/ 2 h 5"/>
                <a:gd name="T2" fmla="*/ 304 w 1216"/>
                <a:gd name="T3" fmla="*/ 1 h 5"/>
                <a:gd name="T4" fmla="*/ 456 w 1216"/>
                <a:gd name="T5" fmla="*/ 2 h 5"/>
                <a:gd name="T6" fmla="*/ 608 w 1216"/>
                <a:gd name="T7" fmla="*/ 1 h 5"/>
                <a:gd name="T8" fmla="*/ 912 w 1216"/>
                <a:gd name="T9" fmla="*/ 0 h 5"/>
                <a:gd name="T10" fmla="*/ 1064 w 1216"/>
                <a:gd name="T11" fmla="*/ 1 h 5"/>
                <a:gd name="T12" fmla="*/ 1216 w 1216"/>
                <a:gd name="T13" fmla="*/ 2 h 5"/>
                <a:gd name="T14" fmla="*/ 1216 w 1216"/>
                <a:gd name="T15" fmla="*/ 2 h 5"/>
                <a:gd name="T16" fmla="*/ 1064 w 1216"/>
                <a:gd name="T17" fmla="*/ 4 h 5"/>
                <a:gd name="T18" fmla="*/ 912 w 1216"/>
                <a:gd name="T19" fmla="*/ 4 h 5"/>
                <a:gd name="T20" fmla="*/ 608 w 1216"/>
                <a:gd name="T21" fmla="*/ 3 h 5"/>
                <a:gd name="T22" fmla="*/ 456 w 1216"/>
                <a:gd name="T23" fmla="*/ 3 h 5"/>
                <a:gd name="T24" fmla="*/ 304 w 1216"/>
                <a:gd name="T25" fmla="*/ 4 h 5"/>
                <a:gd name="T26" fmla="*/ 0 w 1216"/>
                <a:gd name="T27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16" h="5">
                  <a:moveTo>
                    <a:pt x="0" y="2"/>
                  </a:moveTo>
                  <a:cubicBezTo>
                    <a:pt x="101" y="1"/>
                    <a:pt x="202" y="0"/>
                    <a:pt x="304" y="1"/>
                  </a:cubicBezTo>
                  <a:cubicBezTo>
                    <a:pt x="354" y="1"/>
                    <a:pt x="405" y="2"/>
                    <a:pt x="456" y="2"/>
                  </a:cubicBezTo>
                  <a:cubicBezTo>
                    <a:pt x="506" y="2"/>
                    <a:pt x="557" y="1"/>
                    <a:pt x="608" y="1"/>
                  </a:cubicBezTo>
                  <a:cubicBezTo>
                    <a:pt x="709" y="1"/>
                    <a:pt x="810" y="0"/>
                    <a:pt x="912" y="0"/>
                  </a:cubicBezTo>
                  <a:cubicBezTo>
                    <a:pt x="962" y="0"/>
                    <a:pt x="1013" y="1"/>
                    <a:pt x="1064" y="1"/>
                  </a:cubicBezTo>
                  <a:cubicBezTo>
                    <a:pt x="1114" y="1"/>
                    <a:pt x="1165" y="1"/>
                    <a:pt x="1216" y="2"/>
                  </a:cubicBezTo>
                  <a:cubicBezTo>
                    <a:pt x="1216" y="2"/>
                    <a:pt x="1216" y="2"/>
                    <a:pt x="1216" y="2"/>
                  </a:cubicBezTo>
                  <a:cubicBezTo>
                    <a:pt x="1165" y="3"/>
                    <a:pt x="1114" y="3"/>
                    <a:pt x="1064" y="4"/>
                  </a:cubicBezTo>
                  <a:cubicBezTo>
                    <a:pt x="1013" y="4"/>
                    <a:pt x="962" y="4"/>
                    <a:pt x="912" y="4"/>
                  </a:cubicBezTo>
                  <a:cubicBezTo>
                    <a:pt x="810" y="5"/>
                    <a:pt x="709" y="4"/>
                    <a:pt x="608" y="3"/>
                  </a:cubicBezTo>
                  <a:cubicBezTo>
                    <a:pt x="557" y="3"/>
                    <a:pt x="506" y="3"/>
                    <a:pt x="456" y="3"/>
                  </a:cubicBezTo>
                  <a:cubicBezTo>
                    <a:pt x="405" y="3"/>
                    <a:pt x="354" y="4"/>
                    <a:pt x="304" y="4"/>
                  </a:cubicBezTo>
                  <a:cubicBezTo>
                    <a:pt x="202" y="4"/>
                    <a:pt x="101" y="4"/>
                    <a:pt x="0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" name="Freeform 43"/>
            <p:cNvSpPr>
              <a:spLocks/>
            </p:cNvSpPr>
            <p:nvPr/>
          </p:nvSpPr>
          <p:spPr bwMode="auto">
            <a:xfrm>
              <a:off x="1330325" y="3378200"/>
              <a:ext cx="2743200" cy="11113"/>
            </a:xfrm>
            <a:custGeom>
              <a:avLst/>
              <a:gdLst>
                <a:gd name="T0" fmla="*/ 0 w 1219"/>
                <a:gd name="T1" fmla="*/ 2 h 5"/>
                <a:gd name="T2" fmla="*/ 304 w 1219"/>
                <a:gd name="T3" fmla="*/ 1 h 5"/>
                <a:gd name="T4" fmla="*/ 457 w 1219"/>
                <a:gd name="T5" fmla="*/ 2 h 5"/>
                <a:gd name="T6" fmla="*/ 609 w 1219"/>
                <a:gd name="T7" fmla="*/ 1 h 5"/>
                <a:gd name="T8" fmla="*/ 914 w 1219"/>
                <a:gd name="T9" fmla="*/ 0 h 5"/>
                <a:gd name="T10" fmla="*/ 1067 w 1219"/>
                <a:gd name="T11" fmla="*/ 1 h 5"/>
                <a:gd name="T12" fmla="*/ 1219 w 1219"/>
                <a:gd name="T13" fmla="*/ 2 h 5"/>
                <a:gd name="T14" fmla="*/ 1219 w 1219"/>
                <a:gd name="T15" fmla="*/ 3 h 5"/>
                <a:gd name="T16" fmla="*/ 1067 w 1219"/>
                <a:gd name="T17" fmla="*/ 4 h 5"/>
                <a:gd name="T18" fmla="*/ 914 w 1219"/>
                <a:gd name="T19" fmla="*/ 4 h 5"/>
                <a:gd name="T20" fmla="*/ 609 w 1219"/>
                <a:gd name="T21" fmla="*/ 3 h 5"/>
                <a:gd name="T22" fmla="*/ 457 w 1219"/>
                <a:gd name="T23" fmla="*/ 3 h 5"/>
                <a:gd name="T24" fmla="*/ 304 w 1219"/>
                <a:gd name="T25" fmla="*/ 4 h 5"/>
                <a:gd name="T26" fmla="*/ 0 w 1219"/>
                <a:gd name="T27" fmla="*/ 3 h 5"/>
                <a:gd name="T28" fmla="*/ 0 w 1219"/>
                <a:gd name="T29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19" h="5">
                  <a:moveTo>
                    <a:pt x="0" y="2"/>
                  </a:moveTo>
                  <a:cubicBezTo>
                    <a:pt x="101" y="1"/>
                    <a:pt x="203" y="0"/>
                    <a:pt x="304" y="1"/>
                  </a:cubicBezTo>
                  <a:cubicBezTo>
                    <a:pt x="355" y="1"/>
                    <a:pt x="406" y="2"/>
                    <a:pt x="457" y="2"/>
                  </a:cubicBezTo>
                  <a:cubicBezTo>
                    <a:pt x="508" y="2"/>
                    <a:pt x="559" y="1"/>
                    <a:pt x="609" y="1"/>
                  </a:cubicBezTo>
                  <a:cubicBezTo>
                    <a:pt x="711" y="1"/>
                    <a:pt x="813" y="0"/>
                    <a:pt x="914" y="0"/>
                  </a:cubicBezTo>
                  <a:cubicBezTo>
                    <a:pt x="965" y="0"/>
                    <a:pt x="1016" y="1"/>
                    <a:pt x="1067" y="1"/>
                  </a:cubicBezTo>
                  <a:cubicBezTo>
                    <a:pt x="1117" y="1"/>
                    <a:pt x="1168" y="1"/>
                    <a:pt x="1219" y="2"/>
                  </a:cubicBezTo>
                  <a:cubicBezTo>
                    <a:pt x="1219" y="3"/>
                    <a:pt x="1219" y="3"/>
                    <a:pt x="1219" y="3"/>
                  </a:cubicBezTo>
                  <a:cubicBezTo>
                    <a:pt x="1168" y="3"/>
                    <a:pt x="1117" y="4"/>
                    <a:pt x="1067" y="4"/>
                  </a:cubicBezTo>
                  <a:cubicBezTo>
                    <a:pt x="1016" y="4"/>
                    <a:pt x="965" y="4"/>
                    <a:pt x="914" y="4"/>
                  </a:cubicBezTo>
                  <a:cubicBezTo>
                    <a:pt x="813" y="5"/>
                    <a:pt x="711" y="4"/>
                    <a:pt x="609" y="3"/>
                  </a:cubicBezTo>
                  <a:cubicBezTo>
                    <a:pt x="559" y="3"/>
                    <a:pt x="508" y="3"/>
                    <a:pt x="457" y="3"/>
                  </a:cubicBezTo>
                  <a:cubicBezTo>
                    <a:pt x="406" y="3"/>
                    <a:pt x="355" y="4"/>
                    <a:pt x="304" y="4"/>
                  </a:cubicBezTo>
                  <a:cubicBezTo>
                    <a:pt x="203" y="4"/>
                    <a:pt x="101" y="4"/>
                    <a:pt x="0" y="3"/>
                  </a:cubicBez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" name="Freeform 44"/>
            <p:cNvSpPr>
              <a:spLocks/>
            </p:cNvSpPr>
            <p:nvPr/>
          </p:nvSpPr>
          <p:spPr bwMode="auto">
            <a:xfrm>
              <a:off x="4443413" y="3759200"/>
              <a:ext cx="9525" cy="1919288"/>
            </a:xfrm>
            <a:custGeom>
              <a:avLst/>
              <a:gdLst>
                <a:gd name="T0" fmla="*/ 2 w 4"/>
                <a:gd name="T1" fmla="*/ 853 h 853"/>
                <a:gd name="T2" fmla="*/ 0 w 4"/>
                <a:gd name="T3" fmla="*/ 640 h 853"/>
                <a:gd name="T4" fmla="*/ 1 w 4"/>
                <a:gd name="T5" fmla="*/ 533 h 853"/>
                <a:gd name="T6" fmla="*/ 1 w 4"/>
                <a:gd name="T7" fmla="*/ 427 h 853"/>
                <a:gd name="T8" fmla="*/ 0 w 4"/>
                <a:gd name="T9" fmla="*/ 213 h 853"/>
                <a:gd name="T10" fmla="*/ 0 w 4"/>
                <a:gd name="T11" fmla="*/ 107 h 853"/>
                <a:gd name="T12" fmla="*/ 2 w 4"/>
                <a:gd name="T13" fmla="*/ 0 h 853"/>
                <a:gd name="T14" fmla="*/ 2 w 4"/>
                <a:gd name="T15" fmla="*/ 0 h 853"/>
                <a:gd name="T16" fmla="*/ 3 w 4"/>
                <a:gd name="T17" fmla="*/ 107 h 853"/>
                <a:gd name="T18" fmla="*/ 4 w 4"/>
                <a:gd name="T19" fmla="*/ 213 h 853"/>
                <a:gd name="T20" fmla="*/ 3 w 4"/>
                <a:gd name="T21" fmla="*/ 427 h 853"/>
                <a:gd name="T22" fmla="*/ 2 w 4"/>
                <a:gd name="T23" fmla="*/ 533 h 853"/>
                <a:gd name="T24" fmla="*/ 3 w 4"/>
                <a:gd name="T25" fmla="*/ 640 h 853"/>
                <a:gd name="T26" fmla="*/ 2 w 4"/>
                <a:gd name="T27" fmla="*/ 853 h 8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" h="853">
                  <a:moveTo>
                    <a:pt x="2" y="853"/>
                  </a:moveTo>
                  <a:cubicBezTo>
                    <a:pt x="0" y="782"/>
                    <a:pt x="0" y="711"/>
                    <a:pt x="0" y="640"/>
                  </a:cubicBezTo>
                  <a:cubicBezTo>
                    <a:pt x="0" y="604"/>
                    <a:pt x="1" y="569"/>
                    <a:pt x="1" y="533"/>
                  </a:cubicBezTo>
                  <a:cubicBezTo>
                    <a:pt x="1" y="498"/>
                    <a:pt x="1" y="462"/>
                    <a:pt x="1" y="427"/>
                  </a:cubicBezTo>
                  <a:cubicBezTo>
                    <a:pt x="0" y="356"/>
                    <a:pt x="0" y="284"/>
                    <a:pt x="0" y="213"/>
                  </a:cubicBezTo>
                  <a:cubicBezTo>
                    <a:pt x="0" y="178"/>
                    <a:pt x="0" y="142"/>
                    <a:pt x="0" y="107"/>
                  </a:cubicBezTo>
                  <a:cubicBezTo>
                    <a:pt x="1" y="71"/>
                    <a:pt x="1" y="36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3" y="36"/>
                    <a:pt x="3" y="71"/>
                    <a:pt x="3" y="107"/>
                  </a:cubicBezTo>
                  <a:cubicBezTo>
                    <a:pt x="4" y="142"/>
                    <a:pt x="4" y="178"/>
                    <a:pt x="4" y="213"/>
                  </a:cubicBezTo>
                  <a:cubicBezTo>
                    <a:pt x="4" y="284"/>
                    <a:pt x="3" y="356"/>
                    <a:pt x="3" y="427"/>
                  </a:cubicBezTo>
                  <a:cubicBezTo>
                    <a:pt x="3" y="462"/>
                    <a:pt x="2" y="498"/>
                    <a:pt x="2" y="533"/>
                  </a:cubicBezTo>
                  <a:cubicBezTo>
                    <a:pt x="3" y="569"/>
                    <a:pt x="3" y="604"/>
                    <a:pt x="3" y="640"/>
                  </a:cubicBezTo>
                  <a:cubicBezTo>
                    <a:pt x="4" y="711"/>
                    <a:pt x="3" y="782"/>
                    <a:pt x="2" y="8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" name="Freeform 45"/>
            <p:cNvSpPr>
              <a:spLocks noEditPoints="1"/>
            </p:cNvSpPr>
            <p:nvPr/>
          </p:nvSpPr>
          <p:spPr bwMode="auto">
            <a:xfrm>
              <a:off x="903288" y="5772150"/>
              <a:ext cx="341313" cy="331788"/>
            </a:xfrm>
            <a:custGeom>
              <a:avLst/>
              <a:gdLst>
                <a:gd name="T0" fmla="*/ 127 w 152"/>
                <a:gd name="T1" fmla="*/ 122 h 148"/>
                <a:gd name="T2" fmla="*/ 84 w 152"/>
                <a:gd name="T3" fmla="*/ 134 h 148"/>
                <a:gd name="T4" fmla="*/ 112 w 152"/>
                <a:gd name="T5" fmla="*/ 131 h 148"/>
                <a:gd name="T6" fmla="*/ 48 w 152"/>
                <a:gd name="T7" fmla="*/ 142 h 148"/>
                <a:gd name="T8" fmla="*/ 4 w 152"/>
                <a:gd name="T9" fmla="*/ 95 h 148"/>
                <a:gd name="T10" fmla="*/ 20 w 152"/>
                <a:gd name="T11" fmla="*/ 61 h 148"/>
                <a:gd name="T12" fmla="*/ 26 w 152"/>
                <a:gd name="T13" fmla="*/ 58 h 148"/>
                <a:gd name="T14" fmla="*/ 31 w 152"/>
                <a:gd name="T15" fmla="*/ 23 h 148"/>
                <a:gd name="T16" fmla="*/ 19 w 152"/>
                <a:gd name="T17" fmla="*/ 0 h 148"/>
                <a:gd name="T18" fmla="*/ 33 w 152"/>
                <a:gd name="T19" fmla="*/ 57 h 148"/>
                <a:gd name="T20" fmla="*/ 41 w 152"/>
                <a:gd name="T21" fmla="*/ 63 h 148"/>
                <a:gd name="T22" fmla="*/ 36 w 152"/>
                <a:gd name="T23" fmla="*/ 80 h 148"/>
                <a:gd name="T24" fmla="*/ 26 w 152"/>
                <a:gd name="T25" fmla="*/ 67 h 148"/>
                <a:gd name="T26" fmla="*/ 64 w 152"/>
                <a:gd name="T27" fmla="*/ 132 h 148"/>
                <a:gd name="T28" fmla="*/ 84 w 152"/>
                <a:gd name="T29" fmla="*/ 112 h 148"/>
                <a:gd name="T30" fmla="*/ 77 w 152"/>
                <a:gd name="T31" fmla="*/ 131 h 148"/>
                <a:gd name="T32" fmla="*/ 152 w 152"/>
                <a:gd name="T33" fmla="*/ 129 h 148"/>
                <a:gd name="T34" fmla="*/ 114 w 152"/>
                <a:gd name="T35" fmla="*/ 131 h 148"/>
                <a:gd name="T36" fmla="*/ 127 w 152"/>
                <a:gd name="T37" fmla="*/ 122 h 148"/>
                <a:gd name="T38" fmla="*/ 74 w 152"/>
                <a:gd name="T39" fmla="*/ 128 h 148"/>
                <a:gd name="T40" fmla="*/ 68 w 152"/>
                <a:gd name="T41" fmla="*/ 112 h 148"/>
                <a:gd name="T42" fmla="*/ 66 w 152"/>
                <a:gd name="T43" fmla="*/ 117 h 148"/>
                <a:gd name="T44" fmla="*/ 66 w 152"/>
                <a:gd name="T45" fmla="*/ 125 h 148"/>
                <a:gd name="T46" fmla="*/ 73 w 152"/>
                <a:gd name="T47" fmla="*/ 128 h 148"/>
                <a:gd name="T48" fmla="*/ 74 w 152"/>
                <a:gd name="T49" fmla="*/ 114 h 148"/>
                <a:gd name="T50" fmla="*/ 74 w 152"/>
                <a:gd name="T51" fmla="*/ 128 h 148"/>
                <a:gd name="T52" fmla="*/ 9 w 152"/>
                <a:gd name="T53" fmla="*/ 88 h 148"/>
                <a:gd name="T54" fmla="*/ 56 w 152"/>
                <a:gd name="T55" fmla="*/ 135 h 148"/>
                <a:gd name="T56" fmla="*/ 9 w 152"/>
                <a:gd name="T57" fmla="*/ 88 h 148"/>
                <a:gd name="T58" fmla="*/ 37 w 152"/>
                <a:gd name="T59" fmla="*/ 61 h 148"/>
                <a:gd name="T60" fmla="*/ 31 w 152"/>
                <a:gd name="T61" fmla="*/ 77 h 148"/>
                <a:gd name="T62" fmla="*/ 37 w 152"/>
                <a:gd name="T63" fmla="*/ 61 h 148"/>
                <a:gd name="T64" fmla="*/ 30 w 152"/>
                <a:gd name="T65" fmla="*/ 57 h 148"/>
                <a:gd name="T66" fmla="*/ 33 w 152"/>
                <a:gd name="T67" fmla="*/ 31 h 148"/>
                <a:gd name="T68" fmla="*/ 30 w 152"/>
                <a:gd name="T69" fmla="*/ 57 h 148"/>
                <a:gd name="T70" fmla="*/ 30 w 152"/>
                <a:gd name="T71" fmla="*/ 61 h 148"/>
                <a:gd name="T72" fmla="*/ 30 w 152"/>
                <a:gd name="T73" fmla="*/ 74 h 148"/>
                <a:gd name="T74" fmla="*/ 30 w 152"/>
                <a:gd name="T75" fmla="*/ 61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52" h="148">
                  <a:moveTo>
                    <a:pt x="127" y="122"/>
                  </a:moveTo>
                  <a:cubicBezTo>
                    <a:pt x="115" y="118"/>
                    <a:pt x="99" y="137"/>
                    <a:pt x="84" y="134"/>
                  </a:cubicBezTo>
                  <a:cubicBezTo>
                    <a:pt x="92" y="142"/>
                    <a:pt x="106" y="130"/>
                    <a:pt x="112" y="131"/>
                  </a:cubicBezTo>
                  <a:cubicBezTo>
                    <a:pt x="95" y="147"/>
                    <a:pt x="66" y="127"/>
                    <a:pt x="48" y="142"/>
                  </a:cubicBezTo>
                  <a:cubicBezTo>
                    <a:pt x="19" y="142"/>
                    <a:pt x="1" y="123"/>
                    <a:pt x="4" y="95"/>
                  </a:cubicBezTo>
                  <a:cubicBezTo>
                    <a:pt x="6" y="82"/>
                    <a:pt x="19" y="74"/>
                    <a:pt x="20" y="61"/>
                  </a:cubicBezTo>
                  <a:cubicBezTo>
                    <a:pt x="23" y="58"/>
                    <a:pt x="22" y="60"/>
                    <a:pt x="26" y="58"/>
                  </a:cubicBezTo>
                  <a:cubicBezTo>
                    <a:pt x="25" y="45"/>
                    <a:pt x="33" y="34"/>
                    <a:pt x="31" y="23"/>
                  </a:cubicBezTo>
                  <a:cubicBezTo>
                    <a:pt x="30" y="12"/>
                    <a:pt x="19" y="8"/>
                    <a:pt x="19" y="0"/>
                  </a:cubicBezTo>
                  <a:cubicBezTo>
                    <a:pt x="36" y="7"/>
                    <a:pt x="41" y="36"/>
                    <a:pt x="33" y="57"/>
                  </a:cubicBezTo>
                  <a:cubicBezTo>
                    <a:pt x="34" y="60"/>
                    <a:pt x="40" y="59"/>
                    <a:pt x="41" y="63"/>
                  </a:cubicBezTo>
                  <a:cubicBezTo>
                    <a:pt x="43" y="69"/>
                    <a:pt x="40" y="75"/>
                    <a:pt x="36" y="80"/>
                  </a:cubicBezTo>
                  <a:cubicBezTo>
                    <a:pt x="27" y="79"/>
                    <a:pt x="20" y="74"/>
                    <a:pt x="26" y="67"/>
                  </a:cubicBezTo>
                  <a:cubicBezTo>
                    <a:pt x="1" y="88"/>
                    <a:pt x="14" y="148"/>
                    <a:pt x="64" y="132"/>
                  </a:cubicBezTo>
                  <a:cubicBezTo>
                    <a:pt x="54" y="118"/>
                    <a:pt x="73" y="97"/>
                    <a:pt x="84" y="112"/>
                  </a:cubicBezTo>
                  <a:cubicBezTo>
                    <a:pt x="86" y="123"/>
                    <a:pt x="81" y="126"/>
                    <a:pt x="77" y="131"/>
                  </a:cubicBezTo>
                  <a:cubicBezTo>
                    <a:pt x="101" y="137"/>
                    <a:pt x="133" y="102"/>
                    <a:pt x="152" y="129"/>
                  </a:cubicBezTo>
                  <a:cubicBezTo>
                    <a:pt x="143" y="117"/>
                    <a:pt x="124" y="124"/>
                    <a:pt x="114" y="131"/>
                  </a:cubicBezTo>
                  <a:cubicBezTo>
                    <a:pt x="116" y="126"/>
                    <a:pt x="123" y="126"/>
                    <a:pt x="127" y="122"/>
                  </a:cubicBezTo>
                  <a:close/>
                  <a:moveTo>
                    <a:pt x="74" y="128"/>
                  </a:moveTo>
                  <a:cubicBezTo>
                    <a:pt x="91" y="127"/>
                    <a:pt x="78" y="98"/>
                    <a:pt x="68" y="112"/>
                  </a:cubicBezTo>
                  <a:cubicBezTo>
                    <a:pt x="75" y="112"/>
                    <a:pt x="69" y="117"/>
                    <a:pt x="66" y="117"/>
                  </a:cubicBezTo>
                  <a:cubicBezTo>
                    <a:pt x="66" y="119"/>
                    <a:pt x="66" y="122"/>
                    <a:pt x="66" y="125"/>
                  </a:cubicBezTo>
                  <a:cubicBezTo>
                    <a:pt x="68" y="126"/>
                    <a:pt x="69" y="128"/>
                    <a:pt x="73" y="128"/>
                  </a:cubicBezTo>
                  <a:cubicBezTo>
                    <a:pt x="75" y="124"/>
                    <a:pt x="80" y="117"/>
                    <a:pt x="74" y="114"/>
                  </a:cubicBezTo>
                  <a:cubicBezTo>
                    <a:pt x="84" y="115"/>
                    <a:pt x="78" y="125"/>
                    <a:pt x="74" y="128"/>
                  </a:cubicBezTo>
                  <a:close/>
                  <a:moveTo>
                    <a:pt x="9" y="88"/>
                  </a:moveTo>
                  <a:cubicBezTo>
                    <a:pt x="0" y="121"/>
                    <a:pt x="28" y="148"/>
                    <a:pt x="56" y="135"/>
                  </a:cubicBezTo>
                  <a:cubicBezTo>
                    <a:pt x="20" y="145"/>
                    <a:pt x="13" y="115"/>
                    <a:pt x="9" y="88"/>
                  </a:cubicBezTo>
                  <a:close/>
                  <a:moveTo>
                    <a:pt x="37" y="61"/>
                  </a:moveTo>
                  <a:cubicBezTo>
                    <a:pt x="38" y="69"/>
                    <a:pt x="34" y="72"/>
                    <a:pt x="31" y="77"/>
                  </a:cubicBezTo>
                  <a:cubicBezTo>
                    <a:pt x="40" y="78"/>
                    <a:pt x="42" y="66"/>
                    <a:pt x="37" y="61"/>
                  </a:cubicBezTo>
                  <a:close/>
                  <a:moveTo>
                    <a:pt x="30" y="57"/>
                  </a:moveTo>
                  <a:cubicBezTo>
                    <a:pt x="30" y="49"/>
                    <a:pt x="38" y="40"/>
                    <a:pt x="33" y="31"/>
                  </a:cubicBezTo>
                  <a:cubicBezTo>
                    <a:pt x="34" y="41"/>
                    <a:pt x="26" y="49"/>
                    <a:pt x="30" y="57"/>
                  </a:cubicBezTo>
                  <a:close/>
                  <a:moveTo>
                    <a:pt x="30" y="61"/>
                  </a:moveTo>
                  <a:cubicBezTo>
                    <a:pt x="28" y="63"/>
                    <a:pt x="27" y="72"/>
                    <a:pt x="30" y="74"/>
                  </a:cubicBezTo>
                  <a:cubicBezTo>
                    <a:pt x="33" y="70"/>
                    <a:pt x="36" y="63"/>
                    <a:pt x="30" y="6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" name="Freeform 46"/>
            <p:cNvSpPr>
              <a:spLocks noEditPoints="1"/>
            </p:cNvSpPr>
            <p:nvPr/>
          </p:nvSpPr>
          <p:spPr bwMode="auto">
            <a:xfrm>
              <a:off x="906463" y="5768975"/>
              <a:ext cx="341313" cy="323850"/>
            </a:xfrm>
            <a:custGeom>
              <a:avLst/>
              <a:gdLst>
                <a:gd name="T0" fmla="*/ 2 w 151"/>
                <a:gd name="T1" fmla="*/ 96 h 144"/>
                <a:gd name="T2" fmla="*/ 21 w 151"/>
                <a:gd name="T3" fmla="*/ 59 h 144"/>
                <a:gd name="T4" fmla="*/ 22 w 151"/>
                <a:gd name="T5" fmla="*/ 12 h 144"/>
                <a:gd name="T6" fmla="*/ 32 w 151"/>
                <a:gd name="T7" fmla="*/ 58 h 144"/>
                <a:gd name="T8" fmla="*/ 34 w 151"/>
                <a:gd name="T9" fmla="*/ 81 h 144"/>
                <a:gd name="T10" fmla="*/ 15 w 151"/>
                <a:gd name="T11" fmla="*/ 112 h 144"/>
                <a:gd name="T12" fmla="*/ 73 w 151"/>
                <a:gd name="T13" fmla="*/ 107 h 144"/>
                <a:gd name="T14" fmla="*/ 76 w 151"/>
                <a:gd name="T15" fmla="*/ 131 h 144"/>
                <a:gd name="T16" fmla="*/ 151 w 151"/>
                <a:gd name="T17" fmla="*/ 130 h 144"/>
                <a:gd name="T18" fmla="*/ 110 w 151"/>
                <a:gd name="T19" fmla="*/ 134 h 144"/>
                <a:gd name="T20" fmla="*/ 66 w 151"/>
                <a:gd name="T21" fmla="*/ 138 h 144"/>
                <a:gd name="T22" fmla="*/ 12 w 151"/>
                <a:gd name="T23" fmla="*/ 128 h 144"/>
                <a:gd name="T24" fmla="*/ 86 w 151"/>
                <a:gd name="T25" fmla="*/ 138 h 144"/>
                <a:gd name="T26" fmla="*/ 86 w 151"/>
                <a:gd name="T27" fmla="*/ 134 h 144"/>
                <a:gd name="T28" fmla="*/ 75 w 151"/>
                <a:gd name="T29" fmla="*/ 133 h 144"/>
                <a:gd name="T30" fmla="*/ 77 w 151"/>
                <a:gd name="T31" fmla="*/ 128 h 144"/>
                <a:gd name="T32" fmla="*/ 66 w 151"/>
                <a:gd name="T33" fmla="*/ 128 h 144"/>
                <a:gd name="T34" fmla="*/ 64 w 151"/>
                <a:gd name="T35" fmla="*/ 117 h 144"/>
                <a:gd name="T36" fmla="*/ 65 w 151"/>
                <a:gd name="T37" fmla="*/ 114 h 144"/>
                <a:gd name="T38" fmla="*/ 63 w 151"/>
                <a:gd name="T39" fmla="*/ 133 h 144"/>
                <a:gd name="T40" fmla="*/ 54 w 151"/>
                <a:gd name="T41" fmla="*/ 137 h 144"/>
                <a:gd name="T42" fmla="*/ 7 w 151"/>
                <a:gd name="T43" fmla="*/ 86 h 144"/>
                <a:gd name="T44" fmla="*/ 41 w 151"/>
                <a:gd name="T45" fmla="*/ 139 h 144"/>
                <a:gd name="T46" fmla="*/ 92 w 151"/>
                <a:gd name="T47" fmla="*/ 138 h 144"/>
                <a:gd name="T48" fmla="*/ 41 w 151"/>
                <a:gd name="T49" fmla="*/ 137 h 144"/>
                <a:gd name="T50" fmla="*/ 26 w 151"/>
                <a:gd name="T51" fmla="*/ 65 h 144"/>
                <a:gd name="T52" fmla="*/ 32 w 151"/>
                <a:gd name="T53" fmla="*/ 64 h 144"/>
                <a:gd name="T54" fmla="*/ 26 w 151"/>
                <a:gd name="T55" fmla="*/ 72 h 144"/>
                <a:gd name="T56" fmla="*/ 33 w 151"/>
                <a:gd name="T57" fmla="*/ 80 h 144"/>
                <a:gd name="T58" fmla="*/ 38 w 151"/>
                <a:gd name="T59" fmla="*/ 73 h 144"/>
                <a:gd name="T60" fmla="*/ 28 w 151"/>
                <a:gd name="T61" fmla="*/ 78 h 144"/>
                <a:gd name="T62" fmla="*/ 34 w 151"/>
                <a:gd name="T63" fmla="*/ 61 h 144"/>
                <a:gd name="T64" fmla="*/ 18 w 151"/>
                <a:gd name="T65" fmla="*/ 2 h 144"/>
                <a:gd name="T66" fmla="*/ 31 w 151"/>
                <a:gd name="T67" fmla="*/ 32 h 144"/>
                <a:gd name="T68" fmla="*/ 27 w 151"/>
                <a:gd name="T69" fmla="*/ 58 h 144"/>
                <a:gd name="T70" fmla="*/ 28 w 151"/>
                <a:gd name="T71" fmla="*/ 42 h 144"/>
                <a:gd name="T72" fmla="*/ 21 w 151"/>
                <a:gd name="T73" fmla="*/ 61 h 144"/>
                <a:gd name="T74" fmla="*/ 7 w 151"/>
                <a:gd name="T75" fmla="*/ 86 h 144"/>
                <a:gd name="T76" fmla="*/ 110 w 151"/>
                <a:gd name="T77" fmla="*/ 131 h 144"/>
                <a:gd name="T78" fmla="*/ 121 w 151"/>
                <a:gd name="T79" fmla="*/ 123 h 144"/>
                <a:gd name="T80" fmla="*/ 67 w 151"/>
                <a:gd name="T81" fmla="*/ 127 h 144"/>
                <a:gd name="T82" fmla="*/ 74 w 151"/>
                <a:gd name="T83" fmla="*/ 118 h 144"/>
                <a:gd name="T84" fmla="*/ 64 w 151"/>
                <a:gd name="T85" fmla="*/ 118 h 144"/>
                <a:gd name="T86" fmla="*/ 75 w 151"/>
                <a:gd name="T87" fmla="*/ 118 h 144"/>
                <a:gd name="T88" fmla="*/ 70 w 151"/>
                <a:gd name="T89" fmla="*/ 114 h 144"/>
                <a:gd name="T90" fmla="*/ 79 w 151"/>
                <a:gd name="T91" fmla="*/ 120 h 144"/>
                <a:gd name="T92" fmla="*/ 122 w 151"/>
                <a:gd name="T93" fmla="*/ 122 h 144"/>
                <a:gd name="T94" fmla="*/ 123 w 151"/>
                <a:gd name="T95" fmla="*/ 125 h 144"/>
                <a:gd name="T96" fmla="*/ 122 w 151"/>
                <a:gd name="T97" fmla="*/ 122 h 144"/>
                <a:gd name="T98" fmla="*/ 81 w 151"/>
                <a:gd name="T99" fmla="*/ 114 h 144"/>
                <a:gd name="T100" fmla="*/ 32 w 151"/>
                <a:gd name="T101" fmla="*/ 74 h 144"/>
                <a:gd name="T102" fmla="*/ 28 w 151"/>
                <a:gd name="T103" fmla="*/ 63 h 144"/>
                <a:gd name="T104" fmla="*/ 28 w 151"/>
                <a:gd name="T105" fmla="*/ 63 h 144"/>
                <a:gd name="T106" fmla="*/ 29 w 151"/>
                <a:gd name="T107" fmla="*/ 4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51" h="144">
                  <a:moveTo>
                    <a:pt x="47" y="144"/>
                  </a:moveTo>
                  <a:cubicBezTo>
                    <a:pt x="46" y="144"/>
                    <a:pt x="46" y="144"/>
                    <a:pt x="46" y="144"/>
                  </a:cubicBezTo>
                  <a:cubicBezTo>
                    <a:pt x="32" y="144"/>
                    <a:pt x="19" y="139"/>
                    <a:pt x="11" y="129"/>
                  </a:cubicBezTo>
                  <a:cubicBezTo>
                    <a:pt x="3" y="121"/>
                    <a:pt x="0" y="109"/>
                    <a:pt x="2" y="96"/>
                  </a:cubicBezTo>
                  <a:cubicBezTo>
                    <a:pt x="3" y="90"/>
                    <a:pt x="6" y="84"/>
                    <a:pt x="10" y="79"/>
                  </a:cubicBezTo>
                  <a:cubicBezTo>
                    <a:pt x="13" y="73"/>
                    <a:pt x="17" y="68"/>
                    <a:pt x="17" y="62"/>
                  </a:cubicBezTo>
                  <a:cubicBezTo>
                    <a:pt x="17" y="62"/>
                    <a:pt x="17" y="62"/>
                    <a:pt x="17" y="62"/>
                  </a:cubicBezTo>
                  <a:cubicBezTo>
                    <a:pt x="19" y="60"/>
                    <a:pt x="20" y="59"/>
                    <a:pt x="21" y="59"/>
                  </a:cubicBezTo>
                  <a:cubicBezTo>
                    <a:pt x="21" y="59"/>
                    <a:pt x="22" y="59"/>
                    <a:pt x="23" y="59"/>
                  </a:cubicBezTo>
                  <a:cubicBezTo>
                    <a:pt x="23" y="53"/>
                    <a:pt x="24" y="47"/>
                    <a:pt x="26" y="41"/>
                  </a:cubicBezTo>
                  <a:cubicBezTo>
                    <a:pt x="28" y="35"/>
                    <a:pt x="30" y="30"/>
                    <a:pt x="29" y="24"/>
                  </a:cubicBezTo>
                  <a:cubicBezTo>
                    <a:pt x="28" y="19"/>
                    <a:pt x="25" y="15"/>
                    <a:pt x="22" y="12"/>
                  </a:cubicBezTo>
                  <a:cubicBezTo>
                    <a:pt x="19" y="8"/>
                    <a:pt x="16" y="5"/>
                    <a:pt x="16" y="1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35" y="8"/>
                    <a:pt x="40" y="37"/>
                    <a:pt x="32" y="58"/>
                  </a:cubicBezTo>
                  <a:cubicBezTo>
                    <a:pt x="32" y="59"/>
                    <a:pt x="34" y="59"/>
                    <a:pt x="35" y="60"/>
                  </a:cubicBezTo>
                  <a:cubicBezTo>
                    <a:pt x="37" y="61"/>
                    <a:pt x="39" y="61"/>
                    <a:pt x="40" y="63"/>
                  </a:cubicBezTo>
                  <a:cubicBezTo>
                    <a:pt x="43" y="72"/>
                    <a:pt x="37" y="78"/>
                    <a:pt x="34" y="81"/>
                  </a:cubicBezTo>
                  <a:cubicBezTo>
                    <a:pt x="34" y="81"/>
                    <a:pt x="34" y="81"/>
                    <a:pt x="34" y="81"/>
                  </a:cubicBezTo>
                  <a:cubicBezTo>
                    <a:pt x="34" y="81"/>
                    <a:pt x="34" y="81"/>
                    <a:pt x="34" y="81"/>
                  </a:cubicBezTo>
                  <a:cubicBezTo>
                    <a:pt x="28" y="81"/>
                    <a:pt x="23" y="79"/>
                    <a:pt x="22" y="76"/>
                  </a:cubicBezTo>
                  <a:cubicBezTo>
                    <a:pt x="21" y="75"/>
                    <a:pt x="21" y="73"/>
                    <a:pt x="21" y="71"/>
                  </a:cubicBezTo>
                  <a:cubicBezTo>
                    <a:pt x="12" y="82"/>
                    <a:pt x="10" y="98"/>
                    <a:pt x="15" y="112"/>
                  </a:cubicBezTo>
                  <a:cubicBezTo>
                    <a:pt x="20" y="127"/>
                    <a:pt x="32" y="135"/>
                    <a:pt x="46" y="135"/>
                  </a:cubicBezTo>
                  <a:cubicBezTo>
                    <a:pt x="51" y="135"/>
                    <a:pt x="56" y="134"/>
                    <a:pt x="61" y="133"/>
                  </a:cubicBezTo>
                  <a:cubicBezTo>
                    <a:pt x="58" y="128"/>
                    <a:pt x="57" y="122"/>
                    <a:pt x="60" y="116"/>
                  </a:cubicBezTo>
                  <a:cubicBezTo>
                    <a:pt x="63" y="111"/>
                    <a:pt x="68" y="107"/>
                    <a:pt x="73" y="107"/>
                  </a:cubicBezTo>
                  <a:cubicBezTo>
                    <a:pt x="75" y="107"/>
                    <a:pt x="79" y="108"/>
                    <a:pt x="83" y="113"/>
                  </a:cubicBezTo>
                  <a:cubicBezTo>
                    <a:pt x="83" y="113"/>
                    <a:pt x="83" y="113"/>
                    <a:pt x="83" y="113"/>
                  </a:cubicBezTo>
                  <a:cubicBezTo>
                    <a:pt x="84" y="122"/>
                    <a:pt x="81" y="126"/>
                    <a:pt x="77" y="130"/>
                  </a:cubicBezTo>
                  <a:cubicBezTo>
                    <a:pt x="77" y="130"/>
                    <a:pt x="77" y="131"/>
                    <a:pt x="76" y="131"/>
                  </a:cubicBezTo>
                  <a:cubicBezTo>
                    <a:pt x="78" y="132"/>
                    <a:pt x="80" y="132"/>
                    <a:pt x="82" y="132"/>
                  </a:cubicBezTo>
                  <a:cubicBezTo>
                    <a:pt x="90" y="132"/>
                    <a:pt x="98" y="129"/>
                    <a:pt x="107" y="125"/>
                  </a:cubicBezTo>
                  <a:cubicBezTo>
                    <a:pt x="115" y="122"/>
                    <a:pt x="123" y="119"/>
                    <a:pt x="131" y="119"/>
                  </a:cubicBezTo>
                  <a:cubicBezTo>
                    <a:pt x="139" y="119"/>
                    <a:pt x="146" y="123"/>
                    <a:pt x="151" y="130"/>
                  </a:cubicBezTo>
                  <a:cubicBezTo>
                    <a:pt x="150" y="131"/>
                    <a:pt x="150" y="131"/>
                    <a:pt x="150" y="131"/>
                  </a:cubicBezTo>
                  <a:cubicBezTo>
                    <a:pt x="146" y="127"/>
                    <a:pt x="142" y="124"/>
                    <a:pt x="136" y="124"/>
                  </a:cubicBezTo>
                  <a:cubicBezTo>
                    <a:pt x="126" y="124"/>
                    <a:pt x="115" y="131"/>
                    <a:pt x="112" y="132"/>
                  </a:cubicBezTo>
                  <a:cubicBezTo>
                    <a:pt x="110" y="134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05" y="137"/>
                    <a:pt x="99" y="139"/>
                    <a:pt x="90" y="139"/>
                  </a:cubicBezTo>
                  <a:cubicBezTo>
                    <a:pt x="86" y="139"/>
                    <a:pt x="82" y="139"/>
                    <a:pt x="78" y="139"/>
                  </a:cubicBezTo>
                  <a:cubicBezTo>
                    <a:pt x="74" y="138"/>
                    <a:pt x="70" y="138"/>
                    <a:pt x="66" y="138"/>
                  </a:cubicBezTo>
                  <a:cubicBezTo>
                    <a:pt x="58" y="138"/>
                    <a:pt x="52" y="140"/>
                    <a:pt x="47" y="144"/>
                  </a:cubicBezTo>
                  <a:close/>
                  <a:moveTo>
                    <a:pt x="7" y="86"/>
                  </a:moveTo>
                  <a:cubicBezTo>
                    <a:pt x="5" y="89"/>
                    <a:pt x="4" y="93"/>
                    <a:pt x="3" y="96"/>
                  </a:cubicBezTo>
                  <a:cubicBezTo>
                    <a:pt x="2" y="109"/>
                    <a:pt x="5" y="120"/>
                    <a:pt x="12" y="128"/>
                  </a:cubicBezTo>
                  <a:cubicBezTo>
                    <a:pt x="20" y="137"/>
                    <a:pt x="32" y="142"/>
                    <a:pt x="46" y="142"/>
                  </a:cubicBezTo>
                  <a:cubicBezTo>
                    <a:pt x="51" y="138"/>
                    <a:pt x="57" y="136"/>
                    <a:pt x="66" y="136"/>
                  </a:cubicBezTo>
                  <a:cubicBezTo>
                    <a:pt x="70" y="136"/>
                    <a:pt x="74" y="137"/>
                    <a:pt x="78" y="137"/>
                  </a:cubicBezTo>
                  <a:cubicBezTo>
                    <a:pt x="81" y="137"/>
                    <a:pt x="83" y="138"/>
                    <a:pt x="86" y="138"/>
                  </a:cubicBezTo>
                  <a:cubicBezTo>
                    <a:pt x="84" y="137"/>
                    <a:pt x="83" y="136"/>
                    <a:pt x="81" y="135"/>
                  </a:cubicBezTo>
                  <a:cubicBezTo>
                    <a:pt x="80" y="133"/>
                    <a:pt x="80" y="133"/>
                    <a:pt x="80" y="133"/>
                  </a:cubicBezTo>
                  <a:cubicBezTo>
                    <a:pt x="82" y="134"/>
                    <a:pt x="82" y="134"/>
                    <a:pt x="82" y="134"/>
                  </a:cubicBezTo>
                  <a:cubicBezTo>
                    <a:pt x="83" y="134"/>
                    <a:pt x="84" y="134"/>
                    <a:pt x="86" y="134"/>
                  </a:cubicBezTo>
                  <a:cubicBezTo>
                    <a:pt x="92" y="134"/>
                    <a:pt x="99" y="131"/>
                    <a:pt x="105" y="128"/>
                  </a:cubicBezTo>
                  <a:cubicBezTo>
                    <a:pt x="105" y="128"/>
                    <a:pt x="105" y="128"/>
                    <a:pt x="105" y="128"/>
                  </a:cubicBezTo>
                  <a:cubicBezTo>
                    <a:pt x="97" y="131"/>
                    <a:pt x="89" y="133"/>
                    <a:pt x="82" y="133"/>
                  </a:cubicBezTo>
                  <a:cubicBezTo>
                    <a:pt x="79" y="133"/>
                    <a:pt x="77" y="133"/>
                    <a:pt x="75" y="133"/>
                  </a:cubicBezTo>
                  <a:cubicBezTo>
                    <a:pt x="74" y="132"/>
                    <a:pt x="74" y="132"/>
                    <a:pt x="74" y="132"/>
                  </a:cubicBezTo>
                  <a:cubicBezTo>
                    <a:pt x="74" y="131"/>
                    <a:pt x="74" y="131"/>
                    <a:pt x="74" y="131"/>
                  </a:cubicBezTo>
                  <a:cubicBezTo>
                    <a:pt x="75" y="131"/>
                    <a:pt x="76" y="130"/>
                    <a:pt x="76" y="129"/>
                  </a:cubicBezTo>
                  <a:cubicBezTo>
                    <a:pt x="77" y="129"/>
                    <a:pt x="77" y="128"/>
                    <a:pt x="77" y="128"/>
                  </a:cubicBezTo>
                  <a:cubicBezTo>
                    <a:pt x="76" y="129"/>
                    <a:pt x="74" y="130"/>
                    <a:pt x="72" y="130"/>
                  </a:cubicBezTo>
                  <a:cubicBezTo>
                    <a:pt x="70" y="130"/>
                    <a:pt x="70" y="130"/>
                    <a:pt x="70" y="130"/>
                  </a:cubicBezTo>
                  <a:cubicBezTo>
                    <a:pt x="70" y="130"/>
                    <a:pt x="70" y="130"/>
                    <a:pt x="70" y="130"/>
                  </a:cubicBezTo>
                  <a:cubicBezTo>
                    <a:pt x="68" y="130"/>
                    <a:pt x="67" y="129"/>
                    <a:pt x="66" y="128"/>
                  </a:cubicBezTo>
                  <a:cubicBezTo>
                    <a:pt x="65" y="128"/>
                    <a:pt x="64" y="127"/>
                    <a:pt x="63" y="127"/>
                  </a:cubicBezTo>
                  <a:cubicBezTo>
                    <a:pt x="63" y="127"/>
                    <a:pt x="63" y="127"/>
                    <a:pt x="63" y="127"/>
                  </a:cubicBezTo>
                  <a:cubicBezTo>
                    <a:pt x="63" y="117"/>
                    <a:pt x="63" y="117"/>
                    <a:pt x="63" y="117"/>
                  </a:cubicBezTo>
                  <a:cubicBezTo>
                    <a:pt x="64" y="117"/>
                    <a:pt x="64" y="117"/>
                    <a:pt x="64" y="117"/>
                  </a:cubicBezTo>
                  <a:cubicBezTo>
                    <a:pt x="64" y="117"/>
                    <a:pt x="64" y="117"/>
                    <a:pt x="64" y="117"/>
                  </a:cubicBezTo>
                  <a:cubicBezTo>
                    <a:pt x="66" y="117"/>
                    <a:pt x="68" y="115"/>
                    <a:pt x="68" y="114"/>
                  </a:cubicBezTo>
                  <a:cubicBezTo>
                    <a:pt x="68" y="114"/>
                    <a:pt x="68" y="114"/>
                    <a:pt x="66" y="114"/>
                  </a:cubicBezTo>
                  <a:cubicBezTo>
                    <a:pt x="65" y="114"/>
                    <a:pt x="65" y="114"/>
                    <a:pt x="65" y="114"/>
                  </a:cubicBezTo>
                  <a:cubicBezTo>
                    <a:pt x="66" y="113"/>
                    <a:pt x="66" y="113"/>
                    <a:pt x="66" y="113"/>
                  </a:cubicBezTo>
                  <a:cubicBezTo>
                    <a:pt x="67" y="110"/>
                    <a:pt x="69" y="109"/>
                    <a:pt x="71" y="109"/>
                  </a:cubicBezTo>
                  <a:cubicBezTo>
                    <a:pt x="67" y="110"/>
                    <a:pt x="64" y="113"/>
                    <a:pt x="62" y="117"/>
                  </a:cubicBezTo>
                  <a:cubicBezTo>
                    <a:pt x="59" y="122"/>
                    <a:pt x="59" y="128"/>
                    <a:pt x="63" y="133"/>
                  </a:cubicBezTo>
                  <a:cubicBezTo>
                    <a:pt x="63" y="134"/>
                    <a:pt x="63" y="134"/>
                    <a:pt x="63" y="134"/>
                  </a:cubicBezTo>
                  <a:cubicBezTo>
                    <a:pt x="62" y="134"/>
                    <a:pt x="62" y="134"/>
                    <a:pt x="62" y="134"/>
                  </a:cubicBezTo>
                  <a:cubicBezTo>
                    <a:pt x="59" y="135"/>
                    <a:pt x="56" y="136"/>
                    <a:pt x="54" y="136"/>
                  </a:cubicBezTo>
                  <a:cubicBezTo>
                    <a:pt x="54" y="137"/>
                    <a:pt x="54" y="137"/>
                    <a:pt x="54" y="137"/>
                  </a:cubicBezTo>
                  <a:cubicBezTo>
                    <a:pt x="49" y="139"/>
                    <a:pt x="44" y="140"/>
                    <a:pt x="39" y="140"/>
                  </a:cubicBezTo>
                  <a:cubicBezTo>
                    <a:pt x="29" y="140"/>
                    <a:pt x="19" y="135"/>
                    <a:pt x="13" y="127"/>
                  </a:cubicBezTo>
                  <a:cubicBezTo>
                    <a:pt x="5" y="116"/>
                    <a:pt x="2" y="103"/>
                    <a:pt x="6" y="89"/>
                  </a:cubicBezTo>
                  <a:lnTo>
                    <a:pt x="7" y="86"/>
                  </a:lnTo>
                  <a:close/>
                  <a:moveTo>
                    <a:pt x="7" y="93"/>
                  </a:moveTo>
                  <a:cubicBezTo>
                    <a:pt x="4" y="105"/>
                    <a:pt x="7" y="117"/>
                    <a:pt x="14" y="126"/>
                  </a:cubicBezTo>
                  <a:cubicBezTo>
                    <a:pt x="21" y="135"/>
                    <a:pt x="31" y="139"/>
                    <a:pt x="41" y="139"/>
                  </a:cubicBezTo>
                  <a:cubicBezTo>
                    <a:pt x="41" y="139"/>
                    <a:pt x="41" y="139"/>
                    <a:pt x="41" y="139"/>
                  </a:cubicBezTo>
                  <a:cubicBezTo>
                    <a:pt x="16" y="139"/>
                    <a:pt x="10" y="113"/>
                    <a:pt x="7" y="93"/>
                  </a:cubicBezTo>
                  <a:close/>
                  <a:moveTo>
                    <a:pt x="108" y="133"/>
                  </a:moveTo>
                  <a:cubicBezTo>
                    <a:pt x="106" y="133"/>
                    <a:pt x="104" y="134"/>
                    <a:pt x="102" y="135"/>
                  </a:cubicBezTo>
                  <a:cubicBezTo>
                    <a:pt x="99" y="136"/>
                    <a:pt x="95" y="137"/>
                    <a:pt x="92" y="138"/>
                  </a:cubicBezTo>
                  <a:cubicBezTo>
                    <a:pt x="99" y="138"/>
                    <a:pt x="104" y="136"/>
                    <a:pt x="108" y="133"/>
                  </a:cubicBezTo>
                  <a:close/>
                  <a:moveTo>
                    <a:pt x="7" y="86"/>
                  </a:moveTo>
                  <a:cubicBezTo>
                    <a:pt x="7" y="89"/>
                    <a:pt x="7" y="89"/>
                    <a:pt x="7" y="89"/>
                  </a:cubicBezTo>
                  <a:cubicBezTo>
                    <a:pt x="12" y="114"/>
                    <a:pt x="17" y="137"/>
                    <a:pt x="41" y="137"/>
                  </a:cubicBezTo>
                  <a:cubicBezTo>
                    <a:pt x="43" y="137"/>
                    <a:pt x="45" y="137"/>
                    <a:pt x="48" y="137"/>
                  </a:cubicBezTo>
                  <a:cubicBezTo>
                    <a:pt x="32" y="137"/>
                    <a:pt x="19" y="128"/>
                    <a:pt x="13" y="113"/>
                  </a:cubicBezTo>
                  <a:cubicBezTo>
                    <a:pt x="7" y="96"/>
                    <a:pt x="12" y="77"/>
                    <a:pt x="23" y="67"/>
                  </a:cubicBezTo>
                  <a:cubicBezTo>
                    <a:pt x="26" y="65"/>
                    <a:pt x="26" y="65"/>
                    <a:pt x="26" y="65"/>
                  </a:cubicBezTo>
                  <a:cubicBezTo>
                    <a:pt x="26" y="63"/>
                    <a:pt x="27" y="62"/>
                    <a:pt x="27" y="62"/>
                  </a:cubicBezTo>
                  <a:cubicBezTo>
                    <a:pt x="28" y="61"/>
                    <a:pt x="28" y="61"/>
                    <a:pt x="28" y="61"/>
                  </a:cubicBezTo>
                  <a:cubicBezTo>
                    <a:pt x="28" y="61"/>
                    <a:pt x="28" y="61"/>
                    <a:pt x="28" y="61"/>
                  </a:cubicBezTo>
                  <a:cubicBezTo>
                    <a:pt x="30" y="62"/>
                    <a:pt x="31" y="63"/>
                    <a:pt x="32" y="64"/>
                  </a:cubicBezTo>
                  <a:cubicBezTo>
                    <a:pt x="33" y="68"/>
                    <a:pt x="30" y="73"/>
                    <a:pt x="29" y="75"/>
                  </a:cubicBezTo>
                  <a:cubicBezTo>
                    <a:pt x="28" y="76"/>
                    <a:pt x="28" y="76"/>
                    <a:pt x="28" y="76"/>
                  </a:cubicBezTo>
                  <a:cubicBezTo>
                    <a:pt x="28" y="76"/>
                    <a:pt x="28" y="76"/>
                    <a:pt x="28" y="76"/>
                  </a:cubicBezTo>
                  <a:cubicBezTo>
                    <a:pt x="27" y="75"/>
                    <a:pt x="26" y="74"/>
                    <a:pt x="26" y="72"/>
                  </a:cubicBezTo>
                  <a:cubicBezTo>
                    <a:pt x="25" y="70"/>
                    <a:pt x="26" y="68"/>
                    <a:pt x="26" y="66"/>
                  </a:cubicBezTo>
                  <a:cubicBezTo>
                    <a:pt x="24" y="68"/>
                    <a:pt x="24" y="68"/>
                    <a:pt x="24" y="68"/>
                  </a:cubicBezTo>
                  <a:cubicBezTo>
                    <a:pt x="22" y="71"/>
                    <a:pt x="22" y="73"/>
                    <a:pt x="23" y="75"/>
                  </a:cubicBezTo>
                  <a:cubicBezTo>
                    <a:pt x="24" y="78"/>
                    <a:pt x="28" y="80"/>
                    <a:pt x="33" y="80"/>
                  </a:cubicBezTo>
                  <a:cubicBezTo>
                    <a:pt x="36" y="77"/>
                    <a:pt x="41" y="71"/>
                    <a:pt x="39" y="64"/>
                  </a:cubicBezTo>
                  <a:cubicBezTo>
                    <a:pt x="38" y="63"/>
                    <a:pt x="37" y="62"/>
                    <a:pt x="35" y="62"/>
                  </a:cubicBezTo>
                  <a:cubicBezTo>
                    <a:pt x="36" y="62"/>
                    <a:pt x="36" y="62"/>
                    <a:pt x="36" y="62"/>
                  </a:cubicBezTo>
                  <a:cubicBezTo>
                    <a:pt x="38" y="64"/>
                    <a:pt x="39" y="69"/>
                    <a:pt x="38" y="73"/>
                  </a:cubicBezTo>
                  <a:cubicBezTo>
                    <a:pt x="36" y="77"/>
                    <a:pt x="34" y="79"/>
                    <a:pt x="30" y="79"/>
                  </a:cubicBezTo>
                  <a:cubicBezTo>
                    <a:pt x="30" y="79"/>
                    <a:pt x="30" y="79"/>
                    <a:pt x="30" y="79"/>
                  </a:cubicBezTo>
                  <a:cubicBezTo>
                    <a:pt x="30" y="79"/>
                    <a:pt x="30" y="79"/>
                    <a:pt x="29" y="79"/>
                  </a:cubicBezTo>
                  <a:cubicBezTo>
                    <a:pt x="28" y="78"/>
                    <a:pt x="28" y="78"/>
                    <a:pt x="28" y="78"/>
                  </a:cubicBezTo>
                  <a:cubicBezTo>
                    <a:pt x="29" y="78"/>
                    <a:pt x="29" y="78"/>
                    <a:pt x="29" y="78"/>
                  </a:cubicBezTo>
                  <a:cubicBezTo>
                    <a:pt x="29" y="76"/>
                    <a:pt x="30" y="75"/>
                    <a:pt x="31" y="74"/>
                  </a:cubicBezTo>
                  <a:cubicBezTo>
                    <a:pt x="33" y="71"/>
                    <a:pt x="35" y="68"/>
                    <a:pt x="34" y="62"/>
                  </a:cubicBezTo>
                  <a:cubicBezTo>
                    <a:pt x="34" y="61"/>
                    <a:pt x="34" y="61"/>
                    <a:pt x="34" y="61"/>
                  </a:cubicBezTo>
                  <a:cubicBezTo>
                    <a:pt x="33" y="61"/>
                    <a:pt x="31" y="60"/>
                    <a:pt x="30" y="58"/>
                  </a:cubicBezTo>
                  <a:cubicBezTo>
                    <a:pt x="30" y="58"/>
                    <a:pt x="30" y="58"/>
                    <a:pt x="30" y="58"/>
                  </a:cubicBezTo>
                  <a:cubicBezTo>
                    <a:pt x="30" y="58"/>
                    <a:pt x="30" y="58"/>
                    <a:pt x="30" y="58"/>
                  </a:cubicBezTo>
                  <a:cubicBezTo>
                    <a:pt x="38" y="39"/>
                    <a:pt x="34" y="10"/>
                    <a:pt x="18" y="2"/>
                  </a:cubicBezTo>
                  <a:cubicBezTo>
                    <a:pt x="18" y="5"/>
                    <a:pt x="20" y="8"/>
                    <a:pt x="23" y="11"/>
                  </a:cubicBezTo>
                  <a:cubicBezTo>
                    <a:pt x="26" y="14"/>
                    <a:pt x="29" y="18"/>
                    <a:pt x="30" y="24"/>
                  </a:cubicBezTo>
                  <a:cubicBezTo>
                    <a:pt x="30" y="26"/>
                    <a:pt x="30" y="28"/>
                    <a:pt x="30" y="30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35" y="38"/>
                    <a:pt x="33" y="44"/>
                    <a:pt x="31" y="49"/>
                  </a:cubicBezTo>
                  <a:cubicBezTo>
                    <a:pt x="30" y="52"/>
                    <a:pt x="29" y="55"/>
                    <a:pt x="29" y="58"/>
                  </a:cubicBezTo>
                  <a:cubicBezTo>
                    <a:pt x="29" y="61"/>
                    <a:pt x="29" y="61"/>
                    <a:pt x="29" y="61"/>
                  </a:cubicBezTo>
                  <a:cubicBezTo>
                    <a:pt x="27" y="58"/>
                    <a:pt x="27" y="58"/>
                    <a:pt x="27" y="58"/>
                  </a:cubicBezTo>
                  <a:cubicBezTo>
                    <a:pt x="25" y="53"/>
                    <a:pt x="26" y="49"/>
                    <a:pt x="28" y="44"/>
                  </a:cubicBezTo>
                  <a:cubicBezTo>
                    <a:pt x="29" y="40"/>
                    <a:pt x="31" y="36"/>
                    <a:pt x="30" y="32"/>
                  </a:cubicBezTo>
                  <a:cubicBezTo>
                    <a:pt x="30" y="32"/>
                    <a:pt x="30" y="32"/>
                    <a:pt x="30" y="32"/>
                  </a:cubicBezTo>
                  <a:cubicBezTo>
                    <a:pt x="30" y="35"/>
                    <a:pt x="29" y="38"/>
                    <a:pt x="28" y="42"/>
                  </a:cubicBezTo>
                  <a:cubicBezTo>
                    <a:pt x="26" y="47"/>
                    <a:pt x="24" y="53"/>
                    <a:pt x="24" y="59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4" y="60"/>
                    <a:pt x="24" y="60"/>
                    <a:pt x="24" y="60"/>
                  </a:cubicBezTo>
                  <a:cubicBezTo>
                    <a:pt x="23" y="61"/>
                    <a:pt x="22" y="61"/>
                    <a:pt x="21" y="61"/>
                  </a:cubicBezTo>
                  <a:cubicBezTo>
                    <a:pt x="21" y="61"/>
                    <a:pt x="21" y="61"/>
                    <a:pt x="21" y="61"/>
                  </a:cubicBezTo>
                  <a:cubicBezTo>
                    <a:pt x="20" y="61"/>
                    <a:pt x="20" y="61"/>
                    <a:pt x="19" y="62"/>
                  </a:cubicBezTo>
                  <a:cubicBezTo>
                    <a:pt x="18" y="69"/>
                    <a:pt x="14" y="74"/>
                    <a:pt x="11" y="79"/>
                  </a:cubicBezTo>
                  <a:cubicBezTo>
                    <a:pt x="10" y="82"/>
                    <a:pt x="8" y="84"/>
                    <a:pt x="7" y="86"/>
                  </a:cubicBezTo>
                  <a:close/>
                  <a:moveTo>
                    <a:pt x="85" y="136"/>
                  </a:moveTo>
                  <a:cubicBezTo>
                    <a:pt x="86" y="136"/>
                    <a:pt x="87" y="137"/>
                    <a:pt x="89" y="137"/>
                  </a:cubicBezTo>
                  <a:cubicBezTo>
                    <a:pt x="93" y="137"/>
                    <a:pt x="97" y="135"/>
                    <a:pt x="101" y="133"/>
                  </a:cubicBezTo>
                  <a:cubicBezTo>
                    <a:pt x="105" y="132"/>
                    <a:pt x="108" y="131"/>
                    <a:pt x="110" y="131"/>
                  </a:cubicBezTo>
                  <a:cubicBezTo>
                    <a:pt x="111" y="131"/>
                    <a:pt x="111" y="131"/>
                    <a:pt x="111" y="131"/>
                  </a:cubicBezTo>
                  <a:cubicBezTo>
                    <a:pt x="113" y="129"/>
                    <a:pt x="116" y="127"/>
                    <a:pt x="118" y="126"/>
                  </a:cubicBezTo>
                  <a:cubicBezTo>
                    <a:pt x="120" y="125"/>
                    <a:pt x="122" y="125"/>
                    <a:pt x="123" y="124"/>
                  </a:cubicBezTo>
                  <a:cubicBezTo>
                    <a:pt x="122" y="124"/>
                    <a:pt x="122" y="123"/>
                    <a:pt x="121" y="123"/>
                  </a:cubicBezTo>
                  <a:cubicBezTo>
                    <a:pt x="117" y="123"/>
                    <a:pt x="111" y="126"/>
                    <a:pt x="106" y="129"/>
                  </a:cubicBezTo>
                  <a:cubicBezTo>
                    <a:pt x="99" y="132"/>
                    <a:pt x="92" y="136"/>
                    <a:pt x="85" y="136"/>
                  </a:cubicBezTo>
                  <a:close/>
                  <a:moveTo>
                    <a:pt x="64" y="126"/>
                  </a:moveTo>
                  <a:cubicBezTo>
                    <a:pt x="65" y="126"/>
                    <a:pt x="66" y="126"/>
                    <a:pt x="67" y="127"/>
                  </a:cubicBezTo>
                  <a:cubicBezTo>
                    <a:pt x="68" y="128"/>
                    <a:pt x="69" y="128"/>
                    <a:pt x="70" y="128"/>
                  </a:cubicBezTo>
                  <a:cubicBezTo>
                    <a:pt x="70" y="128"/>
                    <a:pt x="70" y="128"/>
                    <a:pt x="70" y="128"/>
                  </a:cubicBezTo>
                  <a:cubicBezTo>
                    <a:pt x="70" y="128"/>
                    <a:pt x="71" y="128"/>
                    <a:pt x="71" y="127"/>
                  </a:cubicBezTo>
                  <a:cubicBezTo>
                    <a:pt x="72" y="125"/>
                    <a:pt x="75" y="121"/>
                    <a:pt x="74" y="118"/>
                  </a:cubicBezTo>
                  <a:cubicBezTo>
                    <a:pt x="74" y="117"/>
                    <a:pt x="73" y="116"/>
                    <a:pt x="72" y="115"/>
                  </a:cubicBezTo>
                  <a:cubicBezTo>
                    <a:pt x="70" y="114"/>
                    <a:pt x="70" y="114"/>
                    <a:pt x="70" y="114"/>
                  </a:cubicBezTo>
                  <a:cubicBezTo>
                    <a:pt x="70" y="114"/>
                    <a:pt x="70" y="114"/>
                    <a:pt x="70" y="114"/>
                  </a:cubicBezTo>
                  <a:cubicBezTo>
                    <a:pt x="70" y="116"/>
                    <a:pt x="67" y="118"/>
                    <a:pt x="64" y="118"/>
                  </a:cubicBezTo>
                  <a:cubicBezTo>
                    <a:pt x="64" y="118"/>
                    <a:pt x="64" y="118"/>
                    <a:pt x="64" y="118"/>
                  </a:cubicBezTo>
                  <a:lnTo>
                    <a:pt x="64" y="126"/>
                  </a:lnTo>
                  <a:close/>
                  <a:moveTo>
                    <a:pt x="75" y="116"/>
                  </a:moveTo>
                  <a:cubicBezTo>
                    <a:pt x="75" y="117"/>
                    <a:pt x="75" y="117"/>
                    <a:pt x="75" y="118"/>
                  </a:cubicBezTo>
                  <a:cubicBezTo>
                    <a:pt x="76" y="121"/>
                    <a:pt x="74" y="125"/>
                    <a:pt x="72" y="128"/>
                  </a:cubicBezTo>
                  <a:cubicBezTo>
                    <a:pt x="75" y="126"/>
                    <a:pt x="77" y="121"/>
                    <a:pt x="77" y="118"/>
                  </a:cubicBezTo>
                  <a:cubicBezTo>
                    <a:pt x="76" y="118"/>
                    <a:pt x="76" y="117"/>
                    <a:pt x="75" y="116"/>
                  </a:cubicBezTo>
                  <a:close/>
                  <a:moveTo>
                    <a:pt x="70" y="114"/>
                  </a:moveTo>
                  <a:cubicBezTo>
                    <a:pt x="72" y="114"/>
                    <a:pt x="72" y="114"/>
                    <a:pt x="72" y="114"/>
                  </a:cubicBezTo>
                  <a:cubicBezTo>
                    <a:pt x="76" y="115"/>
                    <a:pt x="78" y="117"/>
                    <a:pt x="78" y="118"/>
                  </a:cubicBezTo>
                  <a:cubicBezTo>
                    <a:pt x="79" y="121"/>
                    <a:pt x="77" y="125"/>
                    <a:pt x="74" y="128"/>
                  </a:cubicBezTo>
                  <a:cubicBezTo>
                    <a:pt x="79" y="126"/>
                    <a:pt x="79" y="122"/>
                    <a:pt x="79" y="120"/>
                  </a:cubicBezTo>
                  <a:cubicBezTo>
                    <a:pt x="79" y="116"/>
                    <a:pt x="76" y="110"/>
                    <a:pt x="72" y="110"/>
                  </a:cubicBezTo>
                  <a:cubicBezTo>
                    <a:pt x="71" y="110"/>
                    <a:pt x="69" y="111"/>
                    <a:pt x="68" y="113"/>
                  </a:cubicBezTo>
                  <a:cubicBezTo>
                    <a:pt x="69" y="113"/>
                    <a:pt x="69" y="113"/>
                    <a:pt x="70" y="114"/>
                  </a:cubicBezTo>
                  <a:close/>
                  <a:moveTo>
                    <a:pt x="122" y="122"/>
                  </a:moveTo>
                  <a:cubicBezTo>
                    <a:pt x="123" y="122"/>
                    <a:pt x="124" y="122"/>
                    <a:pt x="125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5" y="124"/>
                    <a:pt x="124" y="125"/>
                    <a:pt x="123" y="125"/>
                  </a:cubicBezTo>
                  <a:cubicBezTo>
                    <a:pt x="127" y="124"/>
                    <a:pt x="131" y="123"/>
                    <a:pt x="136" y="123"/>
                  </a:cubicBezTo>
                  <a:cubicBezTo>
                    <a:pt x="139" y="123"/>
                    <a:pt x="141" y="123"/>
                    <a:pt x="143" y="124"/>
                  </a:cubicBezTo>
                  <a:cubicBezTo>
                    <a:pt x="140" y="122"/>
                    <a:pt x="136" y="121"/>
                    <a:pt x="131" y="121"/>
                  </a:cubicBezTo>
                  <a:cubicBezTo>
                    <a:pt x="128" y="121"/>
                    <a:pt x="125" y="121"/>
                    <a:pt x="122" y="122"/>
                  </a:cubicBezTo>
                  <a:close/>
                  <a:moveTo>
                    <a:pt x="72" y="109"/>
                  </a:moveTo>
                  <a:cubicBezTo>
                    <a:pt x="77" y="109"/>
                    <a:pt x="81" y="115"/>
                    <a:pt x="81" y="120"/>
                  </a:cubicBezTo>
                  <a:cubicBezTo>
                    <a:pt x="81" y="121"/>
                    <a:pt x="81" y="122"/>
                    <a:pt x="81" y="123"/>
                  </a:cubicBezTo>
                  <a:cubicBezTo>
                    <a:pt x="82" y="121"/>
                    <a:pt x="82" y="118"/>
                    <a:pt x="81" y="114"/>
                  </a:cubicBezTo>
                  <a:cubicBezTo>
                    <a:pt x="79" y="110"/>
                    <a:pt x="75" y="108"/>
                    <a:pt x="71" y="109"/>
                  </a:cubicBezTo>
                  <a:cubicBezTo>
                    <a:pt x="72" y="109"/>
                    <a:pt x="72" y="109"/>
                    <a:pt x="72" y="109"/>
                  </a:cubicBezTo>
                  <a:close/>
                  <a:moveTo>
                    <a:pt x="36" y="65"/>
                  </a:moveTo>
                  <a:cubicBezTo>
                    <a:pt x="36" y="69"/>
                    <a:pt x="34" y="72"/>
                    <a:pt x="32" y="74"/>
                  </a:cubicBezTo>
                  <a:cubicBezTo>
                    <a:pt x="32" y="75"/>
                    <a:pt x="31" y="76"/>
                    <a:pt x="31" y="77"/>
                  </a:cubicBezTo>
                  <a:cubicBezTo>
                    <a:pt x="34" y="77"/>
                    <a:pt x="36" y="74"/>
                    <a:pt x="36" y="73"/>
                  </a:cubicBezTo>
                  <a:cubicBezTo>
                    <a:pt x="37" y="70"/>
                    <a:pt x="37" y="67"/>
                    <a:pt x="36" y="65"/>
                  </a:cubicBezTo>
                  <a:close/>
                  <a:moveTo>
                    <a:pt x="28" y="63"/>
                  </a:moveTo>
                  <a:cubicBezTo>
                    <a:pt x="27" y="65"/>
                    <a:pt x="27" y="69"/>
                    <a:pt x="27" y="72"/>
                  </a:cubicBezTo>
                  <a:cubicBezTo>
                    <a:pt x="27" y="73"/>
                    <a:pt x="28" y="73"/>
                    <a:pt x="28" y="74"/>
                  </a:cubicBezTo>
                  <a:cubicBezTo>
                    <a:pt x="30" y="71"/>
                    <a:pt x="32" y="67"/>
                    <a:pt x="31" y="65"/>
                  </a:cubicBezTo>
                  <a:cubicBezTo>
                    <a:pt x="30" y="64"/>
                    <a:pt x="30" y="63"/>
                    <a:pt x="28" y="63"/>
                  </a:cubicBezTo>
                  <a:close/>
                  <a:moveTo>
                    <a:pt x="32" y="36"/>
                  </a:moveTo>
                  <a:cubicBezTo>
                    <a:pt x="31" y="39"/>
                    <a:pt x="30" y="42"/>
                    <a:pt x="29" y="44"/>
                  </a:cubicBezTo>
                  <a:cubicBezTo>
                    <a:pt x="28" y="48"/>
                    <a:pt x="27" y="51"/>
                    <a:pt x="28" y="55"/>
                  </a:cubicBezTo>
                  <a:cubicBezTo>
                    <a:pt x="28" y="53"/>
                    <a:pt x="29" y="51"/>
                    <a:pt x="29" y="49"/>
                  </a:cubicBezTo>
                  <a:cubicBezTo>
                    <a:pt x="31" y="45"/>
                    <a:pt x="32" y="41"/>
                    <a:pt x="32" y="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" name="Freeform 47"/>
            <p:cNvSpPr>
              <a:spLocks noEditPoints="1"/>
            </p:cNvSpPr>
            <p:nvPr/>
          </p:nvSpPr>
          <p:spPr bwMode="auto">
            <a:xfrm>
              <a:off x="895350" y="3316288"/>
              <a:ext cx="363538" cy="328613"/>
            </a:xfrm>
            <a:custGeom>
              <a:avLst/>
              <a:gdLst>
                <a:gd name="T0" fmla="*/ 50 w 161"/>
                <a:gd name="T1" fmla="*/ 8 h 146"/>
                <a:gd name="T2" fmla="*/ 60 w 161"/>
                <a:gd name="T3" fmla="*/ 25 h 146"/>
                <a:gd name="T4" fmla="*/ 54 w 161"/>
                <a:gd name="T5" fmla="*/ 17 h 146"/>
                <a:gd name="T6" fmla="*/ 63 w 161"/>
                <a:gd name="T7" fmla="*/ 34 h 146"/>
                <a:gd name="T8" fmla="*/ 49 w 161"/>
                <a:gd name="T9" fmla="*/ 37 h 146"/>
                <a:gd name="T10" fmla="*/ 41 w 161"/>
                <a:gd name="T11" fmla="*/ 13 h 146"/>
                <a:gd name="T12" fmla="*/ 16 w 161"/>
                <a:gd name="T13" fmla="*/ 62 h 146"/>
                <a:gd name="T14" fmla="*/ 34 w 161"/>
                <a:gd name="T15" fmla="*/ 92 h 146"/>
                <a:gd name="T16" fmla="*/ 27 w 161"/>
                <a:gd name="T17" fmla="*/ 146 h 146"/>
                <a:gd name="T18" fmla="*/ 33 w 161"/>
                <a:gd name="T19" fmla="*/ 104 h 146"/>
                <a:gd name="T20" fmla="*/ 26 w 161"/>
                <a:gd name="T21" fmla="*/ 102 h 146"/>
                <a:gd name="T22" fmla="*/ 30 w 161"/>
                <a:gd name="T23" fmla="*/ 101 h 146"/>
                <a:gd name="T24" fmla="*/ 4 w 161"/>
                <a:gd name="T25" fmla="*/ 60 h 146"/>
                <a:gd name="T26" fmla="*/ 41 w 161"/>
                <a:gd name="T27" fmla="*/ 10 h 146"/>
                <a:gd name="T28" fmla="*/ 51 w 161"/>
                <a:gd name="T29" fmla="*/ 4 h 146"/>
                <a:gd name="T30" fmla="*/ 145 w 161"/>
                <a:gd name="T31" fmla="*/ 13 h 146"/>
                <a:gd name="T32" fmla="*/ 142 w 161"/>
                <a:gd name="T33" fmla="*/ 0 h 146"/>
                <a:gd name="T34" fmla="*/ 141 w 161"/>
                <a:gd name="T35" fmla="*/ 33 h 146"/>
                <a:gd name="T36" fmla="*/ 50 w 161"/>
                <a:gd name="T37" fmla="*/ 8 h 146"/>
                <a:gd name="T38" fmla="*/ 137 w 161"/>
                <a:gd name="T39" fmla="*/ 31 h 146"/>
                <a:gd name="T40" fmla="*/ 148 w 161"/>
                <a:gd name="T41" fmla="*/ 16 h 146"/>
                <a:gd name="T42" fmla="*/ 70 w 161"/>
                <a:gd name="T43" fmla="*/ 8 h 146"/>
                <a:gd name="T44" fmla="*/ 137 w 161"/>
                <a:gd name="T45" fmla="*/ 31 h 146"/>
                <a:gd name="T46" fmla="*/ 26 w 161"/>
                <a:gd name="T47" fmla="*/ 84 h 146"/>
                <a:gd name="T48" fmla="*/ 22 w 161"/>
                <a:gd name="T49" fmla="*/ 16 h 146"/>
                <a:gd name="T50" fmla="*/ 26 w 161"/>
                <a:gd name="T51" fmla="*/ 84 h 146"/>
                <a:gd name="T52" fmla="*/ 57 w 161"/>
                <a:gd name="T53" fmla="*/ 28 h 146"/>
                <a:gd name="T54" fmla="*/ 46 w 161"/>
                <a:gd name="T55" fmla="*/ 16 h 146"/>
                <a:gd name="T56" fmla="*/ 57 w 161"/>
                <a:gd name="T57" fmla="*/ 28 h 146"/>
                <a:gd name="T58" fmla="*/ 57 w 161"/>
                <a:gd name="T59" fmla="*/ 31 h 146"/>
                <a:gd name="T60" fmla="*/ 46 w 161"/>
                <a:gd name="T61" fmla="*/ 28 h 146"/>
                <a:gd name="T62" fmla="*/ 57 w 161"/>
                <a:gd name="T63" fmla="*/ 31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1" h="146">
                  <a:moveTo>
                    <a:pt x="50" y="8"/>
                  </a:moveTo>
                  <a:cubicBezTo>
                    <a:pt x="55" y="14"/>
                    <a:pt x="53" y="20"/>
                    <a:pt x="60" y="25"/>
                  </a:cubicBezTo>
                  <a:cubicBezTo>
                    <a:pt x="62" y="23"/>
                    <a:pt x="58" y="18"/>
                    <a:pt x="54" y="17"/>
                  </a:cubicBezTo>
                  <a:cubicBezTo>
                    <a:pt x="64" y="13"/>
                    <a:pt x="65" y="25"/>
                    <a:pt x="63" y="34"/>
                  </a:cubicBezTo>
                  <a:cubicBezTo>
                    <a:pt x="59" y="36"/>
                    <a:pt x="55" y="37"/>
                    <a:pt x="49" y="37"/>
                  </a:cubicBezTo>
                  <a:cubicBezTo>
                    <a:pt x="43" y="31"/>
                    <a:pt x="43" y="19"/>
                    <a:pt x="41" y="13"/>
                  </a:cubicBezTo>
                  <a:cubicBezTo>
                    <a:pt x="14" y="14"/>
                    <a:pt x="9" y="41"/>
                    <a:pt x="16" y="62"/>
                  </a:cubicBezTo>
                  <a:cubicBezTo>
                    <a:pt x="19" y="72"/>
                    <a:pt x="30" y="81"/>
                    <a:pt x="34" y="92"/>
                  </a:cubicBezTo>
                  <a:cubicBezTo>
                    <a:pt x="41" y="111"/>
                    <a:pt x="38" y="129"/>
                    <a:pt x="27" y="146"/>
                  </a:cubicBezTo>
                  <a:cubicBezTo>
                    <a:pt x="28" y="137"/>
                    <a:pt x="39" y="121"/>
                    <a:pt x="33" y="104"/>
                  </a:cubicBezTo>
                  <a:cubicBezTo>
                    <a:pt x="31" y="102"/>
                    <a:pt x="29" y="102"/>
                    <a:pt x="26" y="102"/>
                  </a:cubicBezTo>
                  <a:cubicBezTo>
                    <a:pt x="26" y="100"/>
                    <a:pt x="28" y="101"/>
                    <a:pt x="30" y="101"/>
                  </a:cubicBezTo>
                  <a:cubicBezTo>
                    <a:pt x="28" y="89"/>
                    <a:pt x="7" y="79"/>
                    <a:pt x="4" y="60"/>
                  </a:cubicBezTo>
                  <a:cubicBezTo>
                    <a:pt x="1" y="34"/>
                    <a:pt x="12" y="6"/>
                    <a:pt x="41" y="10"/>
                  </a:cubicBezTo>
                  <a:cubicBezTo>
                    <a:pt x="45" y="9"/>
                    <a:pt x="47" y="5"/>
                    <a:pt x="51" y="4"/>
                  </a:cubicBezTo>
                  <a:cubicBezTo>
                    <a:pt x="86" y="1"/>
                    <a:pt x="128" y="46"/>
                    <a:pt x="145" y="13"/>
                  </a:cubicBezTo>
                  <a:cubicBezTo>
                    <a:pt x="146" y="6"/>
                    <a:pt x="144" y="3"/>
                    <a:pt x="142" y="0"/>
                  </a:cubicBezTo>
                  <a:cubicBezTo>
                    <a:pt x="161" y="2"/>
                    <a:pt x="149" y="29"/>
                    <a:pt x="141" y="33"/>
                  </a:cubicBezTo>
                  <a:cubicBezTo>
                    <a:pt x="111" y="47"/>
                    <a:pt x="71" y="4"/>
                    <a:pt x="50" y="8"/>
                  </a:cubicBezTo>
                  <a:close/>
                  <a:moveTo>
                    <a:pt x="137" y="31"/>
                  </a:moveTo>
                  <a:cubicBezTo>
                    <a:pt x="142" y="29"/>
                    <a:pt x="151" y="17"/>
                    <a:pt x="148" y="16"/>
                  </a:cubicBezTo>
                  <a:cubicBezTo>
                    <a:pt x="130" y="43"/>
                    <a:pt x="93" y="14"/>
                    <a:pt x="70" y="8"/>
                  </a:cubicBezTo>
                  <a:cubicBezTo>
                    <a:pt x="87" y="21"/>
                    <a:pt x="105" y="33"/>
                    <a:pt x="137" y="31"/>
                  </a:cubicBezTo>
                  <a:close/>
                  <a:moveTo>
                    <a:pt x="26" y="84"/>
                  </a:moveTo>
                  <a:cubicBezTo>
                    <a:pt x="10" y="71"/>
                    <a:pt x="7" y="27"/>
                    <a:pt x="22" y="16"/>
                  </a:cubicBezTo>
                  <a:cubicBezTo>
                    <a:pt x="0" y="29"/>
                    <a:pt x="5" y="78"/>
                    <a:pt x="26" y="84"/>
                  </a:cubicBezTo>
                  <a:close/>
                  <a:moveTo>
                    <a:pt x="57" y="28"/>
                  </a:moveTo>
                  <a:cubicBezTo>
                    <a:pt x="55" y="22"/>
                    <a:pt x="53" y="16"/>
                    <a:pt x="46" y="16"/>
                  </a:cubicBezTo>
                  <a:cubicBezTo>
                    <a:pt x="46" y="23"/>
                    <a:pt x="50" y="27"/>
                    <a:pt x="57" y="28"/>
                  </a:cubicBezTo>
                  <a:close/>
                  <a:moveTo>
                    <a:pt x="57" y="31"/>
                  </a:moveTo>
                  <a:cubicBezTo>
                    <a:pt x="51" y="33"/>
                    <a:pt x="49" y="24"/>
                    <a:pt x="46" y="28"/>
                  </a:cubicBezTo>
                  <a:cubicBezTo>
                    <a:pt x="47" y="31"/>
                    <a:pt x="56" y="40"/>
                    <a:pt x="57" y="3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" name="Freeform 48"/>
            <p:cNvSpPr>
              <a:spLocks noEditPoints="1"/>
            </p:cNvSpPr>
            <p:nvPr/>
          </p:nvSpPr>
          <p:spPr bwMode="auto">
            <a:xfrm>
              <a:off x="903288" y="3313113"/>
              <a:ext cx="336550" cy="338138"/>
            </a:xfrm>
            <a:custGeom>
              <a:avLst/>
              <a:gdLst>
                <a:gd name="T0" fmla="*/ 81 w 150"/>
                <a:gd name="T1" fmla="*/ 22 h 150"/>
                <a:gd name="T2" fmla="*/ 52 w 150"/>
                <a:gd name="T3" fmla="*/ 17 h 150"/>
                <a:gd name="T4" fmla="*/ 60 w 150"/>
                <a:gd name="T5" fmla="*/ 35 h 150"/>
                <a:gd name="T6" fmla="*/ 45 w 150"/>
                <a:gd name="T7" fmla="*/ 39 h 150"/>
                <a:gd name="T8" fmla="*/ 39 w 150"/>
                <a:gd name="T9" fmla="*/ 20 h 150"/>
                <a:gd name="T10" fmla="*/ 14 w 150"/>
                <a:gd name="T11" fmla="*/ 63 h 150"/>
                <a:gd name="T12" fmla="*/ 25 w 150"/>
                <a:gd name="T13" fmla="*/ 148 h 150"/>
                <a:gd name="T14" fmla="*/ 26 w 150"/>
                <a:gd name="T15" fmla="*/ 137 h 150"/>
                <a:gd name="T16" fmla="*/ 23 w 150"/>
                <a:gd name="T17" fmla="*/ 104 h 150"/>
                <a:gd name="T18" fmla="*/ 26 w 150"/>
                <a:gd name="T19" fmla="*/ 101 h 150"/>
                <a:gd name="T20" fmla="*/ 1 w 150"/>
                <a:gd name="T21" fmla="*/ 61 h 150"/>
                <a:gd name="T22" fmla="*/ 38 w 150"/>
                <a:gd name="T23" fmla="*/ 10 h 150"/>
                <a:gd name="T24" fmla="*/ 91 w 150"/>
                <a:gd name="T25" fmla="*/ 16 h 150"/>
                <a:gd name="T26" fmla="*/ 139 w 150"/>
                <a:gd name="T27" fmla="*/ 2 h 150"/>
                <a:gd name="T28" fmla="*/ 150 w 150"/>
                <a:gd name="T29" fmla="*/ 12 h 150"/>
                <a:gd name="T30" fmla="*/ 82 w 150"/>
                <a:gd name="T31" fmla="*/ 20 h 150"/>
                <a:gd name="T32" fmla="*/ 141 w 150"/>
                <a:gd name="T33" fmla="*/ 2 h 150"/>
                <a:gd name="T34" fmla="*/ 143 w 150"/>
                <a:gd name="T35" fmla="*/ 14 h 150"/>
                <a:gd name="T36" fmla="*/ 44 w 150"/>
                <a:gd name="T37" fmla="*/ 9 h 150"/>
                <a:gd name="T38" fmla="*/ 38 w 150"/>
                <a:gd name="T39" fmla="*/ 12 h 150"/>
                <a:gd name="T40" fmla="*/ 2 w 150"/>
                <a:gd name="T41" fmla="*/ 60 h 150"/>
                <a:gd name="T42" fmla="*/ 28 w 150"/>
                <a:gd name="T43" fmla="*/ 102 h 150"/>
                <a:gd name="T44" fmla="*/ 30 w 150"/>
                <a:gd name="T45" fmla="*/ 104 h 150"/>
                <a:gd name="T46" fmla="*/ 32 w 150"/>
                <a:gd name="T47" fmla="*/ 116 h 150"/>
                <a:gd name="T48" fmla="*/ 31 w 150"/>
                <a:gd name="T49" fmla="*/ 93 h 150"/>
                <a:gd name="T50" fmla="*/ 11 w 150"/>
                <a:gd name="T51" fmla="*/ 61 h 150"/>
                <a:gd name="T52" fmla="*/ 23 w 150"/>
                <a:gd name="T53" fmla="*/ 85 h 150"/>
                <a:gd name="T54" fmla="*/ 19 w 150"/>
                <a:gd name="T55" fmla="*/ 17 h 150"/>
                <a:gd name="T56" fmla="*/ 39 w 150"/>
                <a:gd name="T57" fmla="*/ 13 h 150"/>
                <a:gd name="T58" fmla="*/ 42 w 150"/>
                <a:gd name="T59" fmla="*/ 29 h 150"/>
                <a:gd name="T60" fmla="*/ 48 w 150"/>
                <a:gd name="T61" fmla="*/ 29 h 150"/>
                <a:gd name="T62" fmla="*/ 55 w 150"/>
                <a:gd name="T63" fmla="*/ 32 h 150"/>
                <a:gd name="T64" fmla="*/ 42 w 150"/>
                <a:gd name="T65" fmla="*/ 30 h 150"/>
                <a:gd name="T66" fmla="*/ 60 w 150"/>
                <a:gd name="T67" fmla="*/ 27 h 150"/>
                <a:gd name="T68" fmla="*/ 58 w 150"/>
                <a:gd name="T69" fmla="*/ 25 h 150"/>
                <a:gd name="T70" fmla="*/ 56 w 150"/>
                <a:gd name="T71" fmla="*/ 27 h 150"/>
                <a:gd name="T72" fmla="*/ 50 w 150"/>
                <a:gd name="T73" fmla="*/ 18 h 150"/>
                <a:gd name="T74" fmla="*/ 45 w 150"/>
                <a:gd name="T75" fmla="*/ 9 h 150"/>
                <a:gd name="T76" fmla="*/ 57 w 150"/>
                <a:gd name="T77" fmla="*/ 25 h 150"/>
                <a:gd name="T78" fmla="*/ 53 w 150"/>
                <a:gd name="T79" fmla="*/ 33 h 150"/>
                <a:gd name="T80" fmla="*/ 44 w 150"/>
                <a:gd name="T81" fmla="*/ 29 h 150"/>
                <a:gd name="T82" fmla="*/ 8 w 150"/>
                <a:gd name="T83" fmla="*/ 46 h 150"/>
                <a:gd name="T84" fmla="*/ 146 w 150"/>
                <a:gd name="T85" fmla="*/ 18 h 150"/>
                <a:gd name="T86" fmla="*/ 134 w 150"/>
                <a:gd name="T87" fmla="*/ 33 h 150"/>
                <a:gd name="T88" fmla="*/ 67 w 150"/>
                <a:gd name="T89" fmla="*/ 9 h 150"/>
                <a:gd name="T90" fmla="*/ 145 w 150"/>
                <a:gd name="T91" fmla="*/ 16 h 150"/>
                <a:gd name="T92" fmla="*/ 133 w 150"/>
                <a:gd name="T93" fmla="*/ 31 h 150"/>
                <a:gd name="T94" fmla="*/ 71 w 150"/>
                <a:gd name="T95" fmla="*/ 11 h 150"/>
                <a:gd name="T96" fmla="*/ 54 w 150"/>
                <a:gd name="T97" fmla="*/ 30 h 150"/>
                <a:gd name="T98" fmla="*/ 43 w 150"/>
                <a:gd name="T99" fmla="*/ 16 h 150"/>
                <a:gd name="T100" fmla="*/ 43 w 150"/>
                <a:gd name="T101" fmla="*/ 17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50" h="150">
                  <a:moveTo>
                    <a:pt x="150" y="12"/>
                  </a:moveTo>
                  <a:cubicBezTo>
                    <a:pt x="150" y="20"/>
                    <a:pt x="143" y="32"/>
                    <a:pt x="138" y="34"/>
                  </a:cubicBezTo>
                  <a:cubicBezTo>
                    <a:pt x="120" y="43"/>
                    <a:pt x="99" y="32"/>
                    <a:pt x="81" y="22"/>
                  </a:cubicBezTo>
                  <a:cubicBezTo>
                    <a:pt x="69" y="15"/>
                    <a:pt x="57" y="9"/>
                    <a:pt x="48" y="10"/>
                  </a:cubicBezTo>
                  <a:cubicBezTo>
                    <a:pt x="50" y="12"/>
                    <a:pt x="51" y="15"/>
                    <a:pt x="52" y="17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4" y="16"/>
                    <a:pt x="56" y="16"/>
                    <a:pt x="58" y="17"/>
                  </a:cubicBezTo>
                  <a:cubicBezTo>
                    <a:pt x="61" y="19"/>
                    <a:pt x="61" y="24"/>
                    <a:pt x="61" y="27"/>
                  </a:cubicBezTo>
                  <a:cubicBezTo>
                    <a:pt x="61" y="30"/>
                    <a:pt x="61" y="33"/>
                    <a:pt x="60" y="35"/>
                  </a:cubicBezTo>
                  <a:cubicBezTo>
                    <a:pt x="60" y="35"/>
                    <a:pt x="60" y="35"/>
                    <a:pt x="60" y="35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7" y="38"/>
                    <a:pt x="52" y="39"/>
                    <a:pt x="45" y="39"/>
                  </a:cubicBezTo>
                  <a:cubicBezTo>
                    <a:pt x="45" y="39"/>
                    <a:pt x="45" y="39"/>
                    <a:pt x="45" y="39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1" y="34"/>
                    <a:pt x="40" y="26"/>
                    <a:pt x="39" y="20"/>
                  </a:cubicBezTo>
                  <a:cubicBezTo>
                    <a:pt x="39" y="18"/>
                    <a:pt x="38" y="16"/>
                    <a:pt x="38" y="14"/>
                  </a:cubicBezTo>
                  <a:cubicBezTo>
                    <a:pt x="21" y="15"/>
                    <a:pt x="11" y="27"/>
                    <a:pt x="11" y="47"/>
                  </a:cubicBezTo>
                  <a:cubicBezTo>
                    <a:pt x="11" y="52"/>
                    <a:pt x="12" y="58"/>
                    <a:pt x="14" y="63"/>
                  </a:cubicBezTo>
                  <a:cubicBezTo>
                    <a:pt x="15" y="68"/>
                    <a:pt x="18" y="72"/>
                    <a:pt x="22" y="77"/>
                  </a:cubicBezTo>
                  <a:cubicBezTo>
                    <a:pt x="26" y="82"/>
                    <a:pt x="30" y="87"/>
                    <a:pt x="32" y="93"/>
                  </a:cubicBezTo>
                  <a:cubicBezTo>
                    <a:pt x="39" y="111"/>
                    <a:pt x="36" y="130"/>
                    <a:pt x="25" y="148"/>
                  </a:cubicBezTo>
                  <a:cubicBezTo>
                    <a:pt x="23" y="150"/>
                    <a:pt x="23" y="150"/>
                    <a:pt x="23" y="150"/>
                  </a:cubicBezTo>
                  <a:cubicBezTo>
                    <a:pt x="23" y="147"/>
                    <a:pt x="23" y="147"/>
                    <a:pt x="23" y="147"/>
                  </a:cubicBezTo>
                  <a:cubicBezTo>
                    <a:pt x="24" y="144"/>
                    <a:pt x="25" y="141"/>
                    <a:pt x="26" y="137"/>
                  </a:cubicBezTo>
                  <a:cubicBezTo>
                    <a:pt x="28" y="131"/>
                    <a:pt x="31" y="123"/>
                    <a:pt x="31" y="116"/>
                  </a:cubicBezTo>
                  <a:cubicBezTo>
                    <a:pt x="31" y="112"/>
                    <a:pt x="30" y="108"/>
                    <a:pt x="29" y="105"/>
                  </a:cubicBezTo>
                  <a:cubicBezTo>
                    <a:pt x="28" y="104"/>
                    <a:pt x="26" y="104"/>
                    <a:pt x="23" y="104"/>
                  </a:cubicBezTo>
                  <a:cubicBezTo>
                    <a:pt x="22" y="104"/>
                    <a:pt x="22" y="104"/>
                    <a:pt x="22" y="104"/>
                  </a:cubicBezTo>
                  <a:cubicBezTo>
                    <a:pt x="22" y="103"/>
                    <a:pt x="22" y="103"/>
                    <a:pt x="22" y="103"/>
                  </a:cubicBezTo>
                  <a:cubicBezTo>
                    <a:pt x="22" y="101"/>
                    <a:pt x="24" y="101"/>
                    <a:pt x="26" y="101"/>
                  </a:cubicBezTo>
                  <a:cubicBezTo>
                    <a:pt x="26" y="101"/>
                    <a:pt x="26" y="101"/>
                    <a:pt x="26" y="101"/>
                  </a:cubicBezTo>
                  <a:cubicBezTo>
                    <a:pt x="25" y="97"/>
                    <a:pt x="21" y="93"/>
                    <a:pt x="17" y="88"/>
                  </a:cubicBezTo>
                  <a:cubicBezTo>
                    <a:pt x="10" y="81"/>
                    <a:pt x="2" y="72"/>
                    <a:pt x="1" y="61"/>
                  </a:cubicBezTo>
                  <a:cubicBezTo>
                    <a:pt x="0" y="58"/>
                    <a:pt x="0" y="55"/>
                    <a:pt x="0" y="52"/>
                  </a:cubicBezTo>
                  <a:cubicBezTo>
                    <a:pt x="0" y="37"/>
                    <a:pt x="5" y="24"/>
                    <a:pt x="13" y="17"/>
                  </a:cubicBezTo>
                  <a:cubicBezTo>
                    <a:pt x="20" y="11"/>
                    <a:pt x="28" y="9"/>
                    <a:pt x="38" y="10"/>
                  </a:cubicBezTo>
                  <a:cubicBezTo>
                    <a:pt x="40" y="10"/>
                    <a:pt x="41" y="9"/>
                    <a:pt x="43" y="7"/>
                  </a:cubicBezTo>
                  <a:cubicBezTo>
                    <a:pt x="44" y="6"/>
                    <a:pt x="46" y="5"/>
                    <a:pt x="48" y="4"/>
                  </a:cubicBezTo>
                  <a:cubicBezTo>
                    <a:pt x="62" y="3"/>
                    <a:pt x="77" y="9"/>
                    <a:pt x="91" y="16"/>
                  </a:cubicBezTo>
                  <a:cubicBezTo>
                    <a:pt x="113" y="25"/>
                    <a:pt x="131" y="33"/>
                    <a:pt x="141" y="13"/>
                  </a:cubicBezTo>
                  <a:cubicBezTo>
                    <a:pt x="142" y="12"/>
                    <a:pt x="142" y="11"/>
                    <a:pt x="142" y="10"/>
                  </a:cubicBezTo>
                  <a:cubicBezTo>
                    <a:pt x="142" y="7"/>
                    <a:pt x="140" y="4"/>
                    <a:pt x="139" y="2"/>
                  </a:cubicBezTo>
                  <a:cubicBezTo>
                    <a:pt x="138" y="0"/>
                    <a:pt x="138" y="0"/>
                    <a:pt x="138" y="0"/>
                  </a:cubicBezTo>
                  <a:cubicBezTo>
                    <a:pt x="139" y="0"/>
                    <a:pt x="139" y="0"/>
                    <a:pt x="139" y="0"/>
                  </a:cubicBezTo>
                  <a:cubicBezTo>
                    <a:pt x="146" y="1"/>
                    <a:pt x="150" y="5"/>
                    <a:pt x="150" y="12"/>
                  </a:cubicBezTo>
                  <a:close/>
                  <a:moveTo>
                    <a:pt x="45" y="9"/>
                  </a:moveTo>
                  <a:cubicBezTo>
                    <a:pt x="47" y="9"/>
                    <a:pt x="47" y="9"/>
                    <a:pt x="47" y="9"/>
                  </a:cubicBezTo>
                  <a:cubicBezTo>
                    <a:pt x="56" y="7"/>
                    <a:pt x="68" y="13"/>
                    <a:pt x="82" y="20"/>
                  </a:cubicBezTo>
                  <a:cubicBezTo>
                    <a:pt x="100" y="30"/>
                    <a:pt x="120" y="41"/>
                    <a:pt x="138" y="33"/>
                  </a:cubicBezTo>
                  <a:cubicBezTo>
                    <a:pt x="142" y="31"/>
                    <a:pt x="148" y="20"/>
                    <a:pt x="148" y="12"/>
                  </a:cubicBezTo>
                  <a:cubicBezTo>
                    <a:pt x="148" y="8"/>
                    <a:pt x="147" y="3"/>
                    <a:pt x="141" y="2"/>
                  </a:cubicBezTo>
                  <a:cubicBezTo>
                    <a:pt x="142" y="4"/>
                    <a:pt x="143" y="7"/>
                    <a:pt x="143" y="10"/>
                  </a:cubicBezTo>
                  <a:cubicBezTo>
                    <a:pt x="143" y="11"/>
                    <a:pt x="143" y="13"/>
                    <a:pt x="143" y="14"/>
                  </a:cubicBezTo>
                  <a:cubicBezTo>
                    <a:pt x="143" y="14"/>
                    <a:pt x="143" y="14"/>
                    <a:pt x="143" y="14"/>
                  </a:cubicBezTo>
                  <a:cubicBezTo>
                    <a:pt x="132" y="35"/>
                    <a:pt x="112" y="26"/>
                    <a:pt x="91" y="17"/>
                  </a:cubicBezTo>
                  <a:cubicBezTo>
                    <a:pt x="76" y="11"/>
                    <a:pt x="62" y="5"/>
                    <a:pt x="48" y="6"/>
                  </a:cubicBezTo>
                  <a:cubicBezTo>
                    <a:pt x="46" y="6"/>
                    <a:pt x="45" y="7"/>
                    <a:pt x="44" y="9"/>
                  </a:cubicBezTo>
                  <a:cubicBezTo>
                    <a:pt x="42" y="10"/>
                    <a:pt x="41" y="11"/>
                    <a:pt x="39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29" y="10"/>
                    <a:pt x="20" y="13"/>
                    <a:pt x="14" y="18"/>
                  </a:cubicBezTo>
                  <a:cubicBezTo>
                    <a:pt x="6" y="25"/>
                    <a:pt x="2" y="37"/>
                    <a:pt x="2" y="52"/>
                  </a:cubicBezTo>
                  <a:cubicBezTo>
                    <a:pt x="2" y="55"/>
                    <a:pt x="2" y="58"/>
                    <a:pt x="2" y="60"/>
                  </a:cubicBezTo>
                  <a:cubicBezTo>
                    <a:pt x="4" y="72"/>
                    <a:pt x="11" y="80"/>
                    <a:pt x="18" y="87"/>
                  </a:cubicBezTo>
                  <a:cubicBezTo>
                    <a:pt x="23" y="92"/>
                    <a:pt x="27" y="97"/>
                    <a:pt x="28" y="102"/>
                  </a:cubicBezTo>
                  <a:cubicBezTo>
                    <a:pt x="28" y="102"/>
                    <a:pt x="28" y="102"/>
                    <a:pt x="28" y="102"/>
                  </a:cubicBezTo>
                  <a:cubicBezTo>
                    <a:pt x="27" y="102"/>
                    <a:pt x="27" y="102"/>
                    <a:pt x="27" y="102"/>
                  </a:cubicBezTo>
                  <a:cubicBezTo>
                    <a:pt x="27" y="102"/>
                    <a:pt x="27" y="102"/>
                    <a:pt x="27" y="102"/>
                  </a:cubicBezTo>
                  <a:cubicBezTo>
                    <a:pt x="28" y="103"/>
                    <a:pt x="29" y="103"/>
                    <a:pt x="30" y="104"/>
                  </a:cubicBezTo>
                  <a:cubicBezTo>
                    <a:pt x="31" y="104"/>
                    <a:pt x="31" y="104"/>
                    <a:pt x="31" y="104"/>
                  </a:cubicBezTo>
                  <a:cubicBezTo>
                    <a:pt x="31" y="104"/>
                    <a:pt x="31" y="104"/>
                    <a:pt x="31" y="104"/>
                  </a:cubicBezTo>
                  <a:cubicBezTo>
                    <a:pt x="32" y="108"/>
                    <a:pt x="32" y="112"/>
                    <a:pt x="32" y="116"/>
                  </a:cubicBezTo>
                  <a:cubicBezTo>
                    <a:pt x="32" y="124"/>
                    <a:pt x="30" y="131"/>
                    <a:pt x="28" y="138"/>
                  </a:cubicBezTo>
                  <a:cubicBezTo>
                    <a:pt x="27" y="140"/>
                    <a:pt x="26" y="141"/>
                    <a:pt x="26" y="143"/>
                  </a:cubicBezTo>
                  <a:cubicBezTo>
                    <a:pt x="35" y="127"/>
                    <a:pt x="37" y="110"/>
                    <a:pt x="31" y="93"/>
                  </a:cubicBezTo>
                  <a:cubicBezTo>
                    <a:pt x="28" y="88"/>
                    <a:pt x="25" y="83"/>
                    <a:pt x="21" y="78"/>
                  </a:cubicBezTo>
                  <a:cubicBezTo>
                    <a:pt x="17" y="73"/>
                    <a:pt x="14" y="69"/>
                    <a:pt x="12" y="64"/>
                  </a:cubicBezTo>
                  <a:cubicBezTo>
                    <a:pt x="12" y="63"/>
                    <a:pt x="12" y="62"/>
                    <a:pt x="11" y="61"/>
                  </a:cubicBezTo>
                  <a:cubicBezTo>
                    <a:pt x="13" y="71"/>
                    <a:pt x="17" y="79"/>
                    <a:pt x="23" y="84"/>
                  </a:cubicBezTo>
                  <a:cubicBezTo>
                    <a:pt x="26" y="86"/>
                    <a:pt x="26" y="86"/>
                    <a:pt x="26" y="86"/>
                  </a:cubicBezTo>
                  <a:cubicBezTo>
                    <a:pt x="23" y="85"/>
                    <a:pt x="23" y="85"/>
                    <a:pt x="23" y="85"/>
                  </a:cubicBezTo>
                  <a:cubicBezTo>
                    <a:pt x="10" y="82"/>
                    <a:pt x="4" y="64"/>
                    <a:pt x="4" y="49"/>
                  </a:cubicBezTo>
                  <a:cubicBezTo>
                    <a:pt x="4" y="34"/>
                    <a:pt x="9" y="21"/>
                    <a:pt x="18" y="16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5" y="21"/>
                    <a:pt x="12" y="28"/>
                    <a:pt x="10" y="37"/>
                  </a:cubicBezTo>
                  <a:cubicBezTo>
                    <a:pt x="13" y="22"/>
                    <a:pt x="23" y="14"/>
                    <a:pt x="38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40" y="15"/>
                    <a:pt x="40" y="18"/>
                    <a:pt x="40" y="20"/>
                  </a:cubicBezTo>
                  <a:cubicBezTo>
                    <a:pt x="41" y="23"/>
                    <a:pt x="41" y="26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3" y="28"/>
                    <a:pt x="44" y="27"/>
                    <a:pt x="44" y="27"/>
                  </a:cubicBezTo>
                  <a:cubicBezTo>
                    <a:pt x="46" y="27"/>
                    <a:pt x="47" y="28"/>
                    <a:pt x="48" y="29"/>
                  </a:cubicBezTo>
                  <a:cubicBezTo>
                    <a:pt x="50" y="31"/>
                    <a:pt x="52" y="32"/>
                    <a:pt x="54" y="31"/>
                  </a:cubicBezTo>
                  <a:cubicBezTo>
                    <a:pt x="55" y="31"/>
                    <a:pt x="55" y="31"/>
                    <a:pt x="55" y="31"/>
                  </a:cubicBezTo>
                  <a:cubicBezTo>
                    <a:pt x="55" y="32"/>
                    <a:pt x="55" y="32"/>
                    <a:pt x="55" y="32"/>
                  </a:cubicBezTo>
                  <a:cubicBezTo>
                    <a:pt x="54" y="35"/>
                    <a:pt x="53" y="36"/>
                    <a:pt x="52" y="37"/>
                  </a:cubicBezTo>
                  <a:cubicBezTo>
                    <a:pt x="48" y="38"/>
                    <a:pt x="43" y="32"/>
                    <a:pt x="42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3" y="33"/>
                    <a:pt x="44" y="35"/>
                    <a:pt x="46" y="37"/>
                  </a:cubicBezTo>
                  <a:cubicBezTo>
                    <a:pt x="52" y="38"/>
                    <a:pt x="56" y="37"/>
                    <a:pt x="59" y="35"/>
                  </a:cubicBezTo>
                  <a:cubicBezTo>
                    <a:pt x="60" y="32"/>
                    <a:pt x="60" y="30"/>
                    <a:pt x="60" y="27"/>
                  </a:cubicBezTo>
                  <a:cubicBezTo>
                    <a:pt x="60" y="23"/>
                    <a:pt x="59" y="20"/>
                    <a:pt x="57" y="18"/>
                  </a:cubicBezTo>
                  <a:cubicBezTo>
                    <a:pt x="56" y="18"/>
                    <a:pt x="55" y="18"/>
                    <a:pt x="53" y="18"/>
                  </a:cubicBezTo>
                  <a:cubicBezTo>
                    <a:pt x="56" y="19"/>
                    <a:pt x="58" y="22"/>
                    <a:pt x="58" y="25"/>
                  </a:cubicBezTo>
                  <a:cubicBezTo>
                    <a:pt x="58" y="26"/>
                    <a:pt x="58" y="26"/>
                    <a:pt x="57" y="27"/>
                  </a:cubicBezTo>
                  <a:cubicBezTo>
                    <a:pt x="57" y="27"/>
                    <a:pt x="57" y="27"/>
                    <a:pt x="57" y="27"/>
                  </a:cubicBezTo>
                  <a:cubicBezTo>
                    <a:pt x="56" y="27"/>
                    <a:pt x="56" y="27"/>
                    <a:pt x="56" y="27"/>
                  </a:cubicBezTo>
                  <a:cubicBezTo>
                    <a:pt x="53" y="24"/>
                    <a:pt x="52" y="21"/>
                    <a:pt x="51" y="19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50" y="18"/>
                    <a:pt x="50" y="18"/>
                    <a:pt x="50" y="18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49" y="15"/>
                    <a:pt x="49" y="12"/>
                    <a:pt x="46" y="10"/>
                  </a:cubicBezTo>
                  <a:lnTo>
                    <a:pt x="45" y="9"/>
                  </a:lnTo>
                  <a:close/>
                  <a:moveTo>
                    <a:pt x="57" y="25"/>
                  </a:moveTo>
                  <a:cubicBezTo>
                    <a:pt x="57" y="24"/>
                    <a:pt x="55" y="21"/>
                    <a:pt x="53" y="19"/>
                  </a:cubicBezTo>
                  <a:cubicBezTo>
                    <a:pt x="53" y="21"/>
                    <a:pt x="54" y="23"/>
                    <a:pt x="57" y="25"/>
                  </a:cubicBezTo>
                  <a:close/>
                  <a:moveTo>
                    <a:pt x="44" y="29"/>
                  </a:moveTo>
                  <a:cubicBezTo>
                    <a:pt x="45" y="32"/>
                    <a:pt x="49" y="36"/>
                    <a:pt x="51" y="35"/>
                  </a:cubicBezTo>
                  <a:cubicBezTo>
                    <a:pt x="52" y="35"/>
                    <a:pt x="53" y="34"/>
                    <a:pt x="53" y="33"/>
                  </a:cubicBezTo>
                  <a:cubicBezTo>
                    <a:pt x="51" y="33"/>
                    <a:pt x="49" y="32"/>
                    <a:pt x="47" y="30"/>
                  </a:cubicBezTo>
                  <a:cubicBezTo>
                    <a:pt x="46" y="30"/>
                    <a:pt x="45" y="29"/>
                    <a:pt x="45" y="29"/>
                  </a:cubicBezTo>
                  <a:cubicBezTo>
                    <a:pt x="44" y="29"/>
                    <a:pt x="44" y="29"/>
                    <a:pt x="44" y="29"/>
                  </a:cubicBezTo>
                  <a:close/>
                  <a:moveTo>
                    <a:pt x="5" y="49"/>
                  </a:moveTo>
                  <a:cubicBezTo>
                    <a:pt x="5" y="62"/>
                    <a:pt x="10" y="77"/>
                    <a:pt x="19" y="82"/>
                  </a:cubicBezTo>
                  <a:cubicBezTo>
                    <a:pt x="12" y="74"/>
                    <a:pt x="8" y="58"/>
                    <a:pt x="8" y="46"/>
                  </a:cubicBezTo>
                  <a:cubicBezTo>
                    <a:pt x="8" y="36"/>
                    <a:pt x="10" y="28"/>
                    <a:pt x="13" y="22"/>
                  </a:cubicBezTo>
                  <a:cubicBezTo>
                    <a:pt x="8" y="29"/>
                    <a:pt x="5" y="38"/>
                    <a:pt x="5" y="49"/>
                  </a:cubicBezTo>
                  <a:close/>
                  <a:moveTo>
                    <a:pt x="146" y="18"/>
                  </a:moveTo>
                  <a:cubicBezTo>
                    <a:pt x="146" y="18"/>
                    <a:pt x="146" y="18"/>
                    <a:pt x="146" y="18"/>
                  </a:cubicBezTo>
                  <a:cubicBezTo>
                    <a:pt x="146" y="21"/>
                    <a:pt x="139" y="31"/>
                    <a:pt x="134" y="33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03" y="35"/>
                    <a:pt x="85" y="24"/>
                    <a:pt x="66" y="10"/>
                  </a:cubicBezTo>
                  <a:cubicBezTo>
                    <a:pt x="63" y="8"/>
                    <a:pt x="63" y="8"/>
                    <a:pt x="63" y="8"/>
                  </a:cubicBezTo>
                  <a:cubicBezTo>
                    <a:pt x="67" y="9"/>
                    <a:pt x="67" y="9"/>
                    <a:pt x="67" y="9"/>
                  </a:cubicBezTo>
                  <a:cubicBezTo>
                    <a:pt x="73" y="10"/>
                    <a:pt x="80" y="13"/>
                    <a:pt x="88" y="17"/>
                  </a:cubicBezTo>
                  <a:cubicBezTo>
                    <a:pt x="108" y="26"/>
                    <a:pt x="131" y="36"/>
                    <a:pt x="144" y="16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6" y="16"/>
                    <a:pt x="146" y="16"/>
                    <a:pt x="146" y="18"/>
                  </a:cubicBezTo>
                  <a:close/>
                  <a:moveTo>
                    <a:pt x="133" y="31"/>
                  </a:moveTo>
                  <a:cubicBezTo>
                    <a:pt x="138" y="29"/>
                    <a:pt x="144" y="21"/>
                    <a:pt x="145" y="18"/>
                  </a:cubicBezTo>
                  <a:cubicBezTo>
                    <a:pt x="131" y="37"/>
                    <a:pt x="108" y="27"/>
                    <a:pt x="87" y="18"/>
                  </a:cubicBezTo>
                  <a:cubicBezTo>
                    <a:pt x="81" y="15"/>
                    <a:pt x="76" y="13"/>
                    <a:pt x="71" y="11"/>
                  </a:cubicBezTo>
                  <a:cubicBezTo>
                    <a:pt x="88" y="23"/>
                    <a:pt x="105" y="33"/>
                    <a:pt x="133" y="31"/>
                  </a:cubicBezTo>
                  <a:close/>
                  <a:moveTo>
                    <a:pt x="55" y="30"/>
                  </a:moveTo>
                  <a:cubicBezTo>
                    <a:pt x="54" y="30"/>
                    <a:pt x="54" y="30"/>
                    <a:pt x="54" y="30"/>
                  </a:cubicBezTo>
                  <a:cubicBezTo>
                    <a:pt x="47" y="29"/>
                    <a:pt x="42" y="25"/>
                    <a:pt x="42" y="17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3" y="16"/>
                    <a:pt x="43" y="16"/>
                    <a:pt x="43" y="16"/>
                  </a:cubicBezTo>
                  <a:cubicBezTo>
                    <a:pt x="50" y="17"/>
                    <a:pt x="53" y="23"/>
                    <a:pt x="55" y="29"/>
                  </a:cubicBezTo>
                  <a:lnTo>
                    <a:pt x="55" y="30"/>
                  </a:lnTo>
                  <a:close/>
                  <a:moveTo>
                    <a:pt x="43" y="17"/>
                  </a:moveTo>
                  <a:cubicBezTo>
                    <a:pt x="44" y="24"/>
                    <a:pt x="47" y="27"/>
                    <a:pt x="53" y="28"/>
                  </a:cubicBezTo>
                  <a:cubicBezTo>
                    <a:pt x="51" y="23"/>
                    <a:pt x="49" y="19"/>
                    <a:pt x="43" y="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" name="Freeform 49"/>
            <p:cNvSpPr>
              <a:spLocks noEditPoints="1"/>
            </p:cNvSpPr>
            <p:nvPr/>
          </p:nvSpPr>
          <p:spPr bwMode="auto">
            <a:xfrm>
              <a:off x="4162425" y="3344863"/>
              <a:ext cx="334963" cy="328613"/>
            </a:xfrm>
            <a:custGeom>
              <a:avLst/>
              <a:gdLst>
                <a:gd name="T0" fmla="*/ 61 w 149"/>
                <a:gd name="T1" fmla="*/ 17 h 146"/>
                <a:gd name="T2" fmla="*/ 70 w 149"/>
                <a:gd name="T3" fmla="*/ 13 h 146"/>
                <a:gd name="T4" fmla="*/ 67 w 149"/>
                <a:gd name="T5" fmla="*/ 22 h 146"/>
                <a:gd name="T6" fmla="*/ 71 w 149"/>
                <a:gd name="T7" fmla="*/ 8 h 146"/>
                <a:gd name="T8" fmla="*/ 77 w 149"/>
                <a:gd name="T9" fmla="*/ 20 h 146"/>
                <a:gd name="T10" fmla="*/ 146 w 149"/>
                <a:gd name="T11" fmla="*/ 39 h 146"/>
                <a:gd name="T12" fmla="*/ 125 w 149"/>
                <a:gd name="T13" fmla="*/ 103 h 146"/>
                <a:gd name="T14" fmla="*/ 146 w 149"/>
                <a:gd name="T15" fmla="*/ 99 h 146"/>
                <a:gd name="T16" fmla="*/ 148 w 149"/>
                <a:gd name="T17" fmla="*/ 120 h 146"/>
                <a:gd name="T18" fmla="*/ 129 w 149"/>
                <a:gd name="T19" fmla="*/ 119 h 146"/>
                <a:gd name="T20" fmla="*/ 141 w 149"/>
                <a:gd name="T21" fmla="*/ 143 h 146"/>
                <a:gd name="T22" fmla="*/ 124 w 149"/>
                <a:gd name="T23" fmla="*/ 108 h 146"/>
                <a:gd name="T24" fmla="*/ 121 w 149"/>
                <a:gd name="T25" fmla="*/ 76 h 146"/>
                <a:gd name="T26" fmla="*/ 132 w 149"/>
                <a:gd name="T27" fmla="*/ 18 h 146"/>
                <a:gd name="T28" fmla="*/ 46 w 149"/>
                <a:gd name="T29" fmla="*/ 31 h 146"/>
                <a:gd name="T30" fmla="*/ 0 w 149"/>
                <a:gd name="T31" fmla="*/ 27 h 146"/>
                <a:gd name="T32" fmla="*/ 60 w 149"/>
                <a:gd name="T33" fmla="*/ 24 h 146"/>
                <a:gd name="T34" fmla="*/ 58 w 149"/>
                <a:gd name="T35" fmla="*/ 11 h 146"/>
                <a:gd name="T36" fmla="*/ 68 w 149"/>
                <a:gd name="T37" fmla="*/ 8 h 146"/>
                <a:gd name="T38" fmla="*/ 61 w 149"/>
                <a:gd name="T39" fmla="*/ 17 h 146"/>
                <a:gd name="T40" fmla="*/ 58 w 149"/>
                <a:gd name="T41" fmla="*/ 27 h 146"/>
                <a:gd name="T42" fmla="*/ 31 w 149"/>
                <a:gd name="T43" fmla="*/ 25 h 146"/>
                <a:gd name="T44" fmla="*/ 58 w 149"/>
                <a:gd name="T45" fmla="*/ 27 h 146"/>
                <a:gd name="T46" fmla="*/ 101 w 149"/>
                <a:gd name="T47" fmla="*/ 11 h 146"/>
                <a:gd name="T48" fmla="*/ 88 w 149"/>
                <a:gd name="T49" fmla="*/ 20 h 146"/>
                <a:gd name="T50" fmla="*/ 101 w 149"/>
                <a:gd name="T51" fmla="*/ 11 h 146"/>
                <a:gd name="T52" fmla="*/ 142 w 149"/>
                <a:gd name="T53" fmla="*/ 32 h 146"/>
                <a:gd name="T54" fmla="*/ 141 w 149"/>
                <a:gd name="T55" fmla="*/ 34 h 146"/>
                <a:gd name="T56" fmla="*/ 122 w 149"/>
                <a:gd name="T57" fmla="*/ 95 h 146"/>
                <a:gd name="T58" fmla="*/ 142 w 149"/>
                <a:gd name="T59" fmla="*/ 32 h 146"/>
                <a:gd name="T60" fmla="*/ 145 w 149"/>
                <a:gd name="T61" fmla="*/ 119 h 146"/>
                <a:gd name="T62" fmla="*/ 142 w 149"/>
                <a:gd name="T63" fmla="*/ 106 h 146"/>
                <a:gd name="T64" fmla="*/ 132 w 149"/>
                <a:gd name="T65" fmla="*/ 106 h 146"/>
                <a:gd name="T66" fmla="*/ 145 w 149"/>
                <a:gd name="T67" fmla="*/ 119 h 146"/>
                <a:gd name="T68" fmla="*/ 146 w 149"/>
                <a:gd name="T69" fmla="*/ 103 h 146"/>
                <a:gd name="T70" fmla="*/ 134 w 149"/>
                <a:gd name="T71" fmla="*/ 103 h 146"/>
                <a:gd name="T72" fmla="*/ 146 w 149"/>
                <a:gd name="T73" fmla="*/ 103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49" h="146">
                  <a:moveTo>
                    <a:pt x="61" y="17"/>
                  </a:moveTo>
                  <a:cubicBezTo>
                    <a:pt x="64" y="17"/>
                    <a:pt x="67" y="9"/>
                    <a:pt x="70" y="13"/>
                  </a:cubicBezTo>
                  <a:cubicBezTo>
                    <a:pt x="68" y="15"/>
                    <a:pt x="65" y="17"/>
                    <a:pt x="67" y="22"/>
                  </a:cubicBezTo>
                  <a:cubicBezTo>
                    <a:pt x="78" y="22"/>
                    <a:pt x="72" y="11"/>
                    <a:pt x="71" y="8"/>
                  </a:cubicBezTo>
                  <a:cubicBezTo>
                    <a:pt x="75" y="4"/>
                    <a:pt x="81" y="15"/>
                    <a:pt x="77" y="20"/>
                  </a:cubicBezTo>
                  <a:cubicBezTo>
                    <a:pt x="103" y="0"/>
                    <a:pt x="144" y="7"/>
                    <a:pt x="146" y="39"/>
                  </a:cubicBezTo>
                  <a:cubicBezTo>
                    <a:pt x="148" y="63"/>
                    <a:pt x="123" y="79"/>
                    <a:pt x="125" y="103"/>
                  </a:cubicBezTo>
                  <a:cubicBezTo>
                    <a:pt x="130" y="105"/>
                    <a:pt x="138" y="94"/>
                    <a:pt x="146" y="99"/>
                  </a:cubicBezTo>
                  <a:cubicBezTo>
                    <a:pt x="149" y="104"/>
                    <a:pt x="147" y="114"/>
                    <a:pt x="148" y="120"/>
                  </a:cubicBezTo>
                  <a:cubicBezTo>
                    <a:pt x="142" y="125"/>
                    <a:pt x="135" y="122"/>
                    <a:pt x="129" y="119"/>
                  </a:cubicBezTo>
                  <a:cubicBezTo>
                    <a:pt x="129" y="131"/>
                    <a:pt x="129" y="143"/>
                    <a:pt x="141" y="143"/>
                  </a:cubicBezTo>
                  <a:cubicBezTo>
                    <a:pt x="120" y="146"/>
                    <a:pt x="125" y="125"/>
                    <a:pt x="124" y="108"/>
                  </a:cubicBezTo>
                  <a:cubicBezTo>
                    <a:pt x="123" y="95"/>
                    <a:pt x="118" y="88"/>
                    <a:pt x="121" y="76"/>
                  </a:cubicBezTo>
                  <a:cubicBezTo>
                    <a:pt x="125" y="57"/>
                    <a:pt x="149" y="40"/>
                    <a:pt x="132" y="18"/>
                  </a:cubicBezTo>
                  <a:cubicBezTo>
                    <a:pt x="101" y="5"/>
                    <a:pt x="76" y="33"/>
                    <a:pt x="46" y="31"/>
                  </a:cubicBezTo>
                  <a:cubicBezTo>
                    <a:pt x="31" y="30"/>
                    <a:pt x="16" y="16"/>
                    <a:pt x="0" y="27"/>
                  </a:cubicBezTo>
                  <a:cubicBezTo>
                    <a:pt x="14" y="12"/>
                    <a:pt x="37" y="23"/>
                    <a:pt x="60" y="24"/>
                  </a:cubicBezTo>
                  <a:cubicBezTo>
                    <a:pt x="62" y="22"/>
                    <a:pt x="58" y="15"/>
                    <a:pt x="58" y="11"/>
                  </a:cubicBezTo>
                  <a:cubicBezTo>
                    <a:pt x="61" y="10"/>
                    <a:pt x="64" y="4"/>
                    <a:pt x="68" y="8"/>
                  </a:cubicBezTo>
                  <a:cubicBezTo>
                    <a:pt x="67" y="9"/>
                    <a:pt x="59" y="9"/>
                    <a:pt x="61" y="17"/>
                  </a:cubicBezTo>
                  <a:close/>
                  <a:moveTo>
                    <a:pt x="58" y="27"/>
                  </a:moveTo>
                  <a:cubicBezTo>
                    <a:pt x="49" y="25"/>
                    <a:pt x="41" y="22"/>
                    <a:pt x="31" y="25"/>
                  </a:cubicBezTo>
                  <a:cubicBezTo>
                    <a:pt x="41" y="26"/>
                    <a:pt x="49" y="32"/>
                    <a:pt x="58" y="27"/>
                  </a:cubicBezTo>
                  <a:close/>
                  <a:moveTo>
                    <a:pt x="101" y="11"/>
                  </a:moveTo>
                  <a:cubicBezTo>
                    <a:pt x="98" y="14"/>
                    <a:pt x="85" y="15"/>
                    <a:pt x="88" y="20"/>
                  </a:cubicBezTo>
                  <a:cubicBezTo>
                    <a:pt x="90" y="15"/>
                    <a:pt x="104" y="16"/>
                    <a:pt x="101" y="11"/>
                  </a:cubicBezTo>
                  <a:close/>
                  <a:moveTo>
                    <a:pt x="142" y="32"/>
                  </a:moveTo>
                  <a:cubicBezTo>
                    <a:pt x="140" y="29"/>
                    <a:pt x="138" y="30"/>
                    <a:pt x="141" y="34"/>
                  </a:cubicBezTo>
                  <a:cubicBezTo>
                    <a:pt x="139" y="59"/>
                    <a:pt x="121" y="67"/>
                    <a:pt x="122" y="95"/>
                  </a:cubicBezTo>
                  <a:cubicBezTo>
                    <a:pt x="127" y="73"/>
                    <a:pt x="146" y="59"/>
                    <a:pt x="142" y="32"/>
                  </a:cubicBezTo>
                  <a:close/>
                  <a:moveTo>
                    <a:pt x="145" y="119"/>
                  </a:moveTo>
                  <a:cubicBezTo>
                    <a:pt x="145" y="113"/>
                    <a:pt x="145" y="109"/>
                    <a:pt x="142" y="106"/>
                  </a:cubicBezTo>
                  <a:cubicBezTo>
                    <a:pt x="139" y="106"/>
                    <a:pt x="135" y="106"/>
                    <a:pt x="132" y="106"/>
                  </a:cubicBezTo>
                  <a:cubicBezTo>
                    <a:pt x="126" y="113"/>
                    <a:pt x="134" y="121"/>
                    <a:pt x="145" y="119"/>
                  </a:cubicBezTo>
                  <a:close/>
                  <a:moveTo>
                    <a:pt x="146" y="103"/>
                  </a:moveTo>
                  <a:cubicBezTo>
                    <a:pt x="142" y="100"/>
                    <a:pt x="137" y="100"/>
                    <a:pt x="134" y="103"/>
                  </a:cubicBezTo>
                  <a:cubicBezTo>
                    <a:pt x="139" y="101"/>
                    <a:pt x="144" y="107"/>
                    <a:pt x="146" y="10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" name="Freeform 50"/>
            <p:cNvSpPr>
              <a:spLocks noEditPoints="1"/>
            </p:cNvSpPr>
            <p:nvPr/>
          </p:nvSpPr>
          <p:spPr bwMode="auto">
            <a:xfrm>
              <a:off x="4162425" y="3359150"/>
              <a:ext cx="334963" cy="309563"/>
            </a:xfrm>
            <a:custGeom>
              <a:avLst/>
              <a:gdLst>
                <a:gd name="T0" fmla="*/ 69 w 149"/>
                <a:gd name="T1" fmla="*/ 3 h 138"/>
                <a:gd name="T2" fmla="*/ 64 w 149"/>
                <a:gd name="T3" fmla="*/ 7 h 138"/>
                <a:gd name="T4" fmla="*/ 70 w 149"/>
                <a:gd name="T5" fmla="*/ 7 h 138"/>
                <a:gd name="T6" fmla="*/ 70 w 149"/>
                <a:gd name="T7" fmla="*/ 3 h 138"/>
                <a:gd name="T8" fmla="*/ 73 w 149"/>
                <a:gd name="T9" fmla="*/ 1 h 138"/>
                <a:gd name="T10" fmla="*/ 147 w 149"/>
                <a:gd name="T11" fmla="*/ 33 h 138"/>
                <a:gd name="T12" fmla="*/ 142 w 149"/>
                <a:gd name="T13" fmla="*/ 91 h 138"/>
                <a:gd name="T14" fmla="*/ 149 w 149"/>
                <a:gd name="T15" fmla="*/ 114 h 138"/>
                <a:gd name="T16" fmla="*/ 130 w 149"/>
                <a:gd name="T17" fmla="*/ 114 h 138"/>
                <a:gd name="T18" fmla="*/ 137 w 149"/>
                <a:gd name="T19" fmla="*/ 138 h 138"/>
                <a:gd name="T20" fmla="*/ 122 w 149"/>
                <a:gd name="T21" fmla="*/ 94 h 138"/>
                <a:gd name="T22" fmla="*/ 129 w 149"/>
                <a:gd name="T23" fmla="*/ 51 h 138"/>
                <a:gd name="T24" fmla="*/ 49 w 149"/>
                <a:gd name="T25" fmla="*/ 26 h 138"/>
                <a:gd name="T26" fmla="*/ 1 w 149"/>
                <a:gd name="T27" fmla="*/ 21 h 138"/>
                <a:gd name="T28" fmla="*/ 39 w 149"/>
                <a:gd name="T29" fmla="*/ 15 h 138"/>
                <a:gd name="T30" fmla="*/ 58 w 149"/>
                <a:gd name="T31" fmla="*/ 5 h 138"/>
                <a:gd name="T32" fmla="*/ 67 w 149"/>
                <a:gd name="T33" fmla="*/ 2 h 138"/>
                <a:gd name="T34" fmla="*/ 60 w 149"/>
                <a:gd name="T35" fmla="*/ 10 h 138"/>
                <a:gd name="T36" fmla="*/ 77 w 149"/>
                <a:gd name="T37" fmla="*/ 14 h 138"/>
                <a:gd name="T38" fmla="*/ 73 w 149"/>
                <a:gd name="T39" fmla="*/ 15 h 138"/>
                <a:gd name="T40" fmla="*/ 68 w 149"/>
                <a:gd name="T41" fmla="*/ 8 h 138"/>
                <a:gd name="T42" fmla="*/ 61 w 149"/>
                <a:gd name="T43" fmla="*/ 12 h 138"/>
                <a:gd name="T44" fmla="*/ 60 w 149"/>
                <a:gd name="T45" fmla="*/ 19 h 138"/>
                <a:gd name="T46" fmla="*/ 7 w 149"/>
                <a:gd name="T47" fmla="*/ 17 h 138"/>
                <a:gd name="T48" fmla="*/ 40 w 149"/>
                <a:gd name="T49" fmla="*/ 17 h 138"/>
                <a:gd name="T50" fmla="*/ 60 w 149"/>
                <a:gd name="T51" fmla="*/ 20 h 138"/>
                <a:gd name="T52" fmla="*/ 31 w 149"/>
                <a:gd name="T53" fmla="*/ 20 h 138"/>
                <a:gd name="T54" fmla="*/ 49 w 149"/>
                <a:gd name="T55" fmla="*/ 24 h 138"/>
                <a:gd name="T56" fmla="*/ 87 w 149"/>
                <a:gd name="T57" fmla="*/ 12 h 138"/>
                <a:gd name="T58" fmla="*/ 77 w 149"/>
                <a:gd name="T59" fmla="*/ 14 h 138"/>
                <a:gd name="T60" fmla="*/ 124 w 149"/>
                <a:gd name="T61" fmla="*/ 97 h 138"/>
                <a:gd name="T62" fmla="*/ 101 w 149"/>
                <a:gd name="T63" fmla="*/ 4 h 138"/>
                <a:gd name="T64" fmla="*/ 89 w 149"/>
                <a:gd name="T65" fmla="*/ 14 h 138"/>
                <a:gd name="T66" fmla="*/ 133 w 149"/>
                <a:gd name="T67" fmla="*/ 12 h 138"/>
                <a:gd name="T68" fmla="*/ 131 w 149"/>
                <a:gd name="T69" fmla="*/ 55 h 138"/>
                <a:gd name="T70" fmla="*/ 140 w 149"/>
                <a:gd name="T71" fmla="*/ 24 h 138"/>
                <a:gd name="T72" fmla="*/ 123 w 149"/>
                <a:gd name="T73" fmla="*/ 89 h 138"/>
                <a:gd name="T74" fmla="*/ 135 w 149"/>
                <a:gd name="T75" fmla="*/ 137 h 138"/>
                <a:gd name="T76" fmla="*/ 141 w 149"/>
                <a:gd name="T77" fmla="*/ 116 h 138"/>
                <a:gd name="T78" fmla="*/ 147 w 149"/>
                <a:gd name="T79" fmla="*/ 98 h 138"/>
                <a:gd name="T80" fmla="*/ 131 w 149"/>
                <a:gd name="T81" fmla="*/ 99 h 138"/>
                <a:gd name="T82" fmla="*/ 146 w 149"/>
                <a:gd name="T83" fmla="*/ 94 h 138"/>
                <a:gd name="T84" fmla="*/ 88 w 149"/>
                <a:gd name="T85" fmla="*/ 12 h 138"/>
                <a:gd name="T86" fmla="*/ 95 w 149"/>
                <a:gd name="T87" fmla="*/ 9 h 138"/>
                <a:gd name="T88" fmla="*/ 40 w 149"/>
                <a:gd name="T89" fmla="*/ 19 h 138"/>
                <a:gd name="T90" fmla="*/ 56 w 149"/>
                <a:gd name="T91" fmla="*/ 21 h 138"/>
                <a:gd name="T92" fmla="*/ 141 w 149"/>
                <a:gd name="T93" fmla="*/ 28 h 138"/>
                <a:gd name="T94" fmla="*/ 131 w 149"/>
                <a:gd name="T95" fmla="*/ 66 h 138"/>
                <a:gd name="T96" fmla="*/ 141 w 149"/>
                <a:gd name="T97" fmla="*/ 97 h 138"/>
                <a:gd name="T98" fmla="*/ 143 w 149"/>
                <a:gd name="T99" fmla="*/ 100 h 138"/>
                <a:gd name="T100" fmla="*/ 130 w 149"/>
                <a:gd name="T101" fmla="*/ 108 h 138"/>
                <a:gd name="T102" fmla="*/ 131 w 149"/>
                <a:gd name="T103" fmla="*/ 107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49" h="138">
                  <a:moveTo>
                    <a:pt x="65" y="0"/>
                  </a:moveTo>
                  <a:cubicBezTo>
                    <a:pt x="66" y="0"/>
                    <a:pt x="68" y="1"/>
                    <a:pt x="69" y="2"/>
                  </a:cubicBezTo>
                  <a:cubicBezTo>
                    <a:pt x="69" y="2"/>
                    <a:pt x="69" y="2"/>
                    <a:pt x="69" y="2"/>
                  </a:cubicBezTo>
                  <a:cubicBezTo>
                    <a:pt x="69" y="3"/>
                    <a:pt x="69" y="3"/>
                    <a:pt x="69" y="3"/>
                  </a:cubicBezTo>
                  <a:cubicBezTo>
                    <a:pt x="68" y="3"/>
                    <a:pt x="68" y="3"/>
                    <a:pt x="67" y="4"/>
                  </a:cubicBezTo>
                  <a:cubicBezTo>
                    <a:pt x="65" y="4"/>
                    <a:pt x="63" y="4"/>
                    <a:pt x="62" y="6"/>
                  </a:cubicBezTo>
                  <a:cubicBezTo>
                    <a:pt x="62" y="7"/>
                    <a:pt x="61" y="8"/>
                    <a:pt x="62" y="10"/>
                  </a:cubicBezTo>
                  <a:cubicBezTo>
                    <a:pt x="63" y="9"/>
                    <a:pt x="63" y="8"/>
                    <a:pt x="64" y="7"/>
                  </a:cubicBezTo>
                  <a:cubicBezTo>
                    <a:pt x="66" y="6"/>
                    <a:pt x="67" y="5"/>
                    <a:pt x="68" y="5"/>
                  </a:cubicBezTo>
                  <a:cubicBezTo>
                    <a:pt x="69" y="5"/>
                    <a:pt x="70" y="5"/>
                    <a:pt x="70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70" y="8"/>
                    <a:pt x="69" y="8"/>
                    <a:pt x="69" y="9"/>
                  </a:cubicBezTo>
                  <a:cubicBezTo>
                    <a:pt x="68" y="11"/>
                    <a:pt x="67" y="12"/>
                    <a:pt x="67" y="16"/>
                  </a:cubicBezTo>
                  <a:cubicBezTo>
                    <a:pt x="70" y="16"/>
                    <a:pt x="71" y="15"/>
                    <a:pt x="72" y="14"/>
                  </a:cubicBezTo>
                  <a:cubicBezTo>
                    <a:pt x="74" y="11"/>
                    <a:pt x="71" y="5"/>
                    <a:pt x="70" y="3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71" y="2"/>
                    <a:pt x="71" y="2"/>
                    <a:pt x="71" y="2"/>
                  </a:cubicBezTo>
                  <a:cubicBezTo>
                    <a:pt x="71" y="1"/>
                    <a:pt x="72" y="1"/>
                    <a:pt x="73" y="1"/>
                  </a:cubicBezTo>
                  <a:cubicBezTo>
                    <a:pt x="73" y="1"/>
                    <a:pt x="73" y="1"/>
                    <a:pt x="73" y="1"/>
                  </a:cubicBezTo>
                  <a:cubicBezTo>
                    <a:pt x="75" y="1"/>
                    <a:pt x="77" y="3"/>
                    <a:pt x="78" y="5"/>
                  </a:cubicBezTo>
                  <a:cubicBezTo>
                    <a:pt x="79" y="7"/>
                    <a:pt x="79" y="9"/>
                    <a:pt x="79" y="11"/>
                  </a:cubicBezTo>
                  <a:cubicBezTo>
                    <a:pt x="88" y="5"/>
                    <a:pt x="99" y="2"/>
                    <a:pt x="110" y="2"/>
                  </a:cubicBezTo>
                  <a:cubicBezTo>
                    <a:pt x="131" y="2"/>
                    <a:pt x="145" y="14"/>
                    <a:pt x="147" y="33"/>
                  </a:cubicBezTo>
                  <a:cubicBezTo>
                    <a:pt x="148" y="45"/>
                    <a:pt x="142" y="55"/>
                    <a:pt x="137" y="65"/>
                  </a:cubicBezTo>
                  <a:cubicBezTo>
                    <a:pt x="131" y="75"/>
                    <a:pt x="125" y="85"/>
                    <a:pt x="126" y="97"/>
                  </a:cubicBezTo>
                  <a:cubicBezTo>
                    <a:pt x="127" y="97"/>
                    <a:pt x="130" y="96"/>
                    <a:pt x="132" y="95"/>
                  </a:cubicBezTo>
                  <a:cubicBezTo>
                    <a:pt x="135" y="93"/>
                    <a:pt x="138" y="91"/>
                    <a:pt x="142" y="91"/>
                  </a:cubicBezTo>
                  <a:cubicBezTo>
                    <a:pt x="144" y="91"/>
                    <a:pt x="145" y="92"/>
                    <a:pt x="147" y="93"/>
                  </a:cubicBezTo>
                  <a:cubicBezTo>
                    <a:pt x="147" y="93"/>
                    <a:pt x="147" y="93"/>
                    <a:pt x="147" y="93"/>
                  </a:cubicBezTo>
                  <a:cubicBezTo>
                    <a:pt x="149" y="96"/>
                    <a:pt x="149" y="101"/>
                    <a:pt x="149" y="106"/>
                  </a:cubicBezTo>
                  <a:cubicBezTo>
                    <a:pt x="148" y="109"/>
                    <a:pt x="148" y="112"/>
                    <a:pt x="149" y="114"/>
                  </a:cubicBezTo>
                  <a:cubicBezTo>
                    <a:pt x="149" y="115"/>
                    <a:pt x="149" y="115"/>
                    <a:pt x="149" y="115"/>
                  </a:cubicBezTo>
                  <a:cubicBezTo>
                    <a:pt x="148" y="115"/>
                    <a:pt x="148" y="115"/>
                    <a:pt x="148" y="115"/>
                  </a:cubicBezTo>
                  <a:cubicBezTo>
                    <a:pt x="146" y="117"/>
                    <a:pt x="143" y="118"/>
                    <a:pt x="141" y="118"/>
                  </a:cubicBezTo>
                  <a:cubicBezTo>
                    <a:pt x="137" y="118"/>
                    <a:pt x="134" y="116"/>
                    <a:pt x="130" y="114"/>
                  </a:cubicBezTo>
                  <a:cubicBezTo>
                    <a:pt x="130" y="115"/>
                    <a:pt x="130" y="115"/>
                    <a:pt x="130" y="115"/>
                  </a:cubicBezTo>
                  <a:cubicBezTo>
                    <a:pt x="130" y="126"/>
                    <a:pt x="130" y="136"/>
                    <a:pt x="141" y="136"/>
                  </a:cubicBezTo>
                  <a:cubicBezTo>
                    <a:pt x="141" y="138"/>
                    <a:pt x="141" y="138"/>
                    <a:pt x="141" y="138"/>
                  </a:cubicBezTo>
                  <a:cubicBezTo>
                    <a:pt x="139" y="138"/>
                    <a:pt x="138" y="138"/>
                    <a:pt x="137" y="138"/>
                  </a:cubicBezTo>
                  <a:cubicBezTo>
                    <a:pt x="123" y="138"/>
                    <a:pt x="123" y="125"/>
                    <a:pt x="123" y="112"/>
                  </a:cubicBezTo>
                  <a:cubicBezTo>
                    <a:pt x="123" y="108"/>
                    <a:pt x="123" y="105"/>
                    <a:pt x="123" y="102"/>
                  </a:cubicBezTo>
                  <a:cubicBezTo>
                    <a:pt x="123" y="99"/>
                    <a:pt x="122" y="96"/>
                    <a:pt x="122" y="94"/>
                  </a:cubicBezTo>
                  <a:cubicBezTo>
                    <a:pt x="122" y="94"/>
                    <a:pt x="122" y="94"/>
                    <a:pt x="122" y="94"/>
                  </a:cubicBezTo>
                  <a:cubicBezTo>
                    <a:pt x="122" y="93"/>
                    <a:pt x="122" y="93"/>
                    <a:pt x="122" y="93"/>
                  </a:cubicBezTo>
                  <a:cubicBezTo>
                    <a:pt x="121" y="92"/>
                    <a:pt x="121" y="91"/>
                    <a:pt x="121" y="90"/>
                  </a:cubicBezTo>
                  <a:cubicBezTo>
                    <a:pt x="120" y="84"/>
                    <a:pt x="118" y="78"/>
                    <a:pt x="120" y="70"/>
                  </a:cubicBezTo>
                  <a:cubicBezTo>
                    <a:pt x="122" y="64"/>
                    <a:pt x="125" y="57"/>
                    <a:pt x="129" y="51"/>
                  </a:cubicBezTo>
                  <a:cubicBezTo>
                    <a:pt x="136" y="39"/>
                    <a:pt x="143" y="27"/>
                    <a:pt x="132" y="13"/>
                  </a:cubicBezTo>
                  <a:cubicBezTo>
                    <a:pt x="126" y="11"/>
                    <a:pt x="121" y="10"/>
                    <a:pt x="115" y="10"/>
                  </a:cubicBezTo>
                  <a:cubicBezTo>
                    <a:pt x="104" y="10"/>
                    <a:pt x="93" y="14"/>
                    <a:pt x="83" y="18"/>
                  </a:cubicBezTo>
                  <a:cubicBezTo>
                    <a:pt x="72" y="22"/>
                    <a:pt x="61" y="26"/>
                    <a:pt x="49" y="26"/>
                  </a:cubicBezTo>
                  <a:cubicBezTo>
                    <a:pt x="48" y="26"/>
                    <a:pt x="47" y="26"/>
                    <a:pt x="45" y="26"/>
                  </a:cubicBezTo>
                  <a:cubicBezTo>
                    <a:pt x="40" y="25"/>
                    <a:pt x="35" y="23"/>
                    <a:pt x="30" y="22"/>
                  </a:cubicBezTo>
                  <a:cubicBezTo>
                    <a:pt x="25" y="19"/>
                    <a:pt x="19" y="17"/>
                    <a:pt x="13" y="17"/>
                  </a:cubicBezTo>
                  <a:cubicBezTo>
                    <a:pt x="9" y="17"/>
                    <a:pt x="4" y="19"/>
                    <a:pt x="1" y="21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5" y="15"/>
                    <a:pt x="11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6" y="13"/>
                    <a:pt x="33" y="14"/>
                    <a:pt x="39" y="15"/>
                  </a:cubicBezTo>
                  <a:cubicBezTo>
                    <a:pt x="46" y="16"/>
                    <a:pt x="53" y="17"/>
                    <a:pt x="59" y="17"/>
                  </a:cubicBezTo>
                  <a:cubicBezTo>
                    <a:pt x="61" y="16"/>
                    <a:pt x="60" y="13"/>
                    <a:pt x="59" y="10"/>
                  </a:cubicBezTo>
                  <a:cubicBezTo>
                    <a:pt x="58" y="8"/>
                    <a:pt x="58" y="7"/>
                    <a:pt x="58" y="5"/>
                  </a:cubicBezTo>
                  <a:cubicBezTo>
                    <a:pt x="58" y="5"/>
                    <a:pt x="58" y="5"/>
                    <a:pt x="58" y="5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9" y="4"/>
                    <a:pt x="59" y="3"/>
                    <a:pt x="60" y="3"/>
                  </a:cubicBezTo>
                  <a:cubicBezTo>
                    <a:pt x="62" y="1"/>
                    <a:pt x="63" y="0"/>
                    <a:pt x="65" y="0"/>
                  </a:cubicBezTo>
                  <a:close/>
                  <a:moveTo>
                    <a:pt x="67" y="2"/>
                  </a:moveTo>
                  <a:cubicBezTo>
                    <a:pt x="65" y="1"/>
                    <a:pt x="63" y="2"/>
                    <a:pt x="61" y="4"/>
                  </a:cubicBezTo>
                  <a:cubicBezTo>
                    <a:pt x="60" y="4"/>
                    <a:pt x="60" y="5"/>
                    <a:pt x="59" y="5"/>
                  </a:cubicBezTo>
                  <a:cubicBezTo>
                    <a:pt x="59" y="7"/>
                    <a:pt x="60" y="8"/>
                    <a:pt x="60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0" y="8"/>
                    <a:pt x="60" y="7"/>
                    <a:pt x="61" y="5"/>
                  </a:cubicBezTo>
                  <a:cubicBezTo>
                    <a:pt x="62" y="3"/>
                    <a:pt x="65" y="3"/>
                    <a:pt x="66" y="2"/>
                  </a:cubicBezTo>
                  <a:cubicBezTo>
                    <a:pt x="66" y="2"/>
                    <a:pt x="67" y="2"/>
                    <a:pt x="67" y="2"/>
                  </a:cubicBezTo>
                  <a:close/>
                  <a:moveTo>
                    <a:pt x="77" y="14"/>
                  </a:moveTo>
                  <a:cubicBezTo>
                    <a:pt x="76" y="13"/>
                    <a:pt x="76" y="13"/>
                    <a:pt x="76" y="13"/>
                  </a:cubicBezTo>
                  <a:cubicBezTo>
                    <a:pt x="78" y="11"/>
                    <a:pt x="78" y="8"/>
                    <a:pt x="77" y="6"/>
                  </a:cubicBezTo>
                  <a:cubicBezTo>
                    <a:pt x="75" y="3"/>
                    <a:pt x="73" y="1"/>
                    <a:pt x="72" y="2"/>
                  </a:cubicBezTo>
                  <a:cubicBezTo>
                    <a:pt x="73" y="5"/>
                    <a:pt x="76" y="11"/>
                    <a:pt x="73" y="15"/>
                  </a:cubicBezTo>
                  <a:cubicBezTo>
                    <a:pt x="72" y="16"/>
                    <a:pt x="70" y="17"/>
                    <a:pt x="67" y="17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5" y="12"/>
                    <a:pt x="66" y="10"/>
                    <a:pt x="68" y="8"/>
                  </a:cubicBezTo>
                  <a:cubicBezTo>
                    <a:pt x="68" y="8"/>
                    <a:pt x="68" y="7"/>
                    <a:pt x="69" y="7"/>
                  </a:cubicBezTo>
                  <a:cubicBezTo>
                    <a:pt x="69" y="6"/>
                    <a:pt x="68" y="6"/>
                    <a:pt x="68" y="6"/>
                  </a:cubicBezTo>
                  <a:cubicBezTo>
                    <a:pt x="67" y="6"/>
                    <a:pt x="66" y="7"/>
                    <a:pt x="65" y="8"/>
                  </a:cubicBezTo>
                  <a:cubicBezTo>
                    <a:pt x="64" y="10"/>
                    <a:pt x="63" y="11"/>
                    <a:pt x="61" y="12"/>
                  </a:cubicBezTo>
                  <a:cubicBezTo>
                    <a:pt x="61" y="12"/>
                    <a:pt x="61" y="12"/>
                    <a:pt x="61" y="12"/>
                  </a:cubicBezTo>
                  <a:cubicBezTo>
                    <a:pt x="61" y="14"/>
                    <a:pt x="62" y="17"/>
                    <a:pt x="60" y="18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53" y="18"/>
                    <a:pt x="46" y="17"/>
                    <a:pt x="39" y="16"/>
                  </a:cubicBezTo>
                  <a:cubicBezTo>
                    <a:pt x="32" y="15"/>
                    <a:pt x="26" y="14"/>
                    <a:pt x="20" y="14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15" y="14"/>
                    <a:pt x="11" y="15"/>
                    <a:pt x="7" y="17"/>
                  </a:cubicBezTo>
                  <a:cubicBezTo>
                    <a:pt x="9" y="16"/>
                    <a:pt x="11" y="16"/>
                    <a:pt x="13" y="16"/>
                  </a:cubicBezTo>
                  <a:cubicBezTo>
                    <a:pt x="18" y="16"/>
                    <a:pt x="24" y="18"/>
                    <a:pt x="29" y="19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4" y="18"/>
                    <a:pt x="37" y="17"/>
                    <a:pt x="40" y="17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5" y="17"/>
                    <a:pt x="49" y="18"/>
                    <a:pt x="54" y="19"/>
                  </a:cubicBezTo>
                  <a:cubicBezTo>
                    <a:pt x="55" y="19"/>
                    <a:pt x="57" y="20"/>
                    <a:pt x="58" y="20"/>
                  </a:cubicBezTo>
                  <a:cubicBezTo>
                    <a:pt x="60" y="20"/>
                    <a:pt x="60" y="20"/>
                    <a:pt x="60" y="20"/>
                  </a:cubicBezTo>
                  <a:cubicBezTo>
                    <a:pt x="59" y="21"/>
                    <a:pt x="59" y="21"/>
                    <a:pt x="59" y="21"/>
                  </a:cubicBezTo>
                  <a:cubicBezTo>
                    <a:pt x="56" y="23"/>
                    <a:pt x="53" y="24"/>
                    <a:pt x="50" y="24"/>
                  </a:cubicBezTo>
                  <a:cubicBezTo>
                    <a:pt x="47" y="24"/>
                    <a:pt x="43" y="23"/>
                    <a:pt x="40" y="22"/>
                  </a:cubicBezTo>
                  <a:cubicBezTo>
                    <a:pt x="37" y="21"/>
                    <a:pt x="34" y="20"/>
                    <a:pt x="31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1" y="20"/>
                    <a:pt x="31" y="20"/>
                  </a:cubicBezTo>
                  <a:cubicBezTo>
                    <a:pt x="36" y="22"/>
                    <a:pt x="41" y="24"/>
                    <a:pt x="46" y="24"/>
                  </a:cubicBezTo>
                  <a:cubicBezTo>
                    <a:pt x="47" y="24"/>
                    <a:pt x="48" y="24"/>
                    <a:pt x="49" y="24"/>
                  </a:cubicBezTo>
                  <a:cubicBezTo>
                    <a:pt x="61" y="24"/>
                    <a:pt x="72" y="20"/>
                    <a:pt x="82" y="16"/>
                  </a:cubicBezTo>
                  <a:cubicBezTo>
                    <a:pt x="84" y="16"/>
                    <a:pt x="86" y="15"/>
                    <a:pt x="88" y="14"/>
                  </a:cubicBezTo>
                  <a:cubicBezTo>
                    <a:pt x="88" y="14"/>
                    <a:pt x="88" y="14"/>
                    <a:pt x="88" y="14"/>
                  </a:cubicBezTo>
                  <a:cubicBezTo>
                    <a:pt x="87" y="13"/>
                    <a:pt x="87" y="12"/>
                    <a:pt x="87" y="12"/>
                  </a:cubicBezTo>
                  <a:cubicBezTo>
                    <a:pt x="88" y="10"/>
                    <a:pt x="91" y="9"/>
                    <a:pt x="94" y="7"/>
                  </a:cubicBezTo>
                  <a:cubicBezTo>
                    <a:pt x="97" y="7"/>
                    <a:pt x="99" y="6"/>
                    <a:pt x="100" y="5"/>
                  </a:cubicBezTo>
                  <a:cubicBezTo>
                    <a:pt x="101" y="4"/>
                    <a:pt x="101" y="4"/>
                    <a:pt x="101" y="4"/>
                  </a:cubicBezTo>
                  <a:cubicBezTo>
                    <a:pt x="92" y="6"/>
                    <a:pt x="84" y="9"/>
                    <a:pt x="77" y="14"/>
                  </a:cubicBezTo>
                  <a:close/>
                  <a:moveTo>
                    <a:pt x="126" y="98"/>
                  </a:moveTo>
                  <a:cubicBezTo>
                    <a:pt x="126" y="98"/>
                    <a:pt x="125" y="98"/>
                    <a:pt x="125" y="98"/>
                  </a:cubicBezTo>
                  <a:cubicBezTo>
                    <a:pt x="124" y="98"/>
                    <a:pt x="124" y="98"/>
                    <a:pt x="124" y="98"/>
                  </a:cubicBezTo>
                  <a:cubicBezTo>
                    <a:pt x="124" y="97"/>
                    <a:pt x="124" y="97"/>
                    <a:pt x="124" y="97"/>
                  </a:cubicBezTo>
                  <a:cubicBezTo>
                    <a:pt x="123" y="85"/>
                    <a:pt x="129" y="74"/>
                    <a:pt x="135" y="64"/>
                  </a:cubicBezTo>
                  <a:cubicBezTo>
                    <a:pt x="141" y="54"/>
                    <a:pt x="147" y="45"/>
                    <a:pt x="146" y="34"/>
                  </a:cubicBezTo>
                  <a:cubicBezTo>
                    <a:pt x="144" y="15"/>
                    <a:pt x="130" y="4"/>
                    <a:pt x="110" y="4"/>
                  </a:cubicBezTo>
                  <a:cubicBezTo>
                    <a:pt x="107" y="4"/>
                    <a:pt x="104" y="4"/>
                    <a:pt x="101" y="4"/>
                  </a:cubicBezTo>
                  <a:cubicBezTo>
                    <a:pt x="102" y="5"/>
                    <a:pt x="102" y="5"/>
                    <a:pt x="102" y="5"/>
                  </a:cubicBezTo>
                  <a:cubicBezTo>
                    <a:pt x="102" y="6"/>
                    <a:pt x="102" y="6"/>
                    <a:pt x="102" y="7"/>
                  </a:cubicBezTo>
                  <a:cubicBezTo>
                    <a:pt x="101" y="9"/>
                    <a:pt x="99" y="10"/>
                    <a:pt x="96" y="11"/>
                  </a:cubicBezTo>
                  <a:cubicBezTo>
                    <a:pt x="93" y="11"/>
                    <a:pt x="90" y="12"/>
                    <a:pt x="89" y="14"/>
                  </a:cubicBezTo>
                  <a:cubicBezTo>
                    <a:pt x="97" y="11"/>
                    <a:pt x="106" y="8"/>
                    <a:pt x="115" y="8"/>
                  </a:cubicBezTo>
                  <a:cubicBezTo>
                    <a:pt x="121" y="8"/>
                    <a:pt x="127" y="9"/>
                    <a:pt x="132" y="12"/>
                  </a:cubicBezTo>
                  <a:cubicBezTo>
                    <a:pt x="133" y="12"/>
                    <a:pt x="133" y="12"/>
                    <a:pt x="133" y="12"/>
                  </a:cubicBezTo>
                  <a:cubicBezTo>
                    <a:pt x="133" y="12"/>
                    <a:pt x="133" y="12"/>
                    <a:pt x="133" y="12"/>
                  </a:cubicBezTo>
                  <a:cubicBezTo>
                    <a:pt x="145" y="27"/>
                    <a:pt x="137" y="40"/>
                    <a:pt x="130" y="52"/>
                  </a:cubicBezTo>
                  <a:cubicBezTo>
                    <a:pt x="126" y="58"/>
                    <a:pt x="123" y="64"/>
                    <a:pt x="122" y="71"/>
                  </a:cubicBezTo>
                  <a:cubicBezTo>
                    <a:pt x="120" y="76"/>
                    <a:pt x="121" y="80"/>
                    <a:pt x="121" y="84"/>
                  </a:cubicBezTo>
                  <a:cubicBezTo>
                    <a:pt x="122" y="72"/>
                    <a:pt x="126" y="63"/>
                    <a:pt x="131" y="55"/>
                  </a:cubicBezTo>
                  <a:cubicBezTo>
                    <a:pt x="135" y="47"/>
                    <a:pt x="139" y="39"/>
                    <a:pt x="140" y="28"/>
                  </a:cubicBezTo>
                  <a:cubicBezTo>
                    <a:pt x="139" y="27"/>
                    <a:pt x="138" y="25"/>
                    <a:pt x="139" y="24"/>
                  </a:cubicBezTo>
                  <a:cubicBezTo>
                    <a:pt x="139" y="24"/>
                    <a:pt x="139" y="24"/>
                    <a:pt x="140" y="24"/>
                  </a:cubicBezTo>
                  <a:cubicBezTo>
                    <a:pt x="140" y="24"/>
                    <a:pt x="140" y="24"/>
                    <a:pt x="140" y="24"/>
                  </a:cubicBezTo>
                  <a:cubicBezTo>
                    <a:pt x="141" y="24"/>
                    <a:pt x="142" y="24"/>
                    <a:pt x="143" y="26"/>
                  </a:cubicBezTo>
                  <a:cubicBezTo>
                    <a:pt x="143" y="26"/>
                    <a:pt x="143" y="26"/>
                    <a:pt x="143" y="26"/>
                  </a:cubicBezTo>
                  <a:cubicBezTo>
                    <a:pt x="145" y="43"/>
                    <a:pt x="139" y="55"/>
                    <a:pt x="133" y="66"/>
                  </a:cubicBezTo>
                  <a:cubicBezTo>
                    <a:pt x="129" y="73"/>
                    <a:pt x="125" y="81"/>
                    <a:pt x="123" y="89"/>
                  </a:cubicBezTo>
                  <a:cubicBezTo>
                    <a:pt x="123" y="90"/>
                    <a:pt x="123" y="90"/>
                    <a:pt x="123" y="90"/>
                  </a:cubicBezTo>
                  <a:cubicBezTo>
                    <a:pt x="123" y="94"/>
                    <a:pt x="124" y="97"/>
                    <a:pt x="124" y="102"/>
                  </a:cubicBezTo>
                  <a:cubicBezTo>
                    <a:pt x="125" y="105"/>
                    <a:pt x="125" y="108"/>
                    <a:pt x="125" y="112"/>
                  </a:cubicBezTo>
                  <a:cubicBezTo>
                    <a:pt x="125" y="124"/>
                    <a:pt x="125" y="135"/>
                    <a:pt x="135" y="137"/>
                  </a:cubicBezTo>
                  <a:cubicBezTo>
                    <a:pt x="129" y="133"/>
                    <a:pt x="129" y="124"/>
                    <a:pt x="129" y="115"/>
                  </a:cubicBezTo>
                  <a:cubicBezTo>
                    <a:pt x="129" y="112"/>
                    <a:pt x="129" y="112"/>
                    <a:pt x="129" y="112"/>
                  </a:cubicBezTo>
                  <a:cubicBezTo>
                    <a:pt x="130" y="112"/>
                    <a:pt x="130" y="112"/>
                    <a:pt x="130" y="112"/>
                  </a:cubicBezTo>
                  <a:cubicBezTo>
                    <a:pt x="133" y="115"/>
                    <a:pt x="137" y="116"/>
                    <a:pt x="141" y="116"/>
                  </a:cubicBezTo>
                  <a:cubicBezTo>
                    <a:pt x="143" y="116"/>
                    <a:pt x="145" y="115"/>
                    <a:pt x="147" y="114"/>
                  </a:cubicBezTo>
                  <a:cubicBezTo>
                    <a:pt x="147" y="112"/>
                    <a:pt x="147" y="109"/>
                    <a:pt x="147" y="106"/>
                  </a:cubicBezTo>
                  <a:cubicBezTo>
                    <a:pt x="147" y="103"/>
                    <a:pt x="147" y="100"/>
                    <a:pt x="147" y="98"/>
                  </a:cubicBezTo>
                  <a:cubicBezTo>
                    <a:pt x="147" y="98"/>
                    <a:pt x="147" y="98"/>
                    <a:pt x="147" y="98"/>
                  </a:cubicBezTo>
                  <a:cubicBezTo>
                    <a:pt x="146" y="99"/>
                    <a:pt x="145" y="99"/>
                    <a:pt x="144" y="99"/>
                  </a:cubicBezTo>
                  <a:cubicBezTo>
                    <a:pt x="143" y="99"/>
                    <a:pt x="142" y="99"/>
                    <a:pt x="141" y="99"/>
                  </a:cubicBezTo>
                  <a:cubicBezTo>
                    <a:pt x="138" y="98"/>
                    <a:pt x="136" y="97"/>
                    <a:pt x="134" y="98"/>
                  </a:cubicBezTo>
                  <a:cubicBezTo>
                    <a:pt x="131" y="99"/>
                    <a:pt x="131" y="99"/>
                    <a:pt x="131" y="99"/>
                  </a:cubicBezTo>
                  <a:cubicBezTo>
                    <a:pt x="133" y="97"/>
                    <a:pt x="133" y="97"/>
                    <a:pt x="133" y="97"/>
                  </a:cubicBezTo>
                  <a:cubicBezTo>
                    <a:pt x="137" y="93"/>
                    <a:pt x="142" y="93"/>
                    <a:pt x="147" y="97"/>
                  </a:cubicBezTo>
                  <a:cubicBezTo>
                    <a:pt x="147" y="97"/>
                    <a:pt x="147" y="97"/>
                    <a:pt x="147" y="97"/>
                  </a:cubicBezTo>
                  <a:cubicBezTo>
                    <a:pt x="147" y="96"/>
                    <a:pt x="146" y="95"/>
                    <a:pt x="146" y="94"/>
                  </a:cubicBezTo>
                  <a:cubicBezTo>
                    <a:pt x="145" y="93"/>
                    <a:pt x="143" y="93"/>
                    <a:pt x="142" y="93"/>
                  </a:cubicBezTo>
                  <a:cubicBezTo>
                    <a:pt x="139" y="93"/>
                    <a:pt x="136" y="94"/>
                    <a:pt x="133" y="96"/>
                  </a:cubicBezTo>
                  <a:cubicBezTo>
                    <a:pt x="130" y="97"/>
                    <a:pt x="128" y="98"/>
                    <a:pt x="126" y="98"/>
                  </a:cubicBezTo>
                  <a:close/>
                  <a:moveTo>
                    <a:pt x="88" y="12"/>
                  </a:moveTo>
                  <a:cubicBezTo>
                    <a:pt x="90" y="11"/>
                    <a:pt x="93" y="10"/>
                    <a:pt x="95" y="9"/>
                  </a:cubicBezTo>
                  <a:cubicBezTo>
                    <a:pt x="98" y="8"/>
                    <a:pt x="100" y="8"/>
                    <a:pt x="101" y="7"/>
                  </a:cubicBezTo>
                  <a:cubicBezTo>
                    <a:pt x="101" y="7"/>
                    <a:pt x="101" y="6"/>
                    <a:pt x="101" y="6"/>
                  </a:cubicBezTo>
                  <a:cubicBezTo>
                    <a:pt x="99" y="7"/>
                    <a:pt x="97" y="8"/>
                    <a:pt x="95" y="9"/>
                  </a:cubicBezTo>
                  <a:cubicBezTo>
                    <a:pt x="92" y="10"/>
                    <a:pt x="89" y="11"/>
                    <a:pt x="88" y="12"/>
                  </a:cubicBezTo>
                  <a:close/>
                  <a:moveTo>
                    <a:pt x="56" y="21"/>
                  </a:moveTo>
                  <a:cubicBezTo>
                    <a:pt x="55" y="21"/>
                    <a:pt x="54" y="21"/>
                    <a:pt x="53" y="20"/>
                  </a:cubicBezTo>
                  <a:cubicBezTo>
                    <a:pt x="49" y="19"/>
                    <a:pt x="45" y="19"/>
                    <a:pt x="40" y="19"/>
                  </a:cubicBezTo>
                  <a:cubicBezTo>
                    <a:pt x="39" y="19"/>
                    <a:pt x="37" y="19"/>
                    <a:pt x="35" y="19"/>
                  </a:cubicBezTo>
                  <a:cubicBezTo>
                    <a:pt x="37" y="20"/>
                    <a:pt x="38" y="20"/>
                    <a:pt x="40" y="20"/>
                  </a:cubicBezTo>
                  <a:cubicBezTo>
                    <a:pt x="44" y="21"/>
                    <a:pt x="47" y="22"/>
                    <a:pt x="50" y="22"/>
                  </a:cubicBezTo>
                  <a:cubicBezTo>
                    <a:pt x="52" y="22"/>
                    <a:pt x="54" y="22"/>
                    <a:pt x="56" y="21"/>
                  </a:cubicBezTo>
                  <a:close/>
                  <a:moveTo>
                    <a:pt x="141" y="27"/>
                  </a:moveTo>
                  <a:cubicBezTo>
                    <a:pt x="141" y="26"/>
                    <a:pt x="141" y="26"/>
                    <a:pt x="140" y="25"/>
                  </a:cubicBezTo>
                  <a:cubicBezTo>
                    <a:pt x="141" y="26"/>
                    <a:pt x="141" y="27"/>
                    <a:pt x="141" y="27"/>
                  </a:cubicBezTo>
                  <a:cubicBezTo>
                    <a:pt x="141" y="28"/>
                    <a:pt x="141" y="28"/>
                    <a:pt x="141" y="28"/>
                  </a:cubicBezTo>
                  <a:cubicBezTo>
                    <a:pt x="141" y="28"/>
                    <a:pt x="141" y="28"/>
                    <a:pt x="141" y="28"/>
                  </a:cubicBezTo>
                  <a:cubicBezTo>
                    <a:pt x="141" y="40"/>
                    <a:pt x="136" y="48"/>
                    <a:pt x="132" y="56"/>
                  </a:cubicBezTo>
                  <a:cubicBezTo>
                    <a:pt x="128" y="64"/>
                    <a:pt x="123" y="72"/>
                    <a:pt x="123" y="84"/>
                  </a:cubicBezTo>
                  <a:cubicBezTo>
                    <a:pt x="125" y="77"/>
                    <a:pt x="128" y="71"/>
                    <a:pt x="131" y="66"/>
                  </a:cubicBezTo>
                  <a:cubicBezTo>
                    <a:pt x="138" y="54"/>
                    <a:pt x="144" y="43"/>
                    <a:pt x="141" y="27"/>
                  </a:cubicBezTo>
                  <a:close/>
                  <a:moveTo>
                    <a:pt x="145" y="98"/>
                  </a:moveTo>
                  <a:cubicBezTo>
                    <a:pt x="142" y="95"/>
                    <a:pt x="139" y="95"/>
                    <a:pt x="136" y="96"/>
                  </a:cubicBezTo>
                  <a:cubicBezTo>
                    <a:pt x="138" y="96"/>
                    <a:pt x="140" y="97"/>
                    <a:pt x="141" y="97"/>
                  </a:cubicBezTo>
                  <a:cubicBezTo>
                    <a:pt x="143" y="98"/>
                    <a:pt x="144" y="98"/>
                    <a:pt x="145" y="98"/>
                  </a:cubicBezTo>
                  <a:close/>
                  <a:moveTo>
                    <a:pt x="132" y="100"/>
                  </a:moveTo>
                  <a:cubicBezTo>
                    <a:pt x="142" y="100"/>
                    <a:pt x="142" y="100"/>
                    <a:pt x="142" y="100"/>
                  </a:cubicBezTo>
                  <a:cubicBezTo>
                    <a:pt x="143" y="100"/>
                    <a:pt x="143" y="100"/>
                    <a:pt x="143" y="100"/>
                  </a:cubicBezTo>
                  <a:cubicBezTo>
                    <a:pt x="146" y="102"/>
                    <a:pt x="146" y="108"/>
                    <a:pt x="146" y="113"/>
                  </a:cubicBezTo>
                  <a:cubicBezTo>
                    <a:pt x="146" y="114"/>
                    <a:pt x="146" y="114"/>
                    <a:pt x="146" y="114"/>
                  </a:cubicBezTo>
                  <a:cubicBezTo>
                    <a:pt x="145" y="114"/>
                    <a:pt x="145" y="114"/>
                    <a:pt x="145" y="114"/>
                  </a:cubicBezTo>
                  <a:cubicBezTo>
                    <a:pt x="138" y="115"/>
                    <a:pt x="132" y="112"/>
                    <a:pt x="130" y="108"/>
                  </a:cubicBezTo>
                  <a:cubicBezTo>
                    <a:pt x="129" y="105"/>
                    <a:pt x="129" y="102"/>
                    <a:pt x="132" y="100"/>
                  </a:cubicBezTo>
                  <a:close/>
                  <a:moveTo>
                    <a:pt x="142" y="101"/>
                  </a:moveTo>
                  <a:cubicBezTo>
                    <a:pt x="133" y="101"/>
                    <a:pt x="133" y="101"/>
                    <a:pt x="133" y="101"/>
                  </a:cubicBezTo>
                  <a:cubicBezTo>
                    <a:pt x="131" y="103"/>
                    <a:pt x="130" y="105"/>
                    <a:pt x="131" y="107"/>
                  </a:cubicBezTo>
                  <a:cubicBezTo>
                    <a:pt x="133" y="111"/>
                    <a:pt x="138" y="113"/>
                    <a:pt x="144" y="112"/>
                  </a:cubicBezTo>
                  <a:cubicBezTo>
                    <a:pt x="145" y="106"/>
                    <a:pt x="144" y="103"/>
                    <a:pt x="142" y="10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" name="Freeform 51"/>
            <p:cNvSpPr>
              <a:spLocks noEditPoints="1"/>
            </p:cNvSpPr>
            <p:nvPr/>
          </p:nvSpPr>
          <p:spPr bwMode="auto">
            <a:xfrm>
              <a:off x="4205288" y="5753100"/>
              <a:ext cx="303213" cy="344488"/>
            </a:xfrm>
            <a:custGeom>
              <a:avLst/>
              <a:gdLst>
                <a:gd name="T0" fmla="*/ 47 w 135"/>
                <a:gd name="T1" fmla="*/ 133 h 153"/>
                <a:gd name="T2" fmla="*/ 91 w 135"/>
                <a:gd name="T3" fmla="*/ 114 h 153"/>
                <a:gd name="T4" fmla="*/ 47 w 135"/>
                <a:gd name="T5" fmla="*/ 138 h 153"/>
                <a:gd name="T6" fmla="*/ 0 w 135"/>
                <a:gd name="T7" fmla="*/ 124 h 153"/>
                <a:gd name="T8" fmla="*/ 4 w 135"/>
                <a:gd name="T9" fmla="*/ 133 h 153"/>
                <a:gd name="T10" fmla="*/ 97 w 135"/>
                <a:gd name="T11" fmla="*/ 109 h 153"/>
                <a:gd name="T12" fmla="*/ 100 w 135"/>
                <a:gd name="T13" fmla="*/ 94 h 153"/>
                <a:gd name="T14" fmla="*/ 125 w 135"/>
                <a:gd name="T15" fmla="*/ 22 h 153"/>
                <a:gd name="T16" fmla="*/ 101 w 135"/>
                <a:gd name="T17" fmla="*/ 15 h 153"/>
                <a:gd name="T18" fmla="*/ 114 w 135"/>
                <a:gd name="T19" fmla="*/ 5 h 153"/>
                <a:gd name="T20" fmla="*/ 132 w 135"/>
                <a:gd name="T21" fmla="*/ 30 h 153"/>
                <a:gd name="T22" fmla="*/ 107 w 135"/>
                <a:gd name="T23" fmla="*/ 106 h 153"/>
                <a:gd name="T24" fmla="*/ 100 w 135"/>
                <a:gd name="T25" fmla="*/ 137 h 153"/>
                <a:gd name="T26" fmla="*/ 95 w 135"/>
                <a:gd name="T27" fmla="*/ 113 h 153"/>
                <a:gd name="T28" fmla="*/ 47 w 135"/>
                <a:gd name="T29" fmla="*/ 133 h 153"/>
                <a:gd name="T30" fmla="*/ 102 w 135"/>
                <a:gd name="T31" fmla="*/ 107 h 153"/>
                <a:gd name="T32" fmla="*/ 128 w 135"/>
                <a:gd name="T33" fmla="*/ 36 h 153"/>
                <a:gd name="T34" fmla="*/ 102 w 135"/>
                <a:gd name="T35" fmla="*/ 107 h 153"/>
                <a:gd name="T36" fmla="*/ 114 w 135"/>
                <a:gd name="T37" fmla="*/ 110 h 153"/>
                <a:gd name="T38" fmla="*/ 118 w 135"/>
                <a:gd name="T39" fmla="*/ 128 h 153"/>
                <a:gd name="T40" fmla="*/ 114 w 135"/>
                <a:gd name="T41" fmla="*/ 110 h 153"/>
                <a:gd name="T42" fmla="*/ 104 w 135"/>
                <a:gd name="T43" fmla="*/ 110 h 153"/>
                <a:gd name="T44" fmla="*/ 102 w 135"/>
                <a:gd name="T45" fmla="*/ 131 h 153"/>
                <a:gd name="T46" fmla="*/ 115 w 135"/>
                <a:gd name="T47" fmla="*/ 133 h 153"/>
                <a:gd name="T48" fmla="*/ 104 w 135"/>
                <a:gd name="T49" fmla="*/ 110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35" h="153">
                  <a:moveTo>
                    <a:pt x="47" y="133"/>
                  </a:moveTo>
                  <a:cubicBezTo>
                    <a:pt x="62" y="133"/>
                    <a:pt x="76" y="119"/>
                    <a:pt x="91" y="114"/>
                  </a:cubicBezTo>
                  <a:cubicBezTo>
                    <a:pt x="82" y="120"/>
                    <a:pt x="63" y="134"/>
                    <a:pt x="47" y="138"/>
                  </a:cubicBezTo>
                  <a:cubicBezTo>
                    <a:pt x="28" y="143"/>
                    <a:pt x="0" y="144"/>
                    <a:pt x="0" y="124"/>
                  </a:cubicBezTo>
                  <a:cubicBezTo>
                    <a:pt x="6" y="123"/>
                    <a:pt x="1" y="132"/>
                    <a:pt x="4" y="133"/>
                  </a:cubicBezTo>
                  <a:cubicBezTo>
                    <a:pt x="38" y="148"/>
                    <a:pt x="65" y="113"/>
                    <a:pt x="97" y="109"/>
                  </a:cubicBezTo>
                  <a:cubicBezTo>
                    <a:pt x="98" y="104"/>
                    <a:pt x="100" y="100"/>
                    <a:pt x="100" y="94"/>
                  </a:cubicBezTo>
                  <a:cubicBezTo>
                    <a:pt x="109" y="85"/>
                    <a:pt x="131" y="46"/>
                    <a:pt x="125" y="22"/>
                  </a:cubicBezTo>
                  <a:cubicBezTo>
                    <a:pt x="123" y="12"/>
                    <a:pt x="109" y="0"/>
                    <a:pt x="101" y="15"/>
                  </a:cubicBezTo>
                  <a:cubicBezTo>
                    <a:pt x="97" y="9"/>
                    <a:pt x="107" y="4"/>
                    <a:pt x="114" y="5"/>
                  </a:cubicBezTo>
                  <a:cubicBezTo>
                    <a:pt x="125" y="6"/>
                    <a:pt x="131" y="18"/>
                    <a:pt x="132" y="30"/>
                  </a:cubicBezTo>
                  <a:cubicBezTo>
                    <a:pt x="135" y="56"/>
                    <a:pt x="111" y="90"/>
                    <a:pt x="107" y="106"/>
                  </a:cubicBezTo>
                  <a:cubicBezTo>
                    <a:pt x="133" y="105"/>
                    <a:pt x="126" y="153"/>
                    <a:pt x="100" y="137"/>
                  </a:cubicBezTo>
                  <a:cubicBezTo>
                    <a:pt x="97" y="130"/>
                    <a:pt x="98" y="120"/>
                    <a:pt x="95" y="113"/>
                  </a:cubicBezTo>
                  <a:cubicBezTo>
                    <a:pt x="78" y="113"/>
                    <a:pt x="63" y="127"/>
                    <a:pt x="47" y="133"/>
                  </a:cubicBezTo>
                  <a:close/>
                  <a:moveTo>
                    <a:pt x="102" y="107"/>
                  </a:moveTo>
                  <a:cubicBezTo>
                    <a:pt x="112" y="84"/>
                    <a:pt x="130" y="63"/>
                    <a:pt x="128" y="36"/>
                  </a:cubicBezTo>
                  <a:cubicBezTo>
                    <a:pt x="126" y="65"/>
                    <a:pt x="105" y="83"/>
                    <a:pt x="102" y="107"/>
                  </a:cubicBezTo>
                  <a:close/>
                  <a:moveTo>
                    <a:pt x="114" y="110"/>
                  </a:moveTo>
                  <a:cubicBezTo>
                    <a:pt x="117" y="118"/>
                    <a:pt x="121" y="121"/>
                    <a:pt x="118" y="128"/>
                  </a:cubicBezTo>
                  <a:cubicBezTo>
                    <a:pt x="128" y="125"/>
                    <a:pt x="119" y="112"/>
                    <a:pt x="114" y="110"/>
                  </a:cubicBezTo>
                  <a:close/>
                  <a:moveTo>
                    <a:pt x="104" y="110"/>
                  </a:moveTo>
                  <a:cubicBezTo>
                    <a:pt x="100" y="114"/>
                    <a:pt x="100" y="125"/>
                    <a:pt x="102" y="131"/>
                  </a:cubicBezTo>
                  <a:cubicBezTo>
                    <a:pt x="108" y="132"/>
                    <a:pt x="110" y="135"/>
                    <a:pt x="115" y="133"/>
                  </a:cubicBezTo>
                  <a:cubicBezTo>
                    <a:pt x="120" y="121"/>
                    <a:pt x="114" y="111"/>
                    <a:pt x="104" y="1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" name="Freeform 52"/>
            <p:cNvSpPr>
              <a:spLocks noEditPoints="1"/>
            </p:cNvSpPr>
            <p:nvPr/>
          </p:nvSpPr>
          <p:spPr bwMode="auto">
            <a:xfrm>
              <a:off x="4202113" y="5762625"/>
              <a:ext cx="306388" cy="311150"/>
            </a:xfrm>
            <a:custGeom>
              <a:avLst/>
              <a:gdLst>
                <a:gd name="T0" fmla="*/ 0 w 136"/>
                <a:gd name="T1" fmla="*/ 120 h 138"/>
                <a:gd name="T2" fmla="*/ 4 w 136"/>
                <a:gd name="T3" fmla="*/ 120 h 138"/>
                <a:gd name="T4" fmla="*/ 23 w 136"/>
                <a:gd name="T5" fmla="*/ 132 h 138"/>
                <a:gd name="T6" fmla="*/ 97 w 136"/>
                <a:gd name="T7" fmla="*/ 104 h 138"/>
                <a:gd name="T8" fmla="*/ 100 w 136"/>
                <a:gd name="T9" fmla="*/ 90 h 138"/>
                <a:gd name="T10" fmla="*/ 103 w 136"/>
                <a:gd name="T11" fmla="*/ 11 h 138"/>
                <a:gd name="T12" fmla="*/ 101 w 136"/>
                <a:gd name="T13" fmla="*/ 6 h 138"/>
                <a:gd name="T14" fmla="*/ 134 w 136"/>
                <a:gd name="T15" fmla="*/ 26 h 138"/>
                <a:gd name="T16" fmla="*/ 125 w 136"/>
                <a:gd name="T17" fmla="*/ 119 h 138"/>
                <a:gd name="T18" fmla="*/ 100 w 136"/>
                <a:gd name="T19" fmla="*/ 133 h 138"/>
                <a:gd name="T20" fmla="*/ 96 w 136"/>
                <a:gd name="T21" fmla="*/ 110 h 138"/>
                <a:gd name="T22" fmla="*/ 87 w 136"/>
                <a:gd name="T23" fmla="*/ 115 h 138"/>
                <a:gd name="T24" fmla="*/ 5 w 136"/>
                <a:gd name="T25" fmla="*/ 129 h 138"/>
                <a:gd name="T26" fmla="*/ 48 w 136"/>
                <a:gd name="T27" fmla="*/ 134 h 138"/>
                <a:gd name="T28" fmla="*/ 48 w 136"/>
                <a:gd name="T29" fmla="*/ 129 h 138"/>
                <a:gd name="T30" fmla="*/ 65 w 136"/>
                <a:gd name="T31" fmla="*/ 120 h 138"/>
                <a:gd name="T32" fmla="*/ 97 w 136"/>
                <a:gd name="T33" fmla="*/ 108 h 138"/>
                <a:gd name="T34" fmla="*/ 97 w 136"/>
                <a:gd name="T35" fmla="*/ 109 h 138"/>
                <a:gd name="T36" fmla="*/ 111 w 136"/>
                <a:gd name="T37" fmla="*/ 135 h 138"/>
                <a:gd name="T38" fmla="*/ 118 w 136"/>
                <a:gd name="T39" fmla="*/ 125 h 138"/>
                <a:gd name="T40" fmla="*/ 117 w 136"/>
                <a:gd name="T41" fmla="*/ 129 h 138"/>
                <a:gd name="T42" fmla="*/ 108 w 136"/>
                <a:gd name="T43" fmla="*/ 129 h 138"/>
                <a:gd name="T44" fmla="*/ 103 w 136"/>
                <a:gd name="T45" fmla="*/ 128 h 138"/>
                <a:gd name="T46" fmla="*/ 105 w 136"/>
                <a:gd name="T47" fmla="*/ 105 h 138"/>
                <a:gd name="T48" fmla="*/ 118 w 136"/>
                <a:gd name="T49" fmla="*/ 124 h 138"/>
                <a:gd name="T50" fmla="*/ 114 w 136"/>
                <a:gd name="T51" fmla="*/ 105 h 138"/>
                <a:gd name="T52" fmla="*/ 108 w 136"/>
                <a:gd name="T53" fmla="*/ 102 h 138"/>
                <a:gd name="T54" fmla="*/ 115 w 136"/>
                <a:gd name="T55" fmla="*/ 82 h 138"/>
                <a:gd name="T56" fmla="*/ 102 w 136"/>
                <a:gd name="T57" fmla="*/ 7 h 138"/>
                <a:gd name="T58" fmla="*/ 127 w 136"/>
                <a:gd name="T59" fmla="*/ 18 h 138"/>
                <a:gd name="T60" fmla="*/ 98 w 136"/>
                <a:gd name="T61" fmla="*/ 105 h 138"/>
                <a:gd name="T62" fmla="*/ 23 w 136"/>
                <a:gd name="T63" fmla="*/ 133 h 138"/>
                <a:gd name="T64" fmla="*/ 104 w 136"/>
                <a:gd name="T65" fmla="*/ 127 h 138"/>
                <a:gd name="T66" fmla="*/ 115 w 136"/>
                <a:gd name="T67" fmla="*/ 113 h 138"/>
                <a:gd name="T68" fmla="*/ 89 w 136"/>
                <a:gd name="T69" fmla="*/ 110 h 138"/>
                <a:gd name="T70" fmla="*/ 74 w 136"/>
                <a:gd name="T71" fmla="*/ 118 h 138"/>
                <a:gd name="T72" fmla="*/ 4 w 136"/>
                <a:gd name="T73" fmla="*/ 127 h 138"/>
                <a:gd name="T74" fmla="*/ 2 w 136"/>
                <a:gd name="T75" fmla="*/ 121 h 138"/>
                <a:gd name="T76" fmla="*/ 120 w 136"/>
                <a:gd name="T77" fmla="*/ 123 h 138"/>
                <a:gd name="T78" fmla="*/ 102 w 136"/>
                <a:gd name="T79" fmla="*/ 108 h 138"/>
                <a:gd name="T80" fmla="*/ 128 w 136"/>
                <a:gd name="T81" fmla="*/ 32 h 138"/>
                <a:gd name="T82" fmla="*/ 104 w 136"/>
                <a:gd name="T83" fmla="*/ 103 h 138"/>
                <a:gd name="T84" fmla="*/ 116 w 136"/>
                <a:gd name="T85" fmla="*/ 72 h 138"/>
                <a:gd name="T86" fmla="*/ 128 w 136"/>
                <a:gd name="T87" fmla="*/ 44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36" h="138">
                  <a:moveTo>
                    <a:pt x="26" y="138"/>
                  </a:moveTo>
                  <a:cubicBezTo>
                    <a:pt x="16" y="138"/>
                    <a:pt x="9" y="136"/>
                    <a:pt x="5" y="131"/>
                  </a:cubicBezTo>
                  <a:cubicBezTo>
                    <a:pt x="2" y="129"/>
                    <a:pt x="0" y="125"/>
                    <a:pt x="0" y="120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1" y="119"/>
                    <a:pt x="1" y="119"/>
                    <a:pt x="1" y="119"/>
                  </a:cubicBezTo>
                  <a:cubicBezTo>
                    <a:pt x="2" y="119"/>
                    <a:pt x="3" y="119"/>
                    <a:pt x="4" y="120"/>
                  </a:cubicBezTo>
                  <a:cubicBezTo>
                    <a:pt x="5" y="121"/>
                    <a:pt x="5" y="123"/>
                    <a:pt x="5" y="124"/>
                  </a:cubicBezTo>
                  <a:cubicBezTo>
                    <a:pt x="5" y="126"/>
                    <a:pt x="5" y="128"/>
                    <a:pt x="6" y="128"/>
                  </a:cubicBezTo>
                  <a:cubicBezTo>
                    <a:pt x="11" y="131"/>
                    <a:pt x="17" y="132"/>
                    <a:pt x="23" y="132"/>
                  </a:cubicBezTo>
                  <a:cubicBezTo>
                    <a:pt x="37" y="132"/>
                    <a:pt x="49" y="125"/>
                    <a:pt x="63" y="118"/>
                  </a:cubicBezTo>
                  <a:cubicBezTo>
                    <a:pt x="74" y="112"/>
                    <a:pt x="85" y="106"/>
                    <a:pt x="97" y="104"/>
                  </a:cubicBezTo>
                  <a:cubicBezTo>
                    <a:pt x="97" y="104"/>
                    <a:pt x="97" y="104"/>
                    <a:pt x="97" y="104"/>
                  </a:cubicBezTo>
                  <a:cubicBezTo>
                    <a:pt x="99" y="100"/>
                    <a:pt x="100" y="96"/>
                    <a:pt x="100" y="90"/>
                  </a:cubicBezTo>
                  <a:cubicBezTo>
                    <a:pt x="100" y="90"/>
                    <a:pt x="100" y="90"/>
                    <a:pt x="100" y="90"/>
                  </a:cubicBezTo>
                  <a:cubicBezTo>
                    <a:pt x="100" y="90"/>
                    <a:pt x="100" y="90"/>
                    <a:pt x="100" y="90"/>
                  </a:cubicBezTo>
                  <a:cubicBezTo>
                    <a:pt x="109" y="81"/>
                    <a:pt x="132" y="42"/>
                    <a:pt x="125" y="18"/>
                  </a:cubicBezTo>
                  <a:cubicBezTo>
                    <a:pt x="124" y="12"/>
                    <a:pt x="117" y="4"/>
                    <a:pt x="111" y="4"/>
                  </a:cubicBezTo>
                  <a:cubicBezTo>
                    <a:pt x="108" y="4"/>
                    <a:pt x="105" y="7"/>
                    <a:pt x="103" y="11"/>
                  </a:cubicBezTo>
                  <a:cubicBezTo>
                    <a:pt x="102" y="12"/>
                    <a:pt x="102" y="12"/>
                    <a:pt x="102" y="12"/>
                  </a:cubicBezTo>
                  <a:cubicBezTo>
                    <a:pt x="101" y="11"/>
                    <a:pt x="101" y="11"/>
                    <a:pt x="101" y="11"/>
                  </a:cubicBezTo>
                  <a:cubicBezTo>
                    <a:pt x="100" y="9"/>
                    <a:pt x="100" y="8"/>
                    <a:pt x="101" y="6"/>
                  </a:cubicBezTo>
                  <a:cubicBezTo>
                    <a:pt x="103" y="2"/>
                    <a:pt x="109" y="0"/>
                    <a:pt x="114" y="0"/>
                  </a:cubicBezTo>
                  <a:cubicBezTo>
                    <a:pt x="114" y="0"/>
                    <a:pt x="114" y="0"/>
                    <a:pt x="115" y="0"/>
                  </a:cubicBezTo>
                  <a:cubicBezTo>
                    <a:pt x="127" y="1"/>
                    <a:pt x="133" y="14"/>
                    <a:pt x="134" y="26"/>
                  </a:cubicBezTo>
                  <a:cubicBezTo>
                    <a:pt x="136" y="44"/>
                    <a:pt x="125" y="66"/>
                    <a:pt x="117" y="83"/>
                  </a:cubicBezTo>
                  <a:cubicBezTo>
                    <a:pt x="113" y="90"/>
                    <a:pt x="110" y="96"/>
                    <a:pt x="109" y="101"/>
                  </a:cubicBezTo>
                  <a:cubicBezTo>
                    <a:pt x="120" y="101"/>
                    <a:pt x="125" y="110"/>
                    <a:pt x="125" y="119"/>
                  </a:cubicBezTo>
                  <a:cubicBezTo>
                    <a:pt x="125" y="128"/>
                    <a:pt x="120" y="137"/>
                    <a:pt x="111" y="137"/>
                  </a:cubicBezTo>
                  <a:cubicBezTo>
                    <a:pt x="107" y="137"/>
                    <a:pt x="104" y="136"/>
                    <a:pt x="100" y="134"/>
                  </a:cubicBezTo>
                  <a:cubicBezTo>
                    <a:pt x="100" y="133"/>
                    <a:pt x="100" y="133"/>
                    <a:pt x="100" y="133"/>
                  </a:cubicBezTo>
                  <a:cubicBezTo>
                    <a:pt x="100" y="133"/>
                    <a:pt x="100" y="133"/>
                    <a:pt x="100" y="133"/>
                  </a:cubicBezTo>
                  <a:cubicBezTo>
                    <a:pt x="98" y="130"/>
                    <a:pt x="98" y="125"/>
                    <a:pt x="97" y="120"/>
                  </a:cubicBezTo>
                  <a:cubicBezTo>
                    <a:pt x="97" y="116"/>
                    <a:pt x="97" y="113"/>
                    <a:pt x="96" y="110"/>
                  </a:cubicBezTo>
                  <a:cubicBezTo>
                    <a:pt x="95" y="110"/>
                    <a:pt x="95" y="110"/>
                    <a:pt x="94" y="110"/>
                  </a:cubicBezTo>
                  <a:cubicBezTo>
                    <a:pt x="92" y="111"/>
                    <a:pt x="92" y="111"/>
                    <a:pt x="92" y="111"/>
                  </a:cubicBezTo>
                  <a:cubicBezTo>
                    <a:pt x="91" y="112"/>
                    <a:pt x="89" y="113"/>
                    <a:pt x="87" y="115"/>
                  </a:cubicBezTo>
                  <a:cubicBezTo>
                    <a:pt x="77" y="121"/>
                    <a:pt x="61" y="132"/>
                    <a:pt x="48" y="135"/>
                  </a:cubicBezTo>
                  <a:cubicBezTo>
                    <a:pt x="41" y="137"/>
                    <a:pt x="33" y="138"/>
                    <a:pt x="26" y="138"/>
                  </a:cubicBezTo>
                  <a:close/>
                  <a:moveTo>
                    <a:pt x="5" y="129"/>
                  </a:moveTo>
                  <a:cubicBezTo>
                    <a:pt x="5" y="130"/>
                    <a:pt x="5" y="130"/>
                    <a:pt x="6" y="130"/>
                  </a:cubicBezTo>
                  <a:cubicBezTo>
                    <a:pt x="10" y="134"/>
                    <a:pt x="17" y="137"/>
                    <a:pt x="26" y="137"/>
                  </a:cubicBezTo>
                  <a:cubicBezTo>
                    <a:pt x="33" y="137"/>
                    <a:pt x="41" y="135"/>
                    <a:pt x="48" y="134"/>
                  </a:cubicBezTo>
                  <a:cubicBezTo>
                    <a:pt x="61" y="130"/>
                    <a:pt x="76" y="120"/>
                    <a:pt x="86" y="114"/>
                  </a:cubicBezTo>
                  <a:cubicBezTo>
                    <a:pt x="82" y="115"/>
                    <a:pt x="78" y="117"/>
                    <a:pt x="75" y="119"/>
                  </a:cubicBezTo>
                  <a:cubicBezTo>
                    <a:pt x="66" y="124"/>
                    <a:pt x="57" y="129"/>
                    <a:pt x="48" y="129"/>
                  </a:cubicBezTo>
                  <a:cubicBezTo>
                    <a:pt x="44" y="129"/>
                    <a:pt x="44" y="129"/>
                    <a:pt x="44" y="129"/>
                  </a:cubicBezTo>
                  <a:cubicBezTo>
                    <a:pt x="48" y="128"/>
                    <a:pt x="48" y="128"/>
                    <a:pt x="48" y="128"/>
                  </a:cubicBezTo>
                  <a:cubicBezTo>
                    <a:pt x="54" y="126"/>
                    <a:pt x="59" y="123"/>
                    <a:pt x="65" y="120"/>
                  </a:cubicBezTo>
                  <a:cubicBezTo>
                    <a:pt x="75" y="114"/>
                    <a:pt x="85" y="108"/>
                    <a:pt x="96" y="108"/>
                  </a:cubicBezTo>
                  <a:cubicBezTo>
                    <a:pt x="96" y="108"/>
                    <a:pt x="96" y="108"/>
                    <a:pt x="96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9"/>
                    <a:pt x="97" y="109"/>
                    <a:pt x="97" y="109"/>
                  </a:cubicBezTo>
                  <a:cubicBezTo>
                    <a:pt x="98" y="112"/>
                    <a:pt x="99" y="116"/>
                    <a:pt x="99" y="120"/>
                  </a:cubicBezTo>
                  <a:cubicBezTo>
                    <a:pt x="99" y="124"/>
                    <a:pt x="100" y="129"/>
                    <a:pt x="101" y="132"/>
                  </a:cubicBezTo>
                  <a:cubicBezTo>
                    <a:pt x="104" y="134"/>
                    <a:pt x="108" y="135"/>
                    <a:pt x="111" y="135"/>
                  </a:cubicBezTo>
                  <a:cubicBezTo>
                    <a:pt x="118" y="135"/>
                    <a:pt x="122" y="129"/>
                    <a:pt x="123" y="123"/>
                  </a:cubicBezTo>
                  <a:cubicBezTo>
                    <a:pt x="122" y="124"/>
                    <a:pt x="121" y="125"/>
                    <a:pt x="119" y="125"/>
                  </a:cubicBezTo>
                  <a:cubicBezTo>
                    <a:pt x="118" y="125"/>
                    <a:pt x="118" y="125"/>
                    <a:pt x="118" y="125"/>
                  </a:cubicBezTo>
                  <a:cubicBezTo>
                    <a:pt x="118" y="127"/>
                    <a:pt x="117" y="128"/>
                    <a:pt x="117" y="129"/>
                  </a:cubicBezTo>
                  <a:cubicBezTo>
                    <a:pt x="117" y="129"/>
                    <a:pt x="117" y="129"/>
                    <a:pt x="117" y="129"/>
                  </a:cubicBezTo>
                  <a:cubicBezTo>
                    <a:pt x="117" y="129"/>
                    <a:pt x="117" y="129"/>
                    <a:pt x="117" y="129"/>
                  </a:cubicBezTo>
                  <a:cubicBezTo>
                    <a:pt x="115" y="130"/>
                    <a:pt x="114" y="130"/>
                    <a:pt x="113" y="130"/>
                  </a:cubicBezTo>
                  <a:cubicBezTo>
                    <a:pt x="113" y="130"/>
                    <a:pt x="113" y="130"/>
                    <a:pt x="113" y="130"/>
                  </a:cubicBezTo>
                  <a:cubicBezTo>
                    <a:pt x="111" y="130"/>
                    <a:pt x="109" y="130"/>
                    <a:pt x="108" y="129"/>
                  </a:cubicBezTo>
                  <a:cubicBezTo>
                    <a:pt x="106" y="129"/>
                    <a:pt x="105" y="128"/>
                    <a:pt x="103" y="128"/>
                  </a:cubicBezTo>
                  <a:cubicBezTo>
                    <a:pt x="103" y="128"/>
                    <a:pt x="103" y="128"/>
                    <a:pt x="103" y="128"/>
                  </a:cubicBezTo>
                  <a:cubicBezTo>
                    <a:pt x="103" y="128"/>
                    <a:pt x="103" y="128"/>
                    <a:pt x="103" y="128"/>
                  </a:cubicBezTo>
                  <a:cubicBezTo>
                    <a:pt x="100" y="122"/>
                    <a:pt x="100" y="110"/>
                    <a:pt x="104" y="105"/>
                  </a:cubicBezTo>
                  <a:cubicBezTo>
                    <a:pt x="105" y="105"/>
                    <a:pt x="105" y="105"/>
                    <a:pt x="105" y="105"/>
                  </a:cubicBezTo>
                  <a:cubicBezTo>
                    <a:pt x="105" y="105"/>
                    <a:pt x="105" y="105"/>
                    <a:pt x="105" y="105"/>
                  </a:cubicBezTo>
                  <a:cubicBezTo>
                    <a:pt x="110" y="106"/>
                    <a:pt x="114" y="108"/>
                    <a:pt x="116" y="112"/>
                  </a:cubicBezTo>
                  <a:cubicBezTo>
                    <a:pt x="118" y="116"/>
                    <a:pt x="119" y="120"/>
                    <a:pt x="118" y="124"/>
                  </a:cubicBezTo>
                  <a:cubicBezTo>
                    <a:pt x="118" y="124"/>
                    <a:pt x="118" y="124"/>
                    <a:pt x="118" y="124"/>
                  </a:cubicBezTo>
                  <a:cubicBezTo>
                    <a:pt x="121" y="119"/>
                    <a:pt x="119" y="116"/>
                    <a:pt x="117" y="112"/>
                  </a:cubicBezTo>
                  <a:cubicBezTo>
                    <a:pt x="116" y="110"/>
                    <a:pt x="115" y="109"/>
                    <a:pt x="114" y="106"/>
                  </a:cubicBezTo>
                  <a:cubicBezTo>
                    <a:pt x="114" y="105"/>
                    <a:pt x="114" y="105"/>
                    <a:pt x="114" y="105"/>
                  </a:cubicBezTo>
                  <a:cubicBezTo>
                    <a:pt x="115" y="105"/>
                    <a:pt x="115" y="105"/>
                    <a:pt x="115" y="105"/>
                  </a:cubicBezTo>
                  <a:cubicBezTo>
                    <a:pt x="117" y="106"/>
                    <a:pt x="121" y="109"/>
                    <a:pt x="123" y="113"/>
                  </a:cubicBezTo>
                  <a:cubicBezTo>
                    <a:pt x="121" y="107"/>
                    <a:pt x="116" y="102"/>
                    <a:pt x="108" y="102"/>
                  </a:cubicBezTo>
                  <a:cubicBezTo>
                    <a:pt x="107" y="102"/>
                    <a:pt x="107" y="102"/>
                    <a:pt x="107" y="102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8" y="97"/>
                    <a:pt x="112" y="90"/>
                    <a:pt x="115" y="82"/>
                  </a:cubicBezTo>
                  <a:cubicBezTo>
                    <a:pt x="124" y="65"/>
                    <a:pt x="134" y="44"/>
                    <a:pt x="133" y="26"/>
                  </a:cubicBezTo>
                  <a:cubicBezTo>
                    <a:pt x="131" y="15"/>
                    <a:pt x="126" y="3"/>
                    <a:pt x="115" y="2"/>
                  </a:cubicBezTo>
                  <a:cubicBezTo>
                    <a:pt x="110" y="1"/>
                    <a:pt x="104" y="4"/>
                    <a:pt x="102" y="7"/>
                  </a:cubicBezTo>
                  <a:cubicBezTo>
                    <a:pt x="102" y="7"/>
                    <a:pt x="102" y="8"/>
                    <a:pt x="102" y="9"/>
                  </a:cubicBezTo>
                  <a:cubicBezTo>
                    <a:pt x="105" y="4"/>
                    <a:pt x="109" y="3"/>
                    <a:pt x="111" y="3"/>
                  </a:cubicBezTo>
                  <a:cubicBezTo>
                    <a:pt x="118" y="3"/>
                    <a:pt x="125" y="11"/>
                    <a:pt x="127" y="18"/>
                  </a:cubicBezTo>
                  <a:cubicBezTo>
                    <a:pt x="133" y="42"/>
                    <a:pt x="110" y="81"/>
                    <a:pt x="101" y="91"/>
                  </a:cubicBezTo>
                  <a:cubicBezTo>
                    <a:pt x="102" y="96"/>
                    <a:pt x="100" y="100"/>
                    <a:pt x="99" y="104"/>
                  </a:cubicBezTo>
                  <a:cubicBezTo>
                    <a:pt x="98" y="105"/>
                    <a:pt x="98" y="105"/>
                    <a:pt x="98" y="105"/>
                  </a:cubicBezTo>
                  <a:cubicBezTo>
                    <a:pt x="98" y="105"/>
                    <a:pt x="98" y="105"/>
                    <a:pt x="98" y="105"/>
                  </a:cubicBezTo>
                  <a:cubicBezTo>
                    <a:pt x="86" y="107"/>
                    <a:pt x="75" y="113"/>
                    <a:pt x="64" y="119"/>
                  </a:cubicBezTo>
                  <a:cubicBezTo>
                    <a:pt x="51" y="126"/>
                    <a:pt x="37" y="133"/>
                    <a:pt x="23" y="133"/>
                  </a:cubicBezTo>
                  <a:cubicBezTo>
                    <a:pt x="17" y="133"/>
                    <a:pt x="11" y="132"/>
                    <a:pt x="5" y="129"/>
                  </a:cubicBezTo>
                  <a:cubicBezTo>
                    <a:pt x="5" y="129"/>
                    <a:pt x="5" y="129"/>
                    <a:pt x="5" y="129"/>
                  </a:cubicBezTo>
                  <a:close/>
                  <a:moveTo>
                    <a:pt x="104" y="127"/>
                  </a:moveTo>
                  <a:cubicBezTo>
                    <a:pt x="106" y="127"/>
                    <a:pt x="107" y="127"/>
                    <a:pt x="108" y="128"/>
                  </a:cubicBezTo>
                  <a:cubicBezTo>
                    <a:pt x="111" y="129"/>
                    <a:pt x="113" y="129"/>
                    <a:pt x="116" y="128"/>
                  </a:cubicBezTo>
                  <a:cubicBezTo>
                    <a:pt x="118" y="123"/>
                    <a:pt x="118" y="117"/>
                    <a:pt x="115" y="113"/>
                  </a:cubicBezTo>
                  <a:cubicBezTo>
                    <a:pt x="113" y="110"/>
                    <a:pt x="109" y="107"/>
                    <a:pt x="105" y="107"/>
                  </a:cubicBezTo>
                  <a:cubicBezTo>
                    <a:pt x="102" y="111"/>
                    <a:pt x="102" y="121"/>
                    <a:pt x="104" y="127"/>
                  </a:cubicBezTo>
                  <a:close/>
                  <a:moveTo>
                    <a:pt x="89" y="110"/>
                  </a:moveTo>
                  <a:cubicBezTo>
                    <a:pt x="81" y="112"/>
                    <a:pt x="73" y="117"/>
                    <a:pt x="65" y="121"/>
                  </a:cubicBezTo>
                  <a:cubicBezTo>
                    <a:pt x="61" y="123"/>
                    <a:pt x="57" y="125"/>
                    <a:pt x="53" y="127"/>
                  </a:cubicBezTo>
                  <a:cubicBezTo>
                    <a:pt x="60" y="126"/>
                    <a:pt x="67" y="122"/>
                    <a:pt x="74" y="118"/>
                  </a:cubicBezTo>
                  <a:cubicBezTo>
                    <a:pt x="79" y="115"/>
                    <a:pt x="84" y="112"/>
                    <a:pt x="89" y="110"/>
                  </a:cubicBezTo>
                  <a:close/>
                  <a:moveTo>
                    <a:pt x="2" y="121"/>
                  </a:moveTo>
                  <a:cubicBezTo>
                    <a:pt x="2" y="123"/>
                    <a:pt x="3" y="125"/>
                    <a:pt x="4" y="127"/>
                  </a:cubicBezTo>
                  <a:cubicBezTo>
                    <a:pt x="3" y="127"/>
                    <a:pt x="3" y="125"/>
                    <a:pt x="3" y="124"/>
                  </a:cubicBezTo>
                  <a:cubicBezTo>
                    <a:pt x="3" y="123"/>
                    <a:pt x="4" y="122"/>
                    <a:pt x="3" y="121"/>
                  </a:cubicBezTo>
                  <a:cubicBezTo>
                    <a:pt x="3" y="121"/>
                    <a:pt x="3" y="121"/>
                    <a:pt x="2" y="121"/>
                  </a:cubicBezTo>
                  <a:close/>
                  <a:moveTo>
                    <a:pt x="116" y="108"/>
                  </a:moveTo>
                  <a:cubicBezTo>
                    <a:pt x="117" y="109"/>
                    <a:pt x="118" y="110"/>
                    <a:pt x="118" y="111"/>
                  </a:cubicBezTo>
                  <a:cubicBezTo>
                    <a:pt x="120" y="115"/>
                    <a:pt x="122" y="118"/>
                    <a:pt x="120" y="123"/>
                  </a:cubicBezTo>
                  <a:cubicBezTo>
                    <a:pt x="122" y="122"/>
                    <a:pt x="123" y="121"/>
                    <a:pt x="123" y="119"/>
                  </a:cubicBezTo>
                  <a:cubicBezTo>
                    <a:pt x="123" y="115"/>
                    <a:pt x="119" y="110"/>
                    <a:pt x="116" y="108"/>
                  </a:cubicBezTo>
                  <a:close/>
                  <a:moveTo>
                    <a:pt x="102" y="108"/>
                  </a:moveTo>
                  <a:cubicBezTo>
                    <a:pt x="103" y="103"/>
                    <a:pt x="103" y="103"/>
                    <a:pt x="103" y="103"/>
                  </a:cubicBezTo>
                  <a:cubicBezTo>
                    <a:pt x="104" y="92"/>
                    <a:pt x="109" y="82"/>
                    <a:pt x="114" y="72"/>
                  </a:cubicBezTo>
                  <a:cubicBezTo>
                    <a:pt x="121" y="60"/>
                    <a:pt x="127" y="47"/>
                    <a:pt x="128" y="32"/>
                  </a:cubicBezTo>
                  <a:cubicBezTo>
                    <a:pt x="130" y="32"/>
                    <a:pt x="130" y="32"/>
                    <a:pt x="130" y="32"/>
                  </a:cubicBezTo>
                  <a:cubicBezTo>
                    <a:pt x="131" y="51"/>
                    <a:pt x="122" y="68"/>
                    <a:pt x="114" y="84"/>
                  </a:cubicBezTo>
                  <a:cubicBezTo>
                    <a:pt x="110" y="90"/>
                    <a:pt x="107" y="97"/>
                    <a:pt x="104" y="103"/>
                  </a:cubicBezTo>
                  <a:lnTo>
                    <a:pt x="102" y="108"/>
                  </a:lnTo>
                  <a:close/>
                  <a:moveTo>
                    <a:pt x="128" y="44"/>
                  </a:moveTo>
                  <a:cubicBezTo>
                    <a:pt x="125" y="54"/>
                    <a:pt x="120" y="63"/>
                    <a:pt x="116" y="72"/>
                  </a:cubicBezTo>
                  <a:cubicBezTo>
                    <a:pt x="111" y="81"/>
                    <a:pt x="107" y="89"/>
                    <a:pt x="105" y="97"/>
                  </a:cubicBezTo>
                  <a:cubicBezTo>
                    <a:pt x="108" y="92"/>
                    <a:pt x="110" y="88"/>
                    <a:pt x="112" y="83"/>
                  </a:cubicBezTo>
                  <a:cubicBezTo>
                    <a:pt x="119" y="71"/>
                    <a:pt x="126" y="58"/>
                    <a:pt x="128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37" name="Picture Placeholder 33" descr="An empty placeholder to add an image. Click on the placeholder and select the image that you wish to add."/>
          <p:cNvSpPr>
            <a:spLocks noGrp="1" noChangeAspect="1"/>
          </p:cNvSpPr>
          <p:nvPr>
            <p:ph type="pic" sz="quarter" idx="18"/>
          </p:nvPr>
        </p:nvSpPr>
        <p:spPr>
          <a:xfrm>
            <a:off x="6975717" y="1900210"/>
            <a:ext cx="3935536" cy="2571736"/>
          </a:xfrm>
          <a:solidFill>
            <a:schemeClr val="bg2"/>
          </a:solidFill>
          <a:ln w="38100">
            <a:solidFill>
              <a:schemeClr val="bg1"/>
            </a:solidFill>
          </a:ln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dirty="0"/>
          </a:p>
        </p:txBody>
      </p:sp>
      <p:sp>
        <p:nvSpPr>
          <p:cNvPr id="40" name="Text Placeholder 3"/>
          <p:cNvSpPr>
            <a:spLocks noGrp="1"/>
          </p:cNvSpPr>
          <p:nvPr>
            <p:ph type="body" sz="half" idx="19"/>
          </p:nvPr>
        </p:nvSpPr>
        <p:spPr>
          <a:xfrm>
            <a:off x="6742908" y="4935990"/>
            <a:ext cx="4368980" cy="1007610"/>
          </a:xfrm>
        </p:spPr>
        <p:txBody>
          <a:bodyPr>
            <a:normAutofit/>
          </a:bodyPr>
          <a:lstStyle>
            <a:lvl1pPr marL="0" indent="0">
              <a:spcBef>
                <a:spcPts val="16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B156B-59AE-415F-B24B-8756D48BB977}" type="slidenum">
              <a:rPr/>
              <a:pPr/>
              <a:t>‹#›</a:t>
            </a:fld>
            <a:endParaRPr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99945-0A15-4715-AB6C-F5E56CF20F70}" type="datetimeFigureOut">
              <a:rPr lang="en-US"/>
              <a:pPr/>
              <a:t>12/13/2025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68274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52" name="Group 51"/>
          <p:cNvGrpSpPr>
            <a:grpSpLocks noChangeAspect="1"/>
          </p:cNvGrpSpPr>
          <p:nvPr/>
        </p:nvGrpSpPr>
        <p:grpSpPr>
          <a:xfrm rot="5400000">
            <a:off x="1045139" y="1678105"/>
            <a:ext cx="3123347" cy="3089730"/>
            <a:chOff x="895350" y="3313113"/>
            <a:chExt cx="3613151" cy="2790825"/>
          </a:xfrm>
          <a:solidFill>
            <a:schemeClr val="tx1">
              <a:lumMod val="50000"/>
            </a:schemeClr>
          </a:solidFill>
        </p:grpSpPr>
        <p:sp>
          <p:nvSpPr>
            <p:cNvPr id="53" name="Freeform 41"/>
            <p:cNvSpPr>
              <a:spLocks/>
            </p:cNvSpPr>
            <p:nvPr/>
          </p:nvSpPr>
          <p:spPr bwMode="auto">
            <a:xfrm>
              <a:off x="963613" y="3725863"/>
              <a:ext cx="11113" cy="1952625"/>
            </a:xfrm>
            <a:custGeom>
              <a:avLst/>
              <a:gdLst>
                <a:gd name="T0" fmla="*/ 3 w 5"/>
                <a:gd name="T1" fmla="*/ 0 h 868"/>
                <a:gd name="T2" fmla="*/ 4 w 5"/>
                <a:gd name="T3" fmla="*/ 217 h 868"/>
                <a:gd name="T4" fmla="*/ 3 w 5"/>
                <a:gd name="T5" fmla="*/ 326 h 868"/>
                <a:gd name="T6" fmla="*/ 4 w 5"/>
                <a:gd name="T7" fmla="*/ 434 h 868"/>
                <a:gd name="T8" fmla="*/ 4 w 5"/>
                <a:gd name="T9" fmla="*/ 651 h 868"/>
                <a:gd name="T10" fmla="*/ 4 w 5"/>
                <a:gd name="T11" fmla="*/ 760 h 868"/>
                <a:gd name="T12" fmla="*/ 3 w 5"/>
                <a:gd name="T13" fmla="*/ 868 h 868"/>
                <a:gd name="T14" fmla="*/ 2 w 5"/>
                <a:gd name="T15" fmla="*/ 868 h 868"/>
                <a:gd name="T16" fmla="*/ 1 w 5"/>
                <a:gd name="T17" fmla="*/ 760 h 868"/>
                <a:gd name="T18" fmla="*/ 0 w 5"/>
                <a:gd name="T19" fmla="*/ 651 h 868"/>
                <a:gd name="T20" fmla="*/ 1 w 5"/>
                <a:gd name="T21" fmla="*/ 434 h 868"/>
                <a:gd name="T22" fmla="*/ 2 w 5"/>
                <a:gd name="T23" fmla="*/ 326 h 868"/>
                <a:gd name="T24" fmla="*/ 1 w 5"/>
                <a:gd name="T25" fmla="*/ 217 h 868"/>
                <a:gd name="T26" fmla="*/ 2 w 5"/>
                <a:gd name="T27" fmla="*/ 0 h 868"/>
                <a:gd name="T28" fmla="*/ 3 w 5"/>
                <a:gd name="T29" fmla="*/ 0 h 8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" h="868">
                  <a:moveTo>
                    <a:pt x="3" y="0"/>
                  </a:moveTo>
                  <a:cubicBezTo>
                    <a:pt x="4" y="73"/>
                    <a:pt x="4" y="145"/>
                    <a:pt x="4" y="217"/>
                  </a:cubicBezTo>
                  <a:cubicBezTo>
                    <a:pt x="4" y="253"/>
                    <a:pt x="3" y="290"/>
                    <a:pt x="3" y="326"/>
                  </a:cubicBezTo>
                  <a:cubicBezTo>
                    <a:pt x="3" y="362"/>
                    <a:pt x="3" y="398"/>
                    <a:pt x="4" y="434"/>
                  </a:cubicBezTo>
                  <a:cubicBezTo>
                    <a:pt x="4" y="507"/>
                    <a:pt x="5" y="579"/>
                    <a:pt x="4" y="651"/>
                  </a:cubicBezTo>
                  <a:cubicBezTo>
                    <a:pt x="5" y="687"/>
                    <a:pt x="4" y="724"/>
                    <a:pt x="4" y="760"/>
                  </a:cubicBezTo>
                  <a:cubicBezTo>
                    <a:pt x="4" y="796"/>
                    <a:pt x="3" y="832"/>
                    <a:pt x="3" y="868"/>
                  </a:cubicBezTo>
                  <a:cubicBezTo>
                    <a:pt x="2" y="868"/>
                    <a:pt x="2" y="868"/>
                    <a:pt x="2" y="868"/>
                  </a:cubicBezTo>
                  <a:cubicBezTo>
                    <a:pt x="2" y="832"/>
                    <a:pt x="1" y="796"/>
                    <a:pt x="1" y="760"/>
                  </a:cubicBezTo>
                  <a:cubicBezTo>
                    <a:pt x="1" y="724"/>
                    <a:pt x="0" y="687"/>
                    <a:pt x="0" y="651"/>
                  </a:cubicBezTo>
                  <a:cubicBezTo>
                    <a:pt x="0" y="579"/>
                    <a:pt x="1" y="507"/>
                    <a:pt x="1" y="434"/>
                  </a:cubicBezTo>
                  <a:cubicBezTo>
                    <a:pt x="2" y="398"/>
                    <a:pt x="2" y="362"/>
                    <a:pt x="2" y="326"/>
                  </a:cubicBezTo>
                  <a:cubicBezTo>
                    <a:pt x="2" y="290"/>
                    <a:pt x="1" y="253"/>
                    <a:pt x="1" y="217"/>
                  </a:cubicBezTo>
                  <a:cubicBezTo>
                    <a:pt x="0" y="145"/>
                    <a:pt x="1" y="73"/>
                    <a:pt x="2" y="0"/>
                  </a:cubicBezTo>
                  <a:lnTo>
                    <a:pt x="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54" name="Freeform 42"/>
            <p:cNvSpPr>
              <a:spLocks/>
            </p:cNvSpPr>
            <p:nvPr/>
          </p:nvSpPr>
          <p:spPr bwMode="auto">
            <a:xfrm>
              <a:off x="1350963" y="6038850"/>
              <a:ext cx="2736850" cy="11113"/>
            </a:xfrm>
            <a:custGeom>
              <a:avLst/>
              <a:gdLst>
                <a:gd name="T0" fmla="*/ 0 w 1216"/>
                <a:gd name="T1" fmla="*/ 2 h 5"/>
                <a:gd name="T2" fmla="*/ 304 w 1216"/>
                <a:gd name="T3" fmla="*/ 1 h 5"/>
                <a:gd name="T4" fmla="*/ 456 w 1216"/>
                <a:gd name="T5" fmla="*/ 2 h 5"/>
                <a:gd name="T6" fmla="*/ 608 w 1216"/>
                <a:gd name="T7" fmla="*/ 1 h 5"/>
                <a:gd name="T8" fmla="*/ 912 w 1216"/>
                <a:gd name="T9" fmla="*/ 0 h 5"/>
                <a:gd name="T10" fmla="*/ 1064 w 1216"/>
                <a:gd name="T11" fmla="*/ 1 h 5"/>
                <a:gd name="T12" fmla="*/ 1216 w 1216"/>
                <a:gd name="T13" fmla="*/ 2 h 5"/>
                <a:gd name="T14" fmla="*/ 1216 w 1216"/>
                <a:gd name="T15" fmla="*/ 2 h 5"/>
                <a:gd name="T16" fmla="*/ 1064 w 1216"/>
                <a:gd name="T17" fmla="*/ 4 h 5"/>
                <a:gd name="T18" fmla="*/ 912 w 1216"/>
                <a:gd name="T19" fmla="*/ 4 h 5"/>
                <a:gd name="T20" fmla="*/ 608 w 1216"/>
                <a:gd name="T21" fmla="*/ 3 h 5"/>
                <a:gd name="T22" fmla="*/ 456 w 1216"/>
                <a:gd name="T23" fmla="*/ 3 h 5"/>
                <a:gd name="T24" fmla="*/ 304 w 1216"/>
                <a:gd name="T25" fmla="*/ 4 h 5"/>
                <a:gd name="T26" fmla="*/ 0 w 1216"/>
                <a:gd name="T27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16" h="5">
                  <a:moveTo>
                    <a:pt x="0" y="2"/>
                  </a:moveTo>
                  <a:cubicBezTo>
                    <a:pt x="101" y="1"/>
                    <a:pt x="202" y="0"/>
                    <a:pt x="304" y="1"/>
                  </a:cubicBezTo>
                  <a:cubicBezTo>
                    <a:pt x="354" y="1"/>
                    <a:pt x="405" y="2"/>
                    <a:pt x="456" y="2"/>
                  </a:cubicBezTo>
                  <a:cubicBezTo>
                    <a:pt x="506" y="2"/>
                    <a:pt x="557" y="1"/>
                    <a:pt x="608" y="1"/>
                  </a:cubicBezTo>
                  <a:cubicBezTo>
                    <a:pt x="709" y="1"/>
                    <a:pt x="810" y="0"/>
                    <a:pt x="912" y="0"/>
                  </a:cubicBezTo>
                  <a:cubicBezTo>
                    <a:pt x="962" y="0"/>
                    <a:pt x="1013" y="1"/>
                    <a:pt x="1064" y="1"/>
                  </a:cubicBezTo>
                  <a:cubicBezTo>
                    <a:pt x="1114" y="1"/>
                    <a:pt x="1165" y="1"/>
                    <a:pt x="1216" y="2"/>
                  </a:cubicBezTo>
                  <a:cubicBezTo>
                    <a:pt x="1216" y="2"/>
                    <a:pt x="1216" y="2"/>
                    <a:pt x="1216" y="2"/>
                  </a:cubicBezTo>
                  <a:cubicBezTo>
                    <a:pt x="1165" y="3"/>
                    <a:pt x="1114" y="3"/>
                    <a:pt x="1064" y="4"/>
                  </a:cubicBezTo>
                  <a:cubicBezTo>
                    <a:pt x="1013" y="4"/>
                    <a:pt x="962" y="4"/>
                    <a:pt x="912" y="4"/>
                  </a:cubicBezTo>
                  <a:cubicBezTo>
                    <a:pt x="810" y="5"/>
                    <a:pt x="709" y="4"/>
                    <a:pt x="608" y="3"/>
                  </a:cubicBezTo>
                  <a:cubicBezTo>
                    <a:pt x="557" y="3"/>
                    <a:pt x="506" y="3"/>
                    <a:pt x="456" y="3"/>
                  </a:cubicBezTo>
                  <a:cubicBezTo>
                    <a:pt x="405" y="3"/>
                    <a:pt x="354" y="4"/>
                    <a:pt x="304" y="4"/>
                  </a:cubicBezTo>
                  <a:cubicBezTo>
                    <a:pt x="202" y="4"/>
                    <a:pt x="101" y="4"/>
                    <a:pt x="0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55" name="Freeform 43"/>
            <p:cNvSpPr>
              <a:spLocks/>
            </p:cNvSpPr>
            <p:nvPr/>
          </p:nvSpPr>
          <p:spPr bwMode="auto">
            <a:xfrm>
              <a:off x="1330325" y="3378200"/>
              <a:ext cx="2743200" cy="11113"/>
            </a:xfrm>
            <a:custGeom>
              <a:avLst/>
              <a:gdLst>
                <a:gd name="T0" fmla="*/ 0 w 1219"/>
                <a:gd name="T1" fmla="*/ 2 h 5"/>
                <a:gd name="T2" fmla="*/ 304 w 1219"/>
                <a:gd name="T3" fmla="*/ 1 h 5"/>
                <a:gd name="T4" fmla="*/ 457 w 1219"/>
                <a:gd name="T5" fmla="*/ 2 h 5"/>
                <a:gd name="T6" fmla="*/ 609 w 1219"/>
                <a:gd name="T7" fmla="*/ 1 h 5"/>
                <a:gd name="T8" fmla="*/ 914 w 1219"/>
                <a:gd name="T9" fmla="*/ 0 h 5"/>
                <a:gd name="T10" fmla="*/ 1067 w 1219"/>
                <a:gd name="T11" fmla="*/ 1 h 5"/>
                <a:gd name="T12" fmla="*/ 1219 w 1219"/>
                <a:gd name="T13" fmla="*/ 2 h 5"/>
                <a:gd name="T14" fmla="*/ 1219 w 1219"/>
                <a:gd name="T15" fmla="*/ 3 h 5"/>
                <a:gd name="T16" fmla="*/ 1067 w 1219"/>
                <a:gd name="T17" fmla="*/ 4 h 5"/>
                <a:gd name="T18" fmla="*/ 914 w 1219"/>
                <a:gd name="T19" fmla="*/ 4 h 5"/>
                <a:gd name="T20" fmla="*/ 609 w 1219"/>
                <a:gd name="T21" fmla="*/ 3 h 5"/>
                <a:gd name="T22" fmla="*/ 457 w 1219"/>
                <a:gd name="T23" fmla="*/ 3 h 5"/>
                <a:gd name="T24" fmla="*/ 304 w 1219"/>
                <a:gd name="T25" fmla="*/ 4 h 5"/>
                <a:gd name="T26" fmla="*/ 0 w 1219"/>
                <a:gd name="T27" fmla="*/ 3 h 5"/>
                <a:gd name="T28" fmla="*/ 0 w 1219"/>
                <a:gd name="T29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19" h="5">
                  <a:moveTo>
                    <a:pt x="0" y="2"/>
                  </a:moveTo>
                  <a:cubicBezTo>
                    <a:pt x="101" y="1"/>
                    <a:pt x="203" y="0"/>
                    <a:pt x="304" y="1"/>
                  </a:cubicBezTo>
                  <a:cubicBezTo>
                    <a:pt x="355" y="1"/>
                    <a:pt x="406" y="2"/>
                    <a:pt x="457" y="2"/>
                  </a:cubicBezTo>
                  <a:cubicBezTo>
                    <a:pt x="508" y="2"/>
                    <a:pt x="559" y="1"/>
                    <a:pt x="609" y="1"/>
                  </a:cubicBezTo>
                  <a:cubicBezTo>
                    <a:pt x="711" y="1"/>
                    <a:pt x="813" y="0"/>
                    <a:pt x="914" y="0"/>
                  </a:cubicBezTo>
                  <a:cubicBezTo>
                    <a:pt x="965" y="0"/>
                    <a:pt x="1016" y="1"/>
                    <a:pt x="1067" y="1"/>
                  </a:cubicBezTo>
                  <a:cubicBezTo>
                    <a:pt x="1117" y="1"/>
                    <a:pt x="1168" y="1"/>
                    <a:pt x="1219" y="2"/>
                  </a:cubicBezTo>
                  <a:cubicBezTo>
                    <a:pt x="1219" y="3"/>
                    <a:pt x="1219" y="3"/>
                    <a:pt x="1219" y="3"/>
                  </a:cubicBezTo>
                  <a:cubicBezTo>
                    <a:pt x="1168" y="3"/>
                    <a:pt x="1117" y="4"/>
                    <a:pt x="1067" y="4"/>
                  </a:cubicBezTo>
                  <a:cubicBezTo>
                    <a:pt x="1016" y="4"/>
                    <a:pt x="965" y="4"/>
                    <a:pt x="914" y="4"/>
                  </a:cubicBezTo>
                  <a:cubicBezTo>
                    <a:pt x="813" y="5"/>
                    <a:pt x="711" y="4"/>
                    <a:pt x="609" y="3"/>
                  </a:cubicBezTo>
                  <a:cubicBezTo>
                    <a:pt x="559" y="3"/>
                    <a:pt x="508" y="3"/>
                    <a:pt x="457" y="3"/>
                  </a:cubicBezTo>
                  <a:cubicBezTo>
                    <a:pt x="406" y="3"/>
                    <a:pt x="355" y="4"/>
                    <a:pt x="304" y="4"/>
                  </a:cubicBezTo>
                  <a:cubicBezTo>
                    <a:pt x="203" y="4"/>
                    <a:pt x="101" y="4"/>
                    <a:pt x="0" y="3"/>
                  </a:cubicBez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56" name="Freeform 44"/>
            <p:cNvSpPr>
              <a:spLocks/>
            </p:cNvSpPr>
            <p:nvPr/>
          </p:nvSpPr>
          <p:spPr bwMode="auto">
            <a:xfrm>
              <a:off x="4443413" y="3759200"/>
              <a:ext cx="9525" cy="1919288"/>
            </a:xfrm>
            <a:custGeom>
              <a:avLst/>
              <a:gdLst>
                <a:gd name="T0" fmla="*/ 2 w 4"/>
                <a:gd name="T1" fmla="*/ 853 h 853"/>
                <a:gd name="T2" fmla="*/ 0 w 4"/>
                <a:gd name="T3" fmla="*/ 640 h 853"/>
                <a:gd name="T4" fmla="*/ 1 w 4"/>
                <a:gd name="T5" fmla="*/ 533 h 853"/>
                <a:gd name="T6" fmla="*/ 1 w 4"/>
                <a:gd name="T7" fmla="*/ 427 h 853"/>
                <a:gd name="T8" fmla="*/ 0 w 4"/>
                <a:gd name="T9" fmla="*/ 213 h 853"/>
                <a:gd name="T10" fmla="*/ 0 w 4"/>
                <a:gd name="T11" fmla="*/ 107 h 853"/>
                <a:gd name="T12" fmla="*/ 2 w 4"/>
                <a:gd name="T13" fmla="*/ 0 h 853"/>
                <a:gd name="T14" fmla="*/ 2 w 4"/>
                <a:gd name="T15" fmla="*/ 0 h 853"/>
                <a:gd name="T16" fmla="*/ 3 w 4"/>
                <a:gd name="T17" fmla="*/ 107 h 853"/>
                <a:gd name="T18" fmla="*/ 4 w 4"/>
                <a:gd name="T19" fmla="*/ 213 h 853"/>
                <a:gd name="T20" fmla="*/ 3 w 4"/>
                <a:gd name="T21" fmla="*/ 427 h 853"/>
                <a:gd name="T22" fmla="*/ 2 w 4"/>
                <a:gd name="T23" fmla="*/ 533 h 853"/>
                <a:gd name="T24" fmla="*/ 3 w 4"/>
                <a:gd name="T25" fmla="*/ 640 h 853"/>
                <a:gd name="T26" fmla="*/ 2 w 4"/>
                <a:gd name="T27" fmla="*/ 853 h 8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" h="853">
                  <a:moveTo>
                    <a:pt x="2" y="853"/>
                  </a:moveTo>
                  <a:cubicBezTo>
                    <a:pt x="0" y="782"/>
                    <a:pt x="0" y="711"/>
                    <a:pt x="0" y="640"/>
                  </a:cubicBezTo>
                  <a:cubicBezTo>
                    <a:pt x="0" y="604"/>
                    <a:pt x="1" y="569"/>
                    <a:pt x="1" y="533"/>
                  </a:cubicBezTo>
                  <a:cubicBezTo>
                    <a:pt x="1" y="498"/>
                    <a:pt x="1" y="462"/>
                    <a:pt x="1" y="427"/>
                  </a:cubicBezTo>
                  <a:cubicBezTo>
                    <a:pt x="0" y="356"/>
                    <a:pt x="0" y="284"/>
                    <a:pt x="0" y="213"/>
                  </a:cubicBezTo>
                  <a:cubicBezTo>
                    <a:pt x="0" y="178"/>
                    <a:pt x="0" y="142"/>
                    <a:pt x="0" y="107"/>
                  </a:cubicBezTo>
                  <a:cubicBezTo>
                    <a:pt x="1" y="71"/>
                    <a:pt x="1" y="36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3" y="36"/>
                    <a:pt x="3" y="71"/>
                    <a:pt x="3" y="107"/>
                  </a:cubicBezTo>
                  <a:cubicBezTo>
                    <a:pt x="4" y="142"/>
                    <a:pt x="4" y="178"/>
                    <a:pt x="4" y="213"/>
                  </a:cubicBezTo>
                  <a:cubicBezTo>
                    <a:pt x="4" y="284"/>
                    <a:pt x="3" y="356"/>
                    <a:pt x="3" y="427"/>
                  </a:cubicBezTo>
                  <a:cubicBezTo>
                    <a:pt x="3" y="462"/>
                    <a:pt x="2" y="498"/>
                    <a:pt x="2" y="533"/>
                  </a:cubicBezTo>
                  <a:cubicBezTo>
                    <a:pt x="3" y="569"/>
                    <a:pt x="3" y="604"/>
                    <a:pt x="3" y="640"/>
                  </a:cubicBezTo>
                  <a:cubicBezTo>
                    <a:pt x="4" y="711"/>
                    <a:pt x="3" y="782"/>
                    <a:pt x="2" y="8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57" name="Freeform 45"/>
            <p:cNvSpPr>
              <a:spLocks noEditPoints="1"/>
            </p:cNvSpPr>
            <p:nvPr/>
          </p:nvSpPr>
          <p:spPr bwMode="auto">
            <a:xfrm>
              <a:off x="903288" y="5772150"/>
              <a:ext cx="341313" cy="331788"/>
            </a:xfrm>
            <a:custGeom>
              <a:avLst/>
              <a:gdLst>
                <a:gd name="T0" fmla="*/ 127 w 152"/>
                <a:gd name="T1" fmla="*/ 122 h 148"/>
                <a:gd name="T2" fmla="*/ 84 w 152"/>
                <a:gd name="T3" fmla="*/ 134 h 148"/>
                <a:gd name="T4" fmla="*/ 112 w 152"/>
                <a:gd name="T5" fmla="*/ 131 h 148"/>
                <a:gd name="T6" fmla="*/ 48 w 152"/>
                <a:gd name="T7" fmla="*/ 142 h 148"/>
                <a:gd name="T8" fmla="*/ 4 w 152"/>
                <a:gd name="T9" fmla="*/ 95 h 148"/>
                <a:gd name="T10" fmla="*/ 20 w 152"/>
                <a:gd name="T11" fmla="*/ 61 h 148"/>
                <a:gd name="T12" fmla="*/ 26 w 152"/>
                <a:gd name="T13" fmla="*/ 58 h 148"/>
                <a:gd name="T14" fmla="*/ 31 w 152"/>
                <a:gd name="T15" fmla="*/ 23 h 148"/>
                <a:gd name="T16" fmla="*/ 19 w 152"/>
                <a:gd name="T17" fmla="*/ 0 h 148"/>
                <a:gd name="T18" fmla="*/ 33 w 152"/>
                <a:gd name="T19" fmla="*/ 57 h 148"/>
                <a:gd name="T20" fmla="*/ 41 w 152"/>
                <a:gd name="T21" fmla="*/ 63 h 148"/>
                <a:gd name="T22" fmla="*/ 36 w 152"/>
                <a:gd name="T23" fmla="*/ 80 h 148"/>
                <a:gd name="T24" fmla="*/ 26 w 152"/>
                <a:gd name="T25" fmla="*/ 67 h 148"/>
                <a:gd name="T26" fmla="*/ 64 w 152"/>
                <a:gd name="T27" fmla="*/ 132 h 148"/>
                <a:gd name="T28" fmla="*/ 84 w 152"/>
                <a:gd name="T29" fmla="*/ 112 h 148"/>
                <a:gd name="T30" fmla="*/ 77 w 152"/>
                <a:gd name="T31" fmla="*/ 131 h 148"/>
                <a:gd name="T32" fmla="*/ 152 w 152"/>
                <a:gd name="T33" fmla="*/ 129 h 148"/>
                <a:gd name="T34" fmla="*/ 114 w 152"/>
                <a:gd name="T35" fmla="*/ 131 h 148"/>
                <a:gd name="T36" fmla="*/ 127 w 152"/>
                <a:gd name="T37" fmla="*/ 122 h 148"/>
                <a:gd name="T38" fmla="*/ 74 w 152"/>
                <a:gd name="T39" fmla="*/ 128 h 148"/>
                <a:gd name="T40" fmla="*/ 68 w 152"/>
                <a:gd name="T41" fmla="*/ 112 h 148"/>
                <a:gd name="T42" fmla="*/ 66 w 152"/>
                <a:gd name="T43" fmla="*/ 117 h 148"/>
                <a:gd name="T44" fmla="*/ 66 w 152"/>
                <a:gd name="T45" fmla="*/ 125 h 148"/>
                <a:gd name="T46" fmla="*/ 73 w 152"/>
                <a:gd name="T47" fmla="*/ 128 h 148"/>
                <a:gd name="T48" fmla="*/ 74 w 152"/>
                <a:gd name="T49" fmla="*/ 114 h 148"/>
                <a:gd name="T50" fmla="*/ 74 w 152"/>
                <a:gd name="T51" fmla="*/ 128 h 148"/>
                <a:gd name="T52" fmla="*/ 9 w 152"/>
                <a:gd name="T53" fmla="*/ 88 h 148"/>
                <a:gd name="T54" fmla="*/ 56 w 152"/>
                <a:gd name="T55" fmla="*/ 135 h 148"/>
                <a:gd name="T56" fmla="*/ 9 w 152"/>
                <a:gd name="T57" fmla="*/ 88 h 148"/>
                <a:gd name="T58" fmla="*/ 37 w 152"/>
                <a:gd name="T59" fmla="*/ 61 h 148"/>
                <a:gd name="T60" fmla="*/ 31 w 152"/>
                <a:gd name="T61" fmla="*/ 77 h 148"/>
                <a:gd name="T62" fmla="*/ 37 w 152"/>
                <a:gd name="T63" fmla="*/ 61 h 148"/>
                <a:gd name="T64" fmla="*/ 30 w 152"/>
                <a:gd name="T65" fmla="*/ 57 h 148"/>
                <a:gd name="T66" fmla="*/ 33 w 152"/>
                <a:gd name="T67" fmla="*/ 31 h 148"/>
                <a:gd name="T68" fmla="*/ 30 w 152"/>
                <a:gd name="T69" fmla="*/ 57 h 148"/>
                <a:gd name="T70" fmla="*/ 30 w 152"/>
                <a:gd name="T71" fmla="*/ 61 h 148"/>
                <a:gd name="T72" fmla="*/ 30 w 152"/>
                <a:gd name="T73" fmla="*/ 74 h 148"/>
                <a:gd name="T74" fmla="*/ 30 w 152"/>
                <a:gd name="T75" fmla="*/ 61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52" h="148">
                  <a:moveTo>
                    <a:pt x="127" y="122"/>
                  </a:moveTo>
                  <a:cubicBezTo>
                    <a:pt x="115" y="118"/>
                    <a:pt x="99" y="137"/>
                    <a:pt x="84" y="134"/>
                  </a:cubicBezTo>
                  <a:cubicBezTo>
                    <a:pt x="92" y="142"/>
                    <a:pt x="106" y="130"/>
                    <a:pt x="112" y="131"/>
                  </a:cubicBezTo>
                  <a:cubicBezTo>
                    <a:pt x="95" y="147"/>
                    <a:pt x="66" y="127"/>
                    <a:pt x="48" y="142"/>
                  </a:cubicBezTo>
                  <a:cubicBezTo>
                    <a:pt x="19" y="142"/>
                    <a:pt x="1" y="123"/>
                    <a:pt x="4" y="95"/>
                  </a:cubicBezTo>
                  <a:cubicBezTo>
                    <a:pt x="6" y="82"/>
                    <a:pt x="19" y="74"/>
                    <a:pt x="20" y="61"/>
                  </a:cubicBezTo>
                  <a:cubicBezTo>
                    <a:pt x="23" y="58"/>
                    <a:pt x="22" y="60"/>
                    <a:pt x="26" y="58"/>
                  </a:cubicBezTo>
                  <a:cubicBezTo>
                    <a:pt x="25" y="45"/>
                    <a:pt x="33" y="34"/>
                    <a:pt x="31" y="23"/>
                  </a:cubicBezTo>
                  <a:cubicBezTo>
                    <a:pt x="30" y="12"/>
                    <a:pt x="19" y="8"/>
                    <a:pt x="19" y="0"/>
                  </a:cubicBezTo>
                  <a:cubicBezTo>
                    <a:pt x="36" y="7"/>
                    <a:pt x="41" y="36"/>
                    <a:pt x="33" y="57"/>
                  </a:cubicBezTo>
                  <a:cubicBezTo>
                    <a:pt x="34" y="60"/>
                    <a:pt x="40" y="59"/>
                    <a:pt x="41" y="63"/>
                  </a:cubicBezTo>
                  <a:cubicBezTo>
                    <a:pt x="43" y="69"/>
                    <a:pt x="40" y="75"/>
                    <a:pt x="36" y="80"/>
                  </a:cubicBezTo>
                  <a:cubicBezTo>
                    <a:pt x="27" y="79"/>
                    <a:pt x="20" y="74"/>
                    <a:pt x="26" y="67"/>
                  </a:cubicBezTo>
                  <a:cubicBezTo>
                    <a:pt x="1" y="88"/>
                    <a:pt x="14" y="148"/>
                    <a:pt x="64" y="132"/>
                  </a:cubicBezTo>
                  <a:cubicBezTo>
                    <a:pt x="54" y="118"/>
                    <a:pt x="73" y="97"/>
                    <a:pt x="84" y="112"/>
                  </a:cubicBezTo>
                  <a:cubicBezTo>
                    <a:pt x="86" y="123"/>
                    <a:pt x="81" y="126"/>
                    <a:pt x="77" y="131"/>
                  </a:cubicBezTo>
                  <a:cubicBezTo>
                    <a:pt x="101" y="137"/>
                    <a:pt x="133" y="102"/>
                    <a:pt x="152" y="129"/>
                  </a:cubicBezTo>
                  <a:cubicBezTo>
                    <a:pt x="143" y="117"/>
                    <a:pt x="124" y="124"/>
                    <a:pt x="114" y="131"/>
                  </a:cubicBezTo>
                  <a:cubicBezTo>
                    <a:pt x="116" y="126"/>
                    <a:pt x="123" y="126"/>
                    <a:pt x="127" y="122"/>
                  </a:cubicBezTo>
                  <a:close/>
                  <a:moveTo>
                    <a:pt x="74" y="128"/>
                  </a:moveTo>
                  <a:cubicBezTo>
                    <a:pt x="91" y="127"/>
                    <a:pt x="78" y="98"/>
                    <a:pt x="68" y="112"/>
                  </a:cubicBezTo>
                  <a:cubicBezTo>
                    <a:pt x="75" y="112"/>
                    <a:pt x="69" y="117"/>
                    <a:pt x="66" y="117"/>
                  </a:cubicBezTo>
                  <a:cubicBezTo>
                    <a:pt x="66" y="119"/>
                    <a:pt x="66" y="122"/>
                    <a:pt x="66" y="125"/>
                  </a:cubicBezTo>
                  <a:cubicBezTo>
                    <a:pt x="68" y="126"/>
                    <a:pt x="69" y="128"/>
                    <a:pt x="73" y="128"/>
                  </a:cubicBezTo>
                  <a:cubicBezTo>
                    <a:pt x="75" y="124"/>
                    <a:pt x="80" y="117"/>
                    <a:pt x="74" y="114"/>
                  </a:cubicBezTo>
                  <a:cubicBezTo>
                    <a:pt x="84" y="115"/>
                    <a:pt x="78" y="125"/>
                    <a:pt x="74" y="128"/>
                  </a:cubicBezTo>
                  <a:close/>
                  <a:moveTo>
                    <a:pt x="9" y="88"/>
                  </a:moveTo>
                  <a:cubicBezTo>
                    <a:pt x="0" y="121"/>
                    <a:pt x="28" y="148"/>
                    <a:pt x="56" y="135"/>
                  </a:cubicBezTo>
                  <a:cubicBezTo>
                    <a:pt x="20" y="145"/>
                    <a:pt x="13" y="115"/>
                    <a:pt x="9" y="88"/>
                  </a:cubicBezTo>
                  <a:close/>
                  <a:moveTo>
                    <a:pt x="37" y="61"/>
                  </a:moveTo>
                  <a:cubicBezTo>
                    <a:pt x="38" y="69"/>
                    <a:pt x="34" y="72"/>
                    <a:pt x="31" y="77"/>
                  </a:cubicBezTo>
                  <a:cubicBezTo>
                    <a:pt x="40" y="78"/>
                    <a:pt x="42" y="66"/>
                    <a:pt x="37" y="61"/>
                  </a:cubicBezTo>
                  <a:close/>
                  <a:moveTo>
                    <a:pt x="30" y="57"/>
                  </a:moveTo>
                  <a:cubicBezTo>
                    <a:pt x="30" y="49"/>
                    <a:pt x="38" y="40"/>
                    <a:pt x="33" y="31"/>
                  </a:cubicBezTo>
                  <a:cubicBezTo>
                    <a:pt x="34" y="41"/>
                    <a:pt x="26" y="49"/>
                    <a:pt x="30" y="57"/>
                  </a:cubicBezTo>
                  <a:close/>
                  <a:moveTo>
                    <a:pt x="30" y="61"/>
                  </a:moveTo>
                  <a:cubicBezTo>
                    <a:pt x="28" y="63"/>
                    <a:pt x="27" y="72"/>
                    <a:pt x="30" y="74"/>
                  </a:cubicBezTo>
                  <a:cubicBezTo>
                    <a:pt x="33" y="70"/>
                    <a:pt x="36" y="63"/>
                    <a:pt x="30" y="6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58" name="Freeform 46"/>
            <p:cNvSpPr>
              <a:spLocks noEditPoints="1"/>
            </p:cNvSpPr>
            <p:nvPr/>
          </p:nvSpPr>
          <p:spPr bwMode="auto">
            <a:xfrm>
              <a:off x="906463" y="5768975"/>
              <a:ext cx="341313" cy="323850"/>
            </a:xfrm>
            <a:custGeom>
              <a:avLst/>
              <a:gdLst>
                <a:gd name="T0" fmla="*/ 2 w 151"/>
                <a:gd name="T1" fmla="*/ 96 h 144"/>
                <a:gd name="T2" fmla="*/ 21 w 151"/>
                <a:gd name="T3" fmla="*/ 59 h 144"/>
                <a:gd name="T4" fmla="*/ 22 w 151"/>
                <a:gd name="T5" fmla="*/ 12 h 144"/>
                <a:gd name="T6" fmla="*/ 32 w 151"/>
                <a:gd name="T7" fmla="*/ 58 h 144"/>
                <a:gd name="T8" fmla="*/ 34 w 151"/>
                <a:gd name="T9" fmla="*/ 81 h 144"/>
                <a:gd name="T10" fmla="*/ 15 w 151"/>
                <a:gd name="T11" fmla="*/ 112 h 144"/>
                <a:gd name="T12" fmla="*/ 73 w 151"/>
                <a:gd name="T13" fmla="*/ 107 h 144"/>
                <a:gd name="T14" fmla="*/ 76 w 151"/>
                <a:gd name="T15" fmla="*/ 131 h 144"/>
                <a:gd name="T16" fmla="*/ 151 w 151"/>
                <a:gd name="T17" fmla="*/ 130 h 144"/>
                <a:gd name="T18" fmla="*/ 110 w 151"/>
                <a:gd name="T19" fmla="*/ 134 h 144"/>
                <a:gd name="T20" fmla="*/ 66 w 151"/>
                <a:gd name="T21" fmla="*/ 138 h 144"/>
                <a:gd name="T22" fmla="*/ 12 w 151"/>
                <a:gd name="T23" fmla="*/ 128 h 144"/>
                <a:gd name="T24" fmla="*/ 86 w 151"/>
                <a:gd name="T25" fmla="*/ 138 h 144"/>
                <a:gd name="T26" fmla="*/ 86 w 151"/>
                <a:gd name="T27" fmla="*/ 134 h 144"/>
                <a:gd name="T28" fmla="*/ 75 w 151"/>
                <a:gd name="T29" fmla="*/ 133 h 144"/>
                <a:gd name="T30" fmla="*/ 77 w 151"/>
                <a:gd name="T31" fmla="*/ 128 h 144"/>
                <a:gd name="T32" fmla="*/ 66 w 151"/>
                <a:gd name="T33" fmla="*/ 128 h 144"/>
                <a:gd name="T34" fmla="*/ 64 w 151"/>
                <a:gd name="T35" fmla="*/ 117 h 144"/>
                <a:gd name="T36" fmla="*/ 65 w 151"/>
                <a:gd name="T37" fmla="*/ 114 h 144"/>
                <a:gd name="T38" fmla="*/ 63 w 151"/>
                <a:gd name="T39" fmla="*/ 133 h 144"/>
                <a:gd name="T40" fmla="*/ 54 w 151"/>
                <a:gd name="T41" fmla="*/ 137 h 144"/>
                <a:gd name="T42" fmla="*/ 7 w 151"/>
                <a:gd name="T43" fmla="*/ 86 h 144"/>
                <a:gd name="T44" fmla="*/ 41 w 151"/>
                <a:gd name="T45" fmla="*/ 139 h 144"/>
                <a:gd name="T46" fmla="*/ 92 w 151"/>
                <a:gd name="T47" fmla="*/ 138 h 144"/>
                <a:gd name="T48" fmla="*/ 41 w 151"/>
                <a:gd name="T49" fmla="*/ 137 h 144"/>
                <a:gd name="T50" fmla="*/ 26 w 151"/>
                <a:gd name="T51" fmla="*/ 65 h 144"/>
                <a:gd name="T52" fmla="*/ 32 w 151"/>
                <a:gd name="T53" fmla="*/ 64 h 144"/>
                <a:gd name="T54" fmla="*/ 26 w 151"/>
                <a:gd name="T55" fmla="*/ 72 h 144"/>
                <a:gd name="T56" fmla="*/ 33 w 151"/>
                <a:gd name="T57" fmla="*/ 80 h 144"/>
                <a:gd name="T58" fmla="*/ 38 w 151"/>
                <a:gd name="T59" fmla="*/ 73 h 144"/>
                <a:gd name="T60" fmla="*/ 28 w 151"/>
                <a:gd name="T61" fmla="*/ 78 h 144"/>
                <a:gd name="T62" fmla="*/ 34 w 151"/>
                <a:gd name="T63" fmla="*/ 61 h 144"/>
                <a:gd name="T64" fmla="*/ 18 w 151"/>
                <a:gd name="T65" fmla="*/ 2 h 144"/>
                <a:gd name="T66" fmla="*/ 31 w 151"/>
                <a:gd name="T67" fmla="*/ 32 h 144"/>
                <a:gd name="T68" fmla="*/ 27 w 151"/>
                <a:gd name="T69" fmla="*/ 58 h 144"/>
                <a:gd name="T70" fmla="*/ 28 w 151"/>
                <a:gd name="T71" fmla="*/ 42 h 144"/>
                <a:gd name="T72" fmla="*/ 21 w 151"/>
                <a:gd name="T73" fmla="*/ 61 h 144"/>
                <a:gd name="T74" fmla="*/ 7 w 151"/>
                <a:gd name="T75" fmla="*/ 86 h 144"/>
                <a:gd name="T76" fmla="*/ 110 w 151"/>
                <a:gd name="T77" fmla="*/ 131 h 144"/>
                <a:gd name="T78" fmla="*/ 121 w 151"/>
                <a:gd name="T79" fmla="*/ 123 h 144"/>
                <a:gd name="T80" fmla="*/ 67 w 151"/>
                <a:gd name="T81" fmla="*/ 127 h 144"/>
                <a:gd name="T82" fmla="*/ 74 w 151"/>
                <a:gd name="T83" fmla="*/ 118 h 144"/>
                <a:gd name="T84" fmla="*/ 64 w 151"/>
                <a:gd name="T85" fmla="*/ 118 h 144"/>
                <a:gd name="T86" fmla="*/ 75 w 151"/>
                <a:gd name="T87" fmla="*/ 118 h 144"/>
                <a:gd name="T88" fmla="*/ 70 w 151"/>
                <a:gd name="T89" fmla="*/ 114 h 144"/>
                <a:gd name="T90" fmla="*/ 79 w 151"/>
                <a:gd name="T91" fmla="*/ 120 h 144"/>
                <a:gd name="T92" fmla="*/ 122 w 151"/>
                <a:gd name="T93" fmla="*/ 122 h 144"/>
                <a:gd name="T94" fmla="*/ 123 w 151"/>
                <a:gd name="T95" fmla="*/ 125 h 144"/>
                <a:gd name="T96" fmla="*/ 122 w 151"/>
                <a:gd name="T97" fmla="*/ 122 h 144"/>
                <a:gd name="T98" fmla="*/ 81 w 151"/>
                <a:gd name="T99" fmla="*/ 114 h 144"/>
                <a:gd name="T100" fmla="*/ 32 w 151"/>
                <a:gd name="T101" fmla="*/ 74 h 144"/>
                <a:gd name="T102" fmla="*/ 28 w 151"/>
                <a:gd name="T103" fmla="*/ 63 h 144"/>
                <a:gd name="T104" fmla="*/ 28 w 151"/>
                <a:gd name="T105" fmla="*/ 63 h 144"/>
                <a:gd name="T106" fmla="*/ 29 w 151"/>
                <a:gd name="T107" fmla="*/ 4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51" h="144">
                  <a:moveTo>
                    <a:pt x="47" y="144"/>
                  </a:moveTo>
                  <a:cubicBezTo>
                    <a:pt x="46" y="144"/>
                    <a:pt x="46" y="144"/>
                    <a:pt x="46" y="144"/>
                  </a:cubicBezTo>
                  <a:cubicBezTo>
                    <a:pt x="32" y="144"/>
                    <a:pt x="19" y="139"/>
                    <a:pt x="11" y="129"/>
                  </a:cubicBezTo>
                  <a:cubicBezTo>
                    <a:pt x="3" y="121"/>
                    <a:pt x="0" y="109"/>
                    <a:pt x="2" y="96"/>
                  </a:cubicBezTo>
                  <a:cubicBezTo>
                    <a:pt x="3" y="90"/>
                    <a:pt x="6" y="84"/>
                    <a:pt x="10" y="79"/>
                  </a:cubicBezTo>
                  <a:cubicBezTo>
                    <a:pt x="13" y="73"/>
                    <a:pt x="17" y="68"/>
                    <a:pt x="17" y="62"/>
                  </a:cubicBezTo>
                  <a:cubicBezTo>
                    <a:pt x="17" y="62"/>
                    <a:pt x="17" y="62"/>
                    <a:pt x="17" y="62"/>
                  </a:cubicBezTo>
                  <a:cubicBezTo>
                    <a:pt x="19" y="60"/>
                    <a:pt x="20" y="59"/>
                    <a:pt x="21" y="59"/>
                  </a:cubicBezTo>
                  <a:cubicBezTo>
                    <a:pt x="21" y="59"/>
                    <a:pt x="22" y="59"/>
                    <a:pt x="23" y="59"/>
                  </a:cubicBezTo>
                  <a:cubicBezTo>
                    <a:pt x="23" y="53"/>
                    <a:pt x="24" y="47"/>
                    <a:pt x="26" y="41"/>
                  </a:cubicBezTo>
                  <a:cubicBezTo>
                    <a:pt x="28" y="35"/>
                    <a:pt x="30" y="30"/>
                    <a:pt x="29" y="24"/>
                  </a:cubicBezTo>
                  <a:cubicBezTo>
                    <a:pt x="28" y="19"/>
                    <a:pt x="25" y="15"/>
                    <a:pt x="22" y="12"/>
                  </a:cubicBezTo>
                  <a:cubicBezTo>
                    <a:pt x="19" y="8"/>
                    <a:pt x="16" y="5"/>
                    <a:pt x="16" y="1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35" y="8"/>
                    <a:pt x="40" y="37"/>
                    <a:pt x="32" y="58"/>
                  </a:cubicBezTo>
                  <a:cubicBezTo>
                    <a:pt x="32" y="59"/>
                    <a:pt x="34" y="59"/>
                    <a:pt x="35" y="60"/>
                  </a:cubicBezTo>
                  <a:cubicBezTo>
                    <a:pt x="37" y="61"/>
                    <a:pt x="39" y="61"/>
                    <a:pt x="40" y="63"/>
                  </a:cubicBezTo>
                  <a:cubicBezTo>
                    <a:pt x="43" y="72"/>
                    <a:pt x="37" y="78"/>
                    <a:pt x="34" y="81"/>
                  </a:cubicBezTo>
                  <a:cubicBezTo>
                    <a:pt x="34" y="81"/>
                    <a:pt x="34" y="81"/>
                    <a:pt x="34" y="81"/>
                  </a:cubicBezTo>
                  <a:cubicBezTo>
                    <a:pt x="34" y="81"/>
                    <a:pt x="34" y="81"/>
                    <a:pt x="34" y="81"/>
                  </a:cubicBezTo>
                  <a:cubicBezTo>
                    <a:pt x="28" y="81"/>
                    <a:pt x="23" y="79"/>
                    <a:pt x="22" y="76"/>
                  </a:cubicBezTo>
                  <a:cubicBezTo>
                    <a:pt x="21" y="75"/>
                    <a:pt x="21" y="73"/>
                    <a:pt x="21" y="71"/>
                  </a:cubicBezTo>
                  <a:cubicBezTo>
                    <a:pt x="12" y="82"/>
                    <a:pt x="10" y="98"/>
                    <a:pt x="15" y="112"/>
                  </a:cubicBezTo>
                  <a:cubicBezTo>
                    <a:pt x="20" y="127"/>
                    <a:pt x="32" y="135"/>
                    <a:pt x="46" y="135"/>
                  </a:cubicBezTo>
                  <a:cubicBezTo>
                    <a:pt x="51" y="135"/>
                    <a:pt x="56" y="134"/>
                    <a:pt x="61" y="133"/>
                  </a:cubicBezTo>
                  <a:cubicBezTo>
                    <a:pt x="58" y="128"/>
                    <a:pt x="57" y="122"/>
                    <a:pt x="60" y="116"/>
                  </a:cubicBezTo>
                  <a:cubicBezTo>
                    <a:pt x="63" y="111"/>
                    <a:pt x="68" y="107"/>
                    <a:pt x="73" y="107"/>
                  </a:cubicBezTo>
                  <a:cubicBezTo>
                    <a:pt x="75" y="107"/>
                    <a:pt x="79" y="108"/>
                    <a:pt x="83" y="113"/>
                  </a:cubicBezTo>
                  <a:cubicBezTo>
                    <a:pt x="83" y="113"/>
                    <a:pt x="83" y="113"/>
                    <a:pt x="83" y="113"/>
                  </a:cubicBezTo>
                  <a:cubicBezTo>
                    <a:pt x="84" y="122"/>
                    <a:pt x="81" y="126"/>
                    <a:pt x="77" y="130"/>
                  </a:cubicBezTo>
                  <a:cubicBezTo>
                    <a:pt x="77" y="130"/>
                    <a:pt x="77" y="131"/>
                    <a:pt x="76" y="131"/>
                  </a:cubicBezTo>
                  <a:cubicBezTo>
                    <a:pt x="78" y="132"/>
                    <a:pt x="80" y="132"/>
                    <a:pt x="82" y="132"/>
                  </a:cubicBezTo>
                  <a:cubicBezTo>
                    <a:pt x="90" y="132"/>
                    <a:pt x="98" y="129"/>
                    <a:pt x="107" y="125"/>
                  </a:cubicBezTo>
                  <a:cubicBezTo>
                    <a:pt x="115" y="122"/>
                    <a:pt x="123" y="119"/>
                    <a:pt x="131" y="119"/>
                  </a:cubicBezTo>
                  <a:cubicBezTo>
                    <a:pt x="139" y="119"/>
                    <a:pt x="146" y="123"/>
                    <a:pt x="151" y="130"/>
                  </a:cubicBezTo>
                  <a:cubicBezTo>
                    <a:pt x="150" y="131"/>
                    <a:pt x="150" y="131"/>
                    <a:pt x="150" y="131"/>
                  </a:cubicBezTo>
                  <a:cubicBezTo>
                    <a:pt x="146" y="127"/>
                    <a:pt x="142" y="124"/>
                    <a:pt x="136" y="124"/>
                  </a:cubicBezTo>
                  <a:cubicBezTo>
                    <a:pt x="126" y="124"/>
                    <a:pt x="115" y="131"/>
                    <a:pt x="112" y="132"/>
                  </a:cubicBezTo>
                  <a:cubicBezTo>
                    <a:pt x="110" y="134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05" y="137"/>
                    <a:pt x="99" y="139"/>
                    <a:pt x="90" y="139"/>
                  </a:cubicBezTo>
                  <a:cubicBezTo>
                    <a:pt x="86" y="139"/>
                    <a:pt x="82" y="139"/>
                    <a:pt x="78" y="139"/>
                  </a:cubicBezTo>
                  <a:cubicBezTo>
                    <a:pt x="74" y="138"/>
                    <a:pt x="70" y="138"/>
                    <a:pt x="66" y="138"/>
                  </a:cubicBezTo>
                  <a:cubicBezTo>
                    <a:pt x="58" y="138"/>
                    <a:pt x="52" y="140"/>
                    <a:pt x="47" y="144"/>
                  </a:cubicBezTo>
                  <a:close/>
                  <a:moveTo>
                    <a:pt x="7" y="86"/>
                  </a:moveTo>
                  <a:cubicBezTo>
                    <a:pt x="5" y="89"/>
                    <a:pt x="4" y="93"/>
                    <a:pt x="3" y="96"/>
                  </a:cubicBezTo>
                  <a:cubicBezTo>
                    <a:pt x="2" y="109"/>
                    <a:pt x="5" y="120"/>
                    <a:pt x="12" y="128"/>
                  </a:cubicBezTo>
                  <a:cubicBezTo>
                    <a:pt x="20" y="137"/>
                    <a:pt x="32" y="142"/>
                    <a:pt x="46" y="142"/>
                  </a:cubicBezTo>
                  <a:cubicBezTo>
                    <a:pt x="51" y="138"/>
                    <a:pt x="57" y="136"/>
                    <a:pt x="66" y="136"/>
                  </a:cubicBezTo>
                  <a:cubicBezTo>
                    <a:pt x="70" y="136"/>
                    <a:pt x="74" y="137"/>
                    <a:pt x="78" y="137"/>
                  </a:cubicBezTo>
                  <a:cubicBezTo>
                    <a:pt x="81" y="137"/>
                    <a:pt x="83" y="138"/>
                    <a:pt x="86" y="138"/>
                  </a:cubicBezTo>
                  <a:cubicBezTo>
                    <a:pt x="84" y="137"/>
                    <a:pt x="83" y="136"/>
                    <a:pt x="81" y="135"/>
                  </a:cubicBezTo>
                  <a:cubicBezTo>
                    <a:pt x="80" y="133"/>
                    <a:pt x="80" y="133"/>
                    <a:pt x="80" y="133"/>
                  </a:cubicBezTo>
                  <a:cubicBezTo>
                    <a:pt x="82" y="134"/>
                    <a:pt x="82" y="134"/>
                    <a:pt x="82" y="134"/>
                  </a:cubicBezTo>
                  <a:cubicBezTo>
                    <a:pt x="83" y="134"/>
                    <a:pt x="84" y="134"/>
                    <a:pt x="86" y="134"/>
                  </a:cubicBezTo>
                  <a:cubicBezTo>
                    <a:pt x="92" y="134"/>
                    <a:pt x="99" y="131"/>
                    <a:pt x="105" y="128"/>
                  </a:cubicBezTo>
                  <a:cubicBezTo>
                    <a:pt x="105" y="128"/>
                    <a:pt x="105" y="128"/>
                    <a:pt x="105" y="128"/>
                  </a:cubicBezTo>
                  <a:cubicBezTo>
                    <a:pt x="97" y="131"/>
                    <a:pt x="89" y="133"/>
                    <a:pt x="82" y="133"/>
                  </a:cubicBezTo>
                  <a:cubicBezTo>
                    <a:pt x="79" y="133"/>
                    <a:pt x="77" y="133"/>
                    <a:pt x="75" y="133"/>
                  </a:cubicBezTo>
                  <a:cubicBezTo>
                    <a:pt x="74" y="132"/>
                    <a:pt x="74" y="132"/>
                    <a:pt x="74" y="132"/>
                  </a:cubicBezTo>
                  <a:cubicBezTo>
                    <a:pt x="74" y="131"/>
                    <a:pt x="74" y="131"/>
                    <a:pt x="74" y="131"/>
                  </a:cubicBezTo>
                  <a:cubicBezTo>
                    <a:pt x="75" y="131"/>
                    <a:pt x="76" y="130"/>
                    <a:pt x="76" y="129"/>
                  </a:cubicBezTo>
                  <a:cubicBezTo>
                    <a:pt x="77" y="129"/>
                    <a:pt x="77" y="128"/>
                    <a:pt x="77" y="128"/>
                  </a:cubicBezTo>
                  <a:cubicBezTo>
                    <a:pt x="76" y="129"/>
                    <a:pt x="74" y="130"/>
                    <a:pt x="72" y="130"/>
                  </a:cubicBezTo>
                  <a:cubicBezTo>
                    <a:pt x="70" y="130"/>
                    <a:pt x="70" y="130"/>
                    <a:pt x="70" y="130"/>
                  </a:cubicBezTo>
                  <a:cubicBezTo>
                    <a:pt x="70" y="130"/>
                    <a:pt x="70" y="130"/>
                    <a:pt x="70" y="130"/>
                  </a:cubicBezTo>
                  <a:cubicBezTo>
                    <a:pt x="68" y="130"/>
                    <a:pt x="67" y="129"/>
                    <a:pt x="66" y="128"/>
                  </a:cubicBezTo>
                  <a:cubicBezTo>
                    <a:pt x="65" y="128"/>
                    <a:pt x="64" y="127"/>
                    <a:pt x="63" y="127"/>
                  </a:cubicBezTo>
                  <a:cubicBezTo>
                    <a:pt x="63" y="127"/>
                    <a:pt x="63" y="127"/>
                    <a:pt x="63" y="127"/>
                  </a:cubicBezTo>
                  <a:cubicBezTo>
                    <a:pt x="63" y="117"/>
                    <a:pt x="63" y="117"/>
                    <a:pt x="63" y="117"/>
                  </a:cubicBezTo>
                  <a:cubicBezTo>
                    <a:pt x="64" y="117"/>
                    <a:pt x="64" y="117"/>
                    <a:pt x="64" y="117"/>
                  </a:cubicBezTo>
                  <a:cubicBezTo>
                    <a:pt x="64" y="117"/>
                    <a:pt x="64" y="117"/>
                    <a:pt x="64" y="117"/>
                  </a:cubicBezTo>
                  <a:cubicBezTo>
                    <a:pt x="66" y="117"/>
                    <a:pt x="68" y="115"/>
                    <a:pt x="68" y="114"/>
                  </a:cubicBezTo>
                  <a:cubicBezTo>
                    <a:pt x="68" y="114"/>
                    <a:pt x="68" y="114"/>
                    <a:pt x="66" y="114"/>
                  </a:cubicBezTo>
                  <a:cubicBezTo>
                    <a:pt x="65" y="114"/>
                    <a:pt x="65" y="114"/>
                    <a:pt x="65" y="114"/>
                  </a:cubicBezTo>
                  <a:cubicBezTo>
                    <a:pt x="66" y="113"/>
                    <a:pt x="66" y="113"/>
                    <a:pt x="66" y="113"/>
                  </a:cubicBezTo>
                  <a:cubicBezTo>
                    <a:pt x="67" y="110"/>
                    <a:pt x="69" y="109"/>
                    <a:pt x="71" y="109"/>
                  </a:cubicBezTo>
                  <a:cubicBezTo>
                    <a:pt x="67" y="110"/>
                    <a:pt x="64" y="113"/>
                    <a:pt x="62" y="117"/>
                  </a:cubicBezTo>
                  <a:cubicBezTo>
                    <a:pt x="59" y="122"/>
                    <a:pt x="59" y="128"/>
                    <a:pt x="63" y="133"/>
                  </a:cubicBezTo>
                  <a:cubicBezTo>
                    <a:pt x="63" y="134"/>
                    <a:pt x="63" y="134"/>
                    <a:pt x="63" y="134"/>
                  </a:cubicBezTo>
                  <a:cubicBezTo>
                    <a:pt x="62" y="134"/>
                    <a:pt x="62" y="134"/>
                    <a:pt x="62" y="134"/>
                  </a:cubicBezTo>
                  <a:cubicBezTo>
                    <a:pt x="59" y="135"/>
                    <a:pt x="56" y="136"/>
                    <a:pt x="54" y="136"/>
                  </a:cubicBezTo>
                  <a:cubicBezTo>
                    <a:pt x="54" y="137"/>
                    <a:pt x="54" y="137"/>
                    <a:pt x="54" y="137"/>
                  </a:cubicBezTo>
                  <a:cubicBezTo>
                    <a:pt x="49" y="139"/>
                    <a:pt x="44" y="140"/>
                    <a:pt x="39" y="140"/>
                  </a:cubicBezTo>
                  <a:cubicBezTo>
                    <a:pt x="29" y="140"/>
                    <a:pt x="19" y="135"/>
                    <a:pt x="13" y="127"/>
                  </a:cubicBezTo>
                  <a:cubicBezTo>
                    <a:pt x="5" y="116"/>
                    <a:pt x="2" y="103"/>
                    <a:pt x="6" y="89"/>
                  </a:cubicBezTo>
                  <a:lnTo>
                    <a:pt x="7" y="86"/>
                  </a:lnTo>
                  <a:close/>
                  <a:moveTo>
                    <a:pt x="7" y="93"/>
                  </a:moveTo>
                  <a:cubicBezTo>
                    <a:pt x="4" y="105"/>
                    <a:pt x="7" y="117"/>
                    <a:pt x="14" y="126"/>
                  </a:cubicBezTo>
                  <a:cubicBezTo>
                    <a:pt x="21" y="135"/>
                    <a:pt x="31" y="139"/>
                    <a:pt x="41" y="139"/>
                  </a:cubicBezTo>
                  <a:cubicBezTo>
                    <a:pt x="41" y="139"/>
                    <a:pt x="41" y="139"/>
                    <a:pt x="41" y="139"/>
                  </a:cubicBezTo>
                  <a:cubicBezTo>
                    <a:pt x="16" y="139"/>
                    <a:pt x="10" y="113"/>
                    <a:pt x="7" y="93"/>
                  </a:cubicBezTo>
                  <a:close/>
                  <a:moveTo>
                    <a:pt x="108" y="133"/>
                  </a:moveTo>
                  <a:cubicBezTo>
                    <a:pt x="106" y="133"/>
                    <a:pt x="104" y="134"/>
                    <a:pt x="102" y="135"/>
                  </a:cubicBezTo>
                  <a:cubicBezTo>
                    <a:pt x="99" y="136"/>
                    <a:pt x="95" y="137"/>
                    <a:pt x="92" y="138"/>
                  </a:cubicBezTo>
                  <a:cubicBezTo>
                    <a:pt x="99" y="138"/>
                    <a:pt x="104" y="136"/>
                    <a:pt x="108" y="133"/>
                  </a:cubicBezTo>
                  <a:close/>
                  <a:moveTo>
                    <a:pt x="7" y="86"/>
                  </a:moveTo>
                  <a:cubicBezTo>
                    <a:pt x="7" y="89"/>
                    <a:pt x="7" y="89"/>
                    <a:pt x="7" y="89"/>
                  </a:cubicBezTo>
                  <a:cubicBezTo>
                    <a:pt x="12" y="114"/>
                    <a:pt x="17" y="137"/>
                    <a:pt x="41" y="137"/>
                  </a:cubicBezTo>
                  <a:cubicBezTo>
                    <a:pt x="43" y="137"/>
                    <a:pt x="45" y="137"/>
                    <a:pt x="48" y="137"/>
                  </a:cubicBezTo>
                  <a:cubicBezTo>
                    <a:pt x="32" y="137"/>
                    <a:pt x="19" y="128"/>
                    <a:pt x="13" y="113"/>
                  </a:cubicBezTo>
                  <a:cubicBezTo>
                    <a:pt x="7" y="96"/>
                    <a:pt x="12" y="77"/>
                    <a:pt x="23" y="67"/>
                  </a:cubicBezTo>
                  <a:cubicBezTo>
                    <a:pt x="26" y="65"/>
                    <a:pt x="26" y="65"/>
                    <a:pt x="26" y="65"/>
                  </a:cubicBezTo>
                  <a:cubicBezTo>
                    <a:pt x="26" y="63"/>
                    <a:pt x="27" y="62"/>
                    <a:pt x="27" y="62"/>
                  </a:cubicBezTo>
                  <a:cubicBezTo>
                    <a:pt x="28" y="61"/>
                    <a:pt x="28" y="61"/>
                    <a:pt x="28" y="61"/>
                  </a:cubicBezTo>
                  <a:cubicBezTo>
                    <a:pt x="28" y="61"/>
                    <a:pt x="28" y="61"/>
                    <a:pt x="28" y="61"/>
                  </a:cubicBezTo>
                  <a:cubicBezTo>
                    <a:pt x="30" y="62"/>
                    <a:pt x="31" y="63"/>
                    <a:pt x="32" y="64"/>
                  </a:cubicBezTo>
                  <a:cubicBezTo>
                    <a:pt x="33" y="68"/>
                    <a:pt x="30" y="73"/>
                    <a:pt x="29" y="75"/>
                  </a:cubicBezTo>
                  <a:cubicBezTo>
                    <a:pt x="28" y="76"/>
                    <a:pt x="28" y="76"/>
                    <a:pt x="28" y="76"/>
                  </a:cubicBezTo>
                  <a:cubicBezTo>
                    <a:pt x="28" y="76"/>
                    <a:pt x="28" y="76"/>
                    <a:pt x="28" y="76"/>
                  </a:cubicBezTo>
                  <a:cubicBezTo>
                    <a:pt x="27" y="75"/>
                    <a:pt x="26" y="74"/>
                    <a:pt x="26" y="72"/>
                  </a:cubicBezTo>
                  <a:cubicBezTo>
                    <a:pt x="25" y="70"/>
                    <a:pt x="26" y="68"/>
                    <a:pt x="26" y="66"/>
                  </a:cubicBezTo>
                  <a:cubicBezTo>
                    <a:pt x="24" y="68"/>
                    <a:pt x="24" y="68"/>
                    <a:pt x="24" y="68"/>
                  </a:cubicBezTo>
                  <a:cubicBezTo>
                    <a:pt x="22" y="71"/>
                    <a:pt x="22" y="73"/>
                    <a:pt x="23" y="75"/>
                  </a:cubicBezTo>
                  <a:cubicBezTo>
                    <a:pt x="24" y="78"/>
                    <a:pt x="28" y="80"/>
                    <a:pt x="33" y="80"/>
                  </a:cubicBezTo>
                  <a:cubicBezTo>
                    <a:pt x="36" y="77"/>
                    <a:pt x="41" y="71"/>
                    <a:pt x="39" y="64"/>
                  </a:cubicBezTo>
                  <a:cubicBezTo>
                    <a:pt x="38" y="63"/>
                    <a:pt x="37" y="62"/>
                    <a:pt x="35" y="62"/>
                  </a:cubicBezTo>
                  <a:cubicBezTo>
                    <a:pt x="36" y="62"/>
                    <a:pt x="36" y="62"/>
                    <a:pt x="36" y="62"/>
                  </a:cubicBezTo>
                  <a:cubicBezTo>
                    <a:pt x="38" y="64"/>
                    <a:pt x="39" y="69"/>
                    <a:pt x="38" y="73"/>
                  </a:cubicBezTo>
                  <a:cubicBezTo>
                    <a:pt x="36" y="77"/>
                    <a:pt x="34" y="79"/>
                    <a:pt x="30" y="79"/>
                  </a:cubicBezTo>
                  <a:cubicBezTo>
                    <a:pt x="30" y="79"/>
                    <a:pt x="30" y="79"/>
                    <a:pt x="30" y="79"/>
                  </a:cubicBezTo>
                  <a:cubicBezTo>
                    <a:pt x="30" y="79"/>
                    <a:pt x="30" y="79"/>
                    <a:pt x="29" y="79"/>
                  </a:cubicBezTo>
                  <a:cubicBezTo>
                    <a:pt x="28" y="78"/>
                    <a:pt x="28" y="78"/>
                    <a:pt x="28" y="78"/>
                  </a:cubicBezTo>
                  <a:cubicBezTo>
                    <a:pt x="29" y="78"/>
                    <a:pt x="29" y="78"/>
                    <a:pt x="29" y="78"/>
                  </a:cubicBezTo>
                  <a:cubicBezTo>
                    <a:pt x="29" y="76"/>
                    <a:pt x="30" y="75"/>
                    <a:pt x="31" y="74"/>
                  </a:cubicBezTo>
                  <a:cubicBezTo>
                    <a:pt x="33" y="71"/>
                    <a:pt x="35" y="68"/>
                    <a:pt x="34" y="62"/>
                  </a:cubicBezTo>
                  <a:cubicBezTo>
                    <a:pt x="34" y="61"/>
                    <a:pt x="34" y="61"/>
                    <a:pt x="34" y="61"/>
                  </a:cubicBezTo>
                  <a:cubicBezTo>
                    <a:pt x="33" y="61"/>
                    <a:pt x="31" y="60"/>
                    <a:pt x="30" y="58"/>
                  </a:cubicBezTo>
                  <a:cubicBezTo>
                    <a:pt x="30" y="58"/>
                    <a:pt x="30" y="58"/>
                    <a:pt x="30" y="58"/>
                  </a:cubicBezTo>
                  <a:cubicBezTo>
                    <a:pt x="30" y="58"/>
                    <a:pt x="30" y="58"/>
                    <a:pt x="30" y="58"/>
                  </a:cubicBezTo>
                  <a:cubicBezTo>
                    <a:pt x="38" y="39"/>
                    <a:pt x="34" y="10"/>
                    <a:pt x="18" y="2"/>
                  </a:cubicBezTo>
                  <a:cubicBezTo>
                    <a:pt x="18" y="5"/>
                    <a:pt x="20" y="8"/>
                    <a:pt x="23" y="11"/>
                  </a:cubicBezTo>
                  <a:cubicBezTo>
                    <a:pt x="26" y="14"/>
                    <a:pt x="29" y="18"/>
                    <a:pt x="30" y="24"/>
                  </a:cubicBezTo>
                  <a:cubicBezTo>
                    <a:pt x="30" y="26"/>
                    <a:pt x="30" y="28"/>
                    <a:pt x="30" y="30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35" y="38"/>
                    <a:pt x="33" y="44"/>
                    <a:pt x="31" y="49"/>
                  </a:cubicBezTo>
                  <a:cubicBezTo>
                    <a:pt x="30" y="52"/>
                    <a:pt x="29" y="55"/>
                    <a:pt x="29" y="58"/>
                  </a:cubicBezTo>
                  <a:cubicBezTo>
                    <a:pt x="29" y="61"/>
                    <a:pt x="29" y="61"/>
                    <a:pt x="29" y="61"/>
                  </a:cubicBezTo>
                  <a:cubicBezTo>
                    <a:pt x="27" y="58"/>
                    <a:pt x="27" y="58"/>
                    <a:pt x="27" y="58"/>
                  </a:cubicBezTo>
                  <a:cubicBezTo>
                    <a:pt x="25" y="53"/>
                    <a:pt x="26" y="49"/>
                    <a:pt x="28" y="44"/>
                  </a:cubicBezTo>
                  <a:cubicBezTo>
                    <a:pt x="29" y="40"/>
                    <a:pt x="31" y="36"/>
                    <a:pt x="30" y="32"/>
                  </a:cubicBezTo>
                  <a:cubicBezTo>
                    <a:pt x="30" y="32"/>
                    <a:pt x="30" y="32"/>
                    <a:pt x="30" y="32"/>
                  </a:cubicBezTo>
                  <a:cubicBezTo>
                    <a:pt x="30" y="35"/>
                    <a:pt x="29" y="38"/>
                    <a:pt x="28" y="42"/>
                  </a:cubicBezTo>
                  <a:cubicBezTo>
                    <a:pt x="26" y="47"/>
                    <a:pt x="24" y="53"/>
                    <a:pt x="24" y="59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4" y="60"/>
                    <a:pt x="24" y="60"/>
                    <a:pt x="24" y="60"/>
                  </a:cubicBezTo>
                  <a:cubicBezTo>
                    <a:pt x="23" y="61"/>
                    <a:pt x="22" y="61"/>
                    <a:pt x="21" y="61"/>
                  </a:cubicBezTo>
                  <a:cubicBezTo>
                    <a:pt x="21" y="61"/>
                    <a:pt x="21" y="61"/>
                    <a:pt x="21" y="61"/>
                  </a:cubicBezTo>
                  <a:cubicBezTo>
                    <a:pt x="20" y="61"/>
                    <a:pt x="20" y="61"/>
                    <a:pt x="19" y="62"/>
                  </a:cubicBezTo>
                  <a:cubicBezTo>
                    <a:pt x="18" y="69"/>
                    <a:pt x="14" y="74"/>
                    <a:pt x="11" y="79"/>
                  </a:cubicBezTo>
                  <a:cubicBezTo>
                    <a:pt x="10" y="82"/>
                    <a:pt x="8" y="84"/>
                    <a:pt x="7" y="86"/>
                  </a:cubicBezTo>
                  <a:close/>
                  <a:moveTo>
                    <a:pt x="85" y="136"/>
                  </a:moveTo>
                  <a:cubicBezTo>
                    <a:pt x="86" y="136"/>
                    <a:pt x="87" y="137"/>
                    <a:pt x="89" y="137"/>
                  </a:cubicBezTo>
                  <a:cubicBezTo>
                    <a:pt x="93" y="137"/>
                    <a:pt x="97" y="135"/>
                    <a:pt x="101" y="133"/>
                  </a:cubicBezTo>
                  <a:cubicBezTo>
                    <a:pt x="105" y="132"/>
                    <a:pt x="108" y="131"/>
                    <a:pt x="110" y="131"/>
                  </a:cubicBezTo>
                  <a:cubicBezTo>
                    <a:pt x="111" y="131"/>
                    <a:pt x="111" y="131"/>
                    <a:pt x="111" y="131"/>
                  </a:cubicBezTo>
                  <a:cubicBezTo>
                    <a:pt x="113" y="129"/>
                    <a:pt x="116" y="127"/>
                    <a:pt x="118" y="126"/>
                  </a:cubicBezTo>
                  <a:cubicBezTo>
                    <a:pt x="120" y="125"/>
                    <a:pt x="122" y="125"/>
                    <a:pt x="123" y="124"/>
                  </a:cubicBezTo>
                  <a:cubicBezTo>
                    <a:pt x="122" y="124"/>
                    <a:pt x="122" y="123"/>
                    <a:pt x="121" y="123"/>
                  </a:cubicBezTo>
                  <a:cubicBezTo>
                    <a:pt x="117" y="123"/>
                    <a:pt x="111" y="126"/>
                    <a:pt x="106" y="129"/>
                  </a:cubicBezTo>
                  <a:cubicBezTo>
                    <a:pt x="99" y="132"/>
                    <a:pt x="92" y="136"/>
                    <a:pt x="85" y="136"/>
                  </a:cubicBezTo>
                  <a:close/>
                  <a:moveTo>
                    <a:pt x="64" y="126"/>
                  </a:moveTo>
                  <a:cubicBezTo>
                    <a:pt x="65" y="126"/>
                    <a:pt x="66" y="126"/>
                    <a:pt x="67" y="127"/>
                  </a:cubicBezTo>
                  <a:cubicBezTo>
                    <a:pt x="68" y="128"/>
                    <a:pt x="69" y="128"/>
                    <a:pt x="70" y="128"/>
                  </a:cubicBezTo>
                  <a:cubicBezTo>
                    <a:pt x="70" y="128"/>
                    <a:pt x="70" y="128"/>
                    <a:pt x="70" y="128"/>
                  </a:cubicBezTo>
                  <a:cubicBezTo>
                    <a:pt x="70" y="128"/>
                    <a:pt x="71" y="128"/>
                    <a:pt x="71" y="127"/>
                  </a:cubicBezTo>
                  <a:cubicBezTo>
                    <a:pt x="72" y="125"/>
                    <a:pt x="75" y="121"/>
                    <a:pt x="74" y="118"/>
                  </a:cubicBezTo>
                  <a:cubicBezTo>
                    <a:pt x="74" y="117"/>
                    <a:pt x="73" y="116"/>
                    <a:pt x="72" y="115"/>
                  </a:cubicBezTo>
                  <a:cubicBezTo>
                    <a:pt x="70" y="114"/>
                    <a:pt x="70" y="114"/>
                    <a:pt x="70" y="114"/>
                  </a:cubicBezTo>
                  <a:cubicBezTo>
                    <a:pt x="70" y="114"/>
                    <a:pt x="70" y="114"/>
                    <a:pt x="70" y="114"/>
                  </a:cubicBezTo>
                  <a:cubicBezTo>
                    <a:pt x="70" y="116"/>
                    <a:pt x="67" y="118"/>
                    <a:pt x="64" y="118"/>
                  </a:cubicBezTo>
                  <a:cubicBezTo>
                    <a:pt x="64" y="118"/>
                    <a:pt x="64" y="118"/>
                    <a:pt x="64" y="118"/>
                  </a:cubicBezTo>
                  <a:lnTo>
                    <a:pt x="64" y="126"/>
                  </a:lnTo>
                  <a:close/>
                  <a:moveTo>
                    <a:pt x="75" y="116"/>
                  </a:moveTo>
                  <a:cubicBezTo>
                    <a:pt x="75" y="117"/>
                    <a:pt x="75" y="117"/>
                    <a:pt x="75" y="118"/>
                  </a:cubicBezTo>
                  <a:cubicBezTo>
                    <a:pt x="76" y="121"/>
                    <a:pt x="74" y="125"/>
                    <a:pt x="72" y="128"/>
                  </a:cubicBezTo>
                  <a:cubicBezTo>
                    <a:pt x="75" y="126"/>
                    <a:pt x="77" y="121"/>
                    <a:pt x="77" y="118"/>
                  </a:cubicBezTo>
                  <a:cubicBezTo>
                    <a:pt x="76" y="118"/>
                    <a:pt x="76" y="117"/>
                    <a:pt x="75" y="116"/>
                  </a:cubicBezTo>
                  <a:close/>
                  <a:moveTo>
                    <a:pt x="70" y="114"/>
                  </a:moveTo>
                  <a:cubicBezTo>
                    <a:pt x="72" y="114"/>
                    <a:pt x="72" y="114"/>
                    <a:pt x="72" y="114"/>
                  </a:cubicBezTo>
                  <a:cubicBezTo>
                    <a:pt x="76" y="115"/>
                    <a:pt x="78" y="117"/>
                    <a:pt x="78" y="118"/>
                  </a:cubicBezTo>
                  <a:cubicBezTo>
                    <a:pt x="79" y="121"/>
                    <a:pt x="77" y="125"/>
                    <a:pt x="74" y="128"/>
                  </a:cubicBezTo>
                  <a:cubicBezTo>
                    <a:pt x="79" y="126"/>
                    <a:pt x="79" y="122"/>
                    <a:pt x="79" y="120"/>
                  </a:cubicBezTo>
                  <a:cubicBezTo>
                    <a:pt x="79" y="116"/>
                    <a:pt x="76" y="110"/>
                    <a:pt x="72" y="110"/>
                  </a:cubicBezTo>
                  <a:cubicBezTo>
                    <a:pt x="71" y="110"/>
                    <a:pt x="69" y="111"/>
                    <a:pt x="68" y="113"/>
                  </a:cubicBezTo>
                  <a:cubicBezTo>
                    <a:pt x="69" y="113"/>
                    <a:pt x="69" y="113"/>
                    <a:pt x="70" y="114"/>
                  </a:cubicBezTo>
                  <a:close/>
                  <a:moveTo>
                    <a:pt x="122" y="122"/>
                  </a:moveTo>
                  <a:cubicBezTo>
                    <a:pt x="123" y="122"/>
                    <a:pt x="124" y="122"/>
                    <a:pt x="125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5" y="124"/>
                    <a:pt x="124" y="125"/>
                    <a:pt x="123" y="125"/>
                  </a:cubicBezTo>
                  <a:cubicBezTo>
                    <a:pt x="127" y="124"/>
                    <a:pt x="131" y="123"/>
                    <a:pt x="136" y="123"/>
                  </a:cubicBezTo>
                  <a:cubicBezTo>
                    <a:pt x="139" y="123"/>
                    <a:pt x="141" y="123"/>
                    <a:pt x="143" y="124"/>
                  </a:cubicBezTo>
                  <a:cubicBezTo>
                    <a:pt x="140" y="122"/>
                    <a:pt x="136" y="121"/>
                    <a:pt x="131" y="121"/>
                  </a:cubicBezTo>
                  <a:cubicBezTo>
                    <a:pt x="128" y="121"/>
                    <a:pt x="125" y="121"/>
                    <a:pt x="122" y="122"/>
                  </a:cubicBezTo>
                  <a:close/>
                  <a:moveTo>
                    <a:pt x="72" y="109"/>
                  </a:moveTo>
                  <a:cubicBezTo>
                    <a:pt x="77" y="109"/>
                    <a:pt x="81" y="115"/>
                    <a:pt x="81" y="120"/>
                  </a:cubicBezTo>
                  <a:cubicBezTo>
                    <a:pt x="81" y="121"/>
                    <a:pt x="81" y="122"/>
                    <a:pt x="81" y="123"/>
                  </a:cubicBezTo>
                  <a:cubicBezTo>
                    <a:pt x="82" y="121"/>
                    <a:pt x="82" y="118"/>
                    <a:pt x="81" y="114"/>
                  </a:cubicBezTo>
                  <a:cubicBezTo>
                    <a:pt x="79" y="110"/>
                    <a:pt x="75" y="108"/>
                    <a:pt x="71" y="109"/>
                  </a:cubicBezTo>
                  <a:cubicBezTo>
                    <a:pt x="72" y="109"/>
                    <a:pt x="72" y="109"/>
                    <a:pt x="72" y="109"/>
                  </a:cubicBezTo>
                  <a:close/>
                  <a:moveTo>
                    <a:pt x="36" y="65"/>
                  </a:moveTo>
                  <a:cubicBezTo>
                    <a:pt x="36" y="69"/>
                    <a:pt x="34" y="72"/>
                    <a:pt x="32" y="74"/>
                  </a:cubicBezTo>
                  <a:cubicBezTo>
                    <a:pt x="32" y="75"/>
                    <a:pt x="31" y="76"/>
                    <a:pt x="31" y="77"/>
                  </a:cubicBezTo>
                  <a:cubicBezTo>
                    <a:pt x="34" y="77"/>
                    <a:pt x="36" y="74"/>
                    <a:pt x="36" y="73"/>
                  </a:cubicBezTo>
                  <a:cubicBezTo>
                    <a:pt x="37" y="70"/>
                    <a:pt x="37" y="67"/>
                    <a:pt x="36" y="65"/>
                  </a:cubicBezTo>
                  <a:close/>
                  <a:moveTo>
                    <a:pt x="28" y="63"/>
                  </a:moveTo>
                  <a:cubicBezTo>
                    <a:pt x="27" y="65"/>
                    <a:pt x="27" y="69"/>
                    <a:pt x="27" y="72"/>
                  </a:cubicBezTo>
                  <a:cubicBezTo>
                    <a:pt x="27" y="73"/>
                    <a:pt x="28" y="73"/>
                    <a:pt x="28" y="74"/>
                  </a:cubicBezTo>
                  <a:cubicBezTo>
                    <a:pt x="30" y="71"/>
                    <a:pt x="32" y="67"/>
                    <a:pt x="31" y="65"/>
                  </a:cubicBezTo>
                  <a:cubicBezTo>
                    <a:pt x="30" y="64"/>
                    <a:pt x="30" y="63"/>
                    <a:pt x="28" y="63"/>
                  </a:cubicBezTo>
                  <a:close/>
                  <a:moveTo>
                    <a:pt x="32" y="36"/>
                  </a:moveTo>
                  <a:cubicBezTo>
                    <a:pt x="31" y="39"/>
                    <a:pt x="30" y="42"/>
                    <a:pt x="29" y="44"/>
                  </a:cubicBezTo>
                  <a:cubicBezTo>
                    <a:pt x="28" y="48"/>
                    <a:pt x="27" y="51"/>
                    <a:pt x="28" y="55"/>
                  </a:cubicBezTo>
                  <a:cubicBezTo>
                    <a:pt x="28" y="53"/>
                    <a:pt x="29" y="51"/>
                    <a:pt x="29" y="49"/>
                  </a:cubicBezTo>
                  <a:cubicBezTo>
                    <a:pt x="31" y="45"/>
                    <a:pt x="32" y="41"/>
                    <a:pt x="32" y="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59" name="Freeform 47"/>
            <p:cNvSpPr>
              <a:spLocks noEditPoints="1"/>
            </p:cNvSpPr>
            <p:nvPr/>
          </p:nvSpPr>
          <p:spPr bwMode="auto">
            <a:xfrm>
              <a:off x="895350" y="3316288"/>
              <a:ext cx="363538" cy="328613"/>
            </a:xfrm>
            <a:custGeom>
              <a:avLst/>
              <a:gdLst>
                <a:gd name="T0" fmla="*/ 50 w 161"/>
                <a:gd name="T1" fmla="*/ 8 h 146"/>
                <a:gd name="T2" fmla="*/ 60 w 161"/>
                <a:gd name="T3" fmla="*/ 25 h 146"/>
                <a:gd name="T4" fmla="*/ 54 w 161"/>
                <a:gd name="T5" fmla="*/ 17 h 146"/>
                <a:gd name="T6" fmla="*/ 63 w 161"/>
                <a:gd name="T7" fmla="*/ 34 h 146"/>
                <a:gd name="T8" fmla="*/ 49 w 161"/>
                <a:gd name="T9" fmla="*/ 37 h 146"/>
                <a:gd name="T10" fmla="*/ 41 w 161"/>
                <a:gd name="T11" fmla="*/ 13 h 146"/>
                <a:gd name="T12" fmla="*/ 16 w 161"/>
                <a:gd name="T13" fmla="*/ 62 h 146"/>
                <a:gd name="T14" fmla="*/ 34 w 161"/>
                <a:gd name="T15" fmla="*/ 92 h 146"/>
                <a:gd name="T16" fmla="*/ 27 w 161"/>
                <a:gd name="T17" fmla="*/ 146 h 146"/>
                <a:gd name="T18" fmla="*/ 33 w 161"/>
                <a:gd name="T19" fmla="*/ 104 h 146"/>
                <a:gd name="T20" fmla="*/ 26 w 161"/>
                <a:gd name="T21" fmla="*/ 102 h 146"/>
                <a:gd name="T22" fmla="*/ 30 w 161"/>
                <a:gd name="T23" fmla="*/ 101 h 146"/>
                <a:gd name="T24" fmla="*/ 4 w 161"/>
                <a:gd name="T25" fmla="*/ 60 h 146"/>
                <a:gd name="T26" fmla="*/ 41 w 161"/>
                <a:gd name="T27" fmla="*/ 10 h 146"/>
                <a:gd name="T28" fmla="*/ 51 w 161"/>
                <a:gd name="T29" fmla="*/ 4 h 146"/>
                <a:gd name="T30" fmla="*/ 145 w 161"/>
                <a:gd name="T31" fmla="*/ 13 h 146"/>
                <a:gd name="T32" fmla="*/ 142 w 161"/>
                <a:gd name="T33" fmla="*/ 0 h 146"/>
                <a:gd name="T34" fmla="*/ 141 w 161"/>
                <a:gd name="T35" fmla="*/ 33 h 146"/>
                <a:gd name="T36" fmla="*/ 50 w 161"/>
                <a:gd name="T37" fmla="*/ 8 h 146"/>
                <a:gd name="T38" fmla="*/ 137 w 161"/>
                <a:gd name="T39" fmla="*/ 31 h 146"/>
                <a:gd name="T40" fmla="*/ 148 w 161"/>
                <a:gd name="T41" fmla="*/ 16 h 146"/>
                <a:gd name="T42" fmla="*/ 70 w 161"/>
                <a:gd name="T43" fmla="*/ 8 h 146"/>
                <a:gd name="T44" fmla="*/ 137 w 161"/>
                <a:gd name="T45" fmla="*/ 31 h 146"/>
                <a:gd name="T46" fmla="*/ 26 w 161"/>
                <a:gd name="T47" fmla="*/ 84 h 146"/>
                <a:gd name="T48" fmla="*/ 22 w 161"/>
                <a:gd name="T49" fmla="*/ 16 h 146"/>
                <a:gd name="T50" fmla="*/ 26 w 161"/>
                <a:gd name="T51" fmla="*/ 84 h 146"/>
                <a:gd name="T52" fmla="*/ 57 w 161"/>
                <a:gd name="T53" fmla="*/ 28 h 146"/>
                <a:gd name="T54" fmla="*/ 46 w 161"/>
                <a:gd name="T55" fmla="*/ 16 h 146"/>
                <a:gd name="T56" fmla="*/ 57 w 161"/>
                <a:gd name="T57" fmla="*/ 28 h 146"/>
                <a:gd name="T58" fmla="*/ 57 w 161"/>
                <a:gd name="T59" fmla="*/ 31 h 146"/>
                <a:gd name="T60" fmla="*/ 46 w 161"/>
                <a:gd name="T61" fmla="*/ 28 h 146"/>
                <a:gd name="T62" fmla="*/ 57 w 161"/>
                <a:gd name="T63" fmla="*/ 31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1" h="146">
                  <a:moveTo>
                    <a:pt x="50" y="8"/>
                  </a:moveTo>
                  <a:cubicBezTo>
                    <a:pt x="55" y="14"/>
                    <a:pt x="53" y="20"/>
                    <a:pt x="60" y="25"/>
                  </a:cubicBezTo>
                  <a:cubicBezTo>
                    <a:pt x="62" y="23"/>
                    <a:pt x="58" y="18"/>
                    <a:pt x="54" y="17"/>
                  </a:cubicBezTo>
                  <a:cubicBezTo>
                    <a:pt x="64" y="13"/>
                    <a:pt x="65" y="25"/>
                    <a:pt x="63" y="34"/>
                  </a:cubicBezTo>
                  <a:cubicBezTo>
                    <a:pt x="59" y="36"/>
                    <a:pt x="55" y="37"/>
                    <a:pt x="49" y="37"/>
                  </a:cubicBezTo>
                  <a:cubicBezTo>
                    <a:pt x="43" y="31"/>
                    <a:pt x="43" y="19"/>
                    <a:pt x="41" y="13"/>
                  </a:cubicBezTo>
                  <a:cubicBezTo>
                    <a:pt x="14" y="14"/>
                    <a:pt x="9" y="41"/>
                    <a:pt x="16" y="62"/>
                  </a:cubicBezTo>
                  <a:cubicBezTo>
                    <a:pt x="19" y="72"/>
                    <a:pt x="30" y="81"/>
                    <a:pt x="34" y="92"/>
                  </a:cubicBezTo>
                  <a:cubicBezTo>
                    <a:pt x="41" y="111"/>
                    <a:pt x="38" y="129"/>
                    <a:pt x="27" y="146"/>
                  </a:cubicBezTo>
                  <a:cubicBezTo>
                    <a:pt x="28" y="137"/>
                    <a:pt x="39" y="121"/>
                    <a:pt x="33" y="104"/>
                  </a:cubicBezTo>
                  <a:cubicBezTo>
                    <a:pt x="31" y="102"/>
                    <a:pt x="29" y="102"/>
                    <a:pt x="26" y="102"/>
                  </a:cubicBezTo>
                  <a:cubicBezTo>
                    <a:pt x="26" y="100"/>
                    <a:pt x="28" y="101"/>
                    <a:pt x="30" y="101"/>
                  </a:cubicBezTo>
                  <a:cubicBezTo>
                    <a:pt x="28" y="89"/>
                    <a:pt x="7" y="79"/>
                    <a:pt x="4" y="60"/>
                  </a:cubicBezTo>
                  <a:cubicBezTo>
                    <a:pt x="1" y="34"/>
                    <a:pt x="12" y="6"/>
                    <a:pt x="41" y="10"/>
                  </a:cubicBezTo>
                  <a:cubicBezTo>
                    <a:pt x="45" y="9"/>
                    <a:pt x="47" y="5"/>
                    <a:pt x="51" y="4"/>
                  </a:cubicBezTo>
                  <a:cubicBezTo>
                    <a:pt x="86" y="1"/>
                    <a:pt x="128" y="46"/>
                    <a:pt x="145" y="13"/>
                  </a:cubicBezTo>
                  <a:cubicBezTo>
                    <a:pt x="146" y="6"/>
                    <a:pt x="144" y="3"/>
                    <a:pt x="142" y="0"/>
                  </a:cubicBezTo>
                  <a:cubicBezTo>
                    <a:pt x="161" y="2"/>
                    <a:pt x="149" y="29"/>
                    <a:pt x="141" y="33"/>
                  </a:cubicBezTo>
                  <a:cubicBezTo>
                    <a:pt x="111" y="47"/>
                    <a:pt x="71" y="4"/>
                    <a:pt x="50" y="8"/>
                  </a:cubicBezTo>
                  <a:close/>
                  <a:moveTo>
                    <a:pt x="137" y="31"/>
                  </a:moveTo>
                  <a:cubicBezTo>
                    <a:pt x="142" y="29"/>
                    <a:pt x="151" y="17"/>
                    <a:pt x="148" y="16"/>
                  </a:cubicBezTo>
                  <a:cubicBezTo>
                    <a:pt x="130" y="43"/>
                    <a:pt x="93" y="14"/>
                    <a:pt x="70" y="8"/>
                  </a:cubicBezTo>
                  <a:cubicBezTo>
                    <a:pt x="87" y="21"/>
                    <a:pt x="105" y="33"/>
                    <a:pt x="137" y="31"/>
                  </a:cubicBezTo>
                  <a:close/>
                  <a:moveTo>
                    <a:pt x="26" y="84"/>
                  </a:moveTo>
                  <a:cubicBezTo>
                    <a:pt x="10" y="71"/>
                    <a:pt x="7" y="27"/>
                    <a:pt x="22" y="16"/>
                  </a:cubicBezTo>
                  <a:cubicBezTo>
                    <a:pt x="0" y="29"/>
                    <a:pt x="5" y="78"/>
                    <a:pt x="26" y="84"/>
                  </a:cubicBezTo>
                  <a:close/>
                  <a:moveTo>
                    <a:pt x="57" y="28"/>
                  </a:moveTo>
                  <a:cubicBezTo>
                    <a:pt x="55" y="22"/>
                    <a:pt x="53" y="16"/>
                    <a:pt x="46" y="16"/>
                  </a:cubicBezTo>
                  <a:cubicBezTo>
                    <a:pt x="46" y="23"/>
                    <a:pt x="50" y="27"/>
                    <a:pt x="57" y="28"/>
                  </a:cubicBezTo>
                  <a:close/>
                  <a:moveTo>
                    <a:pt x="57" y="31"/>
                  </a:moveTo>
                  <a:cubicBezTo>
                    <a:pt x="51" y="33"/>
                    <a:pt x="49" y="24"/>
                    <a:pt x="46" y="28"/>
                  </a:cubicBezTo>
                  <a:cubicBezTo>
                    <a:pt x="47" y="31"/>
                    <a:pt x="56" y="40"/>
                    <a:pt x="57" y="3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60" name="Freeform 48"/>
            <p:cNvSpPr>
              <a:spLocks noEditPoints="1"/>
            </p:cNvSpPr>
            <p:nvPr/>
          </p:nvSpPr>
          <p:spPr bwMode="auto">
            <a:xfrm>
              <a:off x="903288" y="3313113"/>
              <a:ext cx="336550" cy="338138"/>
            </a:xfrm>
            <a:custGeom>
              <a:avLst/>
              <a:gdLst>
                <a:gd name="T0" fmla="*/ 81 w 150"/>
                <a:gd name="T1" fmla="*/ 22 h 150"/>
                <a:gd name="T2" fmla="*/ 52 w 150"/>
                <a:gd name="T3" fmla="*/ 17 h 150"/>
                <a:gd name="T4" fmla="*/ 60 w 150"/>
                <a:gd name="T5" fmla="*/ 35 h 150"/>
                <a:gd name="T6" fmla="*/ 45 w 150"/>
                <a:gd name="T7" fmla="*/ 39 h 150"/>
                <a:gd name="T8" fmla="*/ 39 w 150"/>
                <a:gd name="T9" fmla="*/ 20 h 150"/>
                <a:gd name="T10" fmla="*/ 14 w 150"/>
                <a:gd name="T11" fmla="*/ 63 h 150"/>
                <a:gd name="T12" fmla="*/ 25 w 150"/>
                <a:gd name="T13" fmla="*/ 148 h 150"/>
                <a:gd name="T14" fmla="*/ 26 w 150"/>
                <a:gd name="T15" fmla="*/ 137 h 150"/>
                <a:gd name="T16" fmla="*/ 23 w 150"/>
                <a:gd name="T17" fmla="*/ 104 h 150"/>
                <a:gd name="T18" fmla="*/ 26 w 150"/>
                <a:gd name="T19" fmla="*/ 101 h 150"/>
                <a:gd name="T20" fmla="*/ 1 w 150"/>
                <a:gd name="T21" fmla="*/ 61 h 150"/>
                <a:gd name="T22" fmla="*/ 38 w 150"/>
                <a:gd name="T23" fmla="*/ 10 h 150"/>
                <a:gd name="T24" fmla="*/ 91 w 150"/>
                <a:gd name="T25" fmla="*/ 16 h 150"/>
                <a:gd name="T26" fmla="*/ 139 w 150"/>
                <a:gd name="T27" fmla="*/ 2 h 150"/>
                <a:gd name="T28" fmla="*/ 150 w 150"/>
                <a:gd name="T29" fmla="*/ 12 h 150"/>
                <a:gd name="T30" fmla="*/ 82 w 150"/>
                <a:gd name="T31" fmla="*/ 20 h 150"/>
                <a:gd name="T32" fmla="*/ 141 w 150"/>
                <a:gd name="T33" fmla="*/ 2 h 150"/>
                <a:gd name="T34" fmla="*/ 143 w 150"/>
                <a:gd name="T35" fmla="*/ 14 h 150"/>
                <a:gd name="T36" fmla="*/ 44 w 150"/>
                <a:gd name="T37" fmla="*/ 9 h 150"/>
                <a:gd name="T38" fmla="*/ 38 w 150"/>
                <a:gd name="T39" fmla="*/ 12 h 150"/>
                <a:gd name="T40" fmla="*/ 2 w 150"/>
                <a:gd name="T41" fmla="*/ 60 h 150"/>
                <a:gd name="T42" fmla="*/ 28 w 150"/>
                <a:gd name="T43" fmla="*/ 102 h 150"/>
                <a:gd name="T44" fmla="*/ 30 w 150"/>
                <a:gd name="T45" fmla="*/ 104 h 150"/>
                <a:gd name="T46" fmla="*/ 32 w 150"/>
                <a:gd name="T47" fmla="*/ 116 h 150"/>
                <a:gd name="T48" fmla="*/ 31 w 150"/>
                <a:gd name="T49" fmla="*/ 93 h 150"/>
                <a:gd name="T50" fmla="*/ 11 w 150"/>
                <a:gd name="T51" fmla="*/ 61 h 150"/>
                <a:gd name="T52" fmla="*/ 23 w 150"/>
                <a:gd name="T53" fmla="*/ 85 h 150"/>
                <a:gd name="T54" fmla="*/ 19 w 150"/>
                <a:gd name="T55" fmla="*/ 17 h 150"/>
                <a:gd name="T56" fmla="*/ 39 w 150"/>
                <a:gd name="T57" fmla="*/ 13 h 150"/>
                <a:gd name="T58" fmla="*/ 42 w 150"/>
                <a:gd name="T59" fmla="*/ 29 h 150"/>
                <a:gd name="T60" fmla="*/ 48 w 150"/>
                <a:gd name="T61" fmla="*/ 29 h 150"/>
                <a:gd name="T62" fmla="*/ 55 w 150"/>
                <a:gd name="T63" fmla="*/ 32 h 150"/>
                <a:gd name="T64" fmla="*/ 42 w 150"/>
                <a:gd name="T65" fmla="*/ 30 h 150"/>
                <a:gd name="T66" fmla="*/ 60 w 150"/>
                <a:gd name="T67" fmla="*/ 27 h 150"/>
                <a:gd name="T68" fmla="*/ 58 w 150"/>
                <a:gd name="T69" fmla="*/ 25 h 150"/>
                <a:gd name="T70" fmla="*/ 56 w 150"/>
                <a:gd name="T71" fmla="*/ 27 h 150"/>
                <a:gd name="T72" fmla="*/ 50 w 150"/>
                <a:gd name="T73" fmla="*/ 18 h 150"/>
                <a:gd name="T74" fmla="*/ 45 w 150"/>
                <a:gd name="T75" fmla="*/ 9 h 150"/>
                <a:gd name="T76" fmla="*/ 57 w 150"/>
                <a:gd name="T77" fmla="*/ 25 h 150"/>
                <a:gd name="T78" fmla="*/ 53 w 150"/>
                <a:gd name="T79" fmla="*/ 33 h 150"/>
                <a:gd name="T80" fmla="*/ 44 w 150"/>
                <a:gd name="T81" fmla="*/ 29 h 150"/>
                <a:gd name="T82" fmla="*/ 8 w 150"/>
                <a:gd name="T83" fmla="*/ 46 h 150"/>
                <a:gd name="T84" fmla="*/ 146 w 150"/>
                <a:gd name="T85" fmla="*/ 18 h 150"/>
                <a:gd name="T86" fmla="*/ 134 w 150"/>
                <a:gd name="T87" fmla="*/ 33 h 150"/>
                <a:gd name="T88" fmla="*/ 67 w 150"/>
                <a:gd name="T89" fmla="*/ 9 h 150"/>
                <a:gd name="T90" fmla="*/ 145 w 150"/>
                <a:gd name="T91" fmla="*/ 16 h 150"/>
                <a:gd name="T92" fmla="*/ 133 w 150"/>
                <a:gd name="T93" fmla="*/ 31 h 150"/>
                <a:gd name="T94" fmla="*/ 71 w 150"/>
                <a:gd name="T95" fmla="*/ 11 h 150"/>
                <a:gd name="T96" fmla="*/ 54 w 150"/>
                <a:gd name="T97" fmla="*/ 30 h 150"/>
                <a:gd name="T98" fmla="*/ 43 w 150"/>
                <a:gd name="T99" fmla="*/ 16 h 150"/>
                <a:gd name="T100" fmla="*/ 43 w 150"/>
                <a:gd name="T101" fmla="*/ 17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50" h="150">
                  <a:moveTo>
                    <a:pt x="150" y="12"/>
                  </a:moveTo>
                  <a:cubicBezTo>
                    <a:pt x="150" y="20"/>
                    <a:pt x="143" y="32"/>
                    <a:pt x="138" y="34"/>
                  </a:cubicBezTo>
                  <a:cubicBezTo>
                    <a:pt x="120" y="43"/>
                    <a:pt x="99" y="32"/>
                    <a:pt x="81" y="22"/>
                  </a:cubicBezTo>
                  <a:cubicBezTo>
                    <a:pt x="69" y="15"/>
                    <a:pt x="57" y="9"/>
                    <a:pt x="48" y="10"/>
                  </a:cubicBezTo>
                  <a:cubicBezTo>
                    <a:pt x="50" y="12"/>
                    <a:pt x="51" y="15"/>
                    <a:pt x="52" y="17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4" y="16"/>
                    <a:pt x="56" y="16"/>
                    <a:pt x="58" y="17"/>
                  </a:cubicBezTo>
                  <a:cubicBezTo>
                    <a:pt x="61" y="19"/>
                    <a:pt x="61" y="24"/>
                    <a:pt x="61" y="27"/>
                  </a:cubicBezTo>
                  <a:cubicBezTo>
                    <a:pt x="61" y="30"/>
                    <a:pt x="61" y="33"/>
                    <a:pt x="60" y="35"/>
                  </a:cubicBezTo>
                  <a:cubicBezTo>
                    <a:pt x="60" y="35"/>
                    <a:pt x="60" y="35"/>
                    <a:pt x="60" y="35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7" y="38"/>
                    <a:pt x="52" y="39"/>
                    <a:pt x="45" y="39"/>
                  </a:cubicBezTo>
                  <a:cubicBezTo>
                    <a:pt x="45" y="39"/>
                    <a:pt x="45" y="39"/>
                    <a:pt x="45" y="39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1" y="34"/>
                    <a:pt x="40" y="26"/>
                    <a:pt x="39" y="20"/>
                  </a:cubicBezTo>
                  <a:cubicBezTo>
                    <a:pt x="39" y="18"/>
                    <a:pt x="38" y="16"/>
                    <a:pt x="38" y="14"/>
                  </a:cubicBezTo>
                  <a:cubicBezTo>
                    <a:pt x="21" y="15"/>
                    <a:pt x="11" y="27"/>
                    <a:pt x="11" y="47"/>
                  </a:cubicBezTo>
                  <a:cubicBezTo>
                    <a:pt x="11" y="52"/>
                    <a:pt x="12" y="58"/>
                    <a:pt x="14" y="63"/>
                  </a:cubicBezTo>
                  <a:cubicBezTo>
                    <a:pt x="15" y="68"/>
                    <a:pt x="18" y="72"/>
                    <a:pt x="22" y="77"/>
                  </a:cubicBezTo>
                  <a:cubicBezTo>
                    <a:pt x="26" y="82"/>
                    <a:pt x="30" y="87"/>
                    <a:pt x="32" y="93"/>
                  </a:cubicBezTo>
                  <a:cubicBezTo>
                    <a:pt x="39" y="111"/>
                    <a:pt x="36" y="130"/>
                    <a:pt x="25" y="148"/>
                  </a:cubicBezTo>
                  <a:cubicBezTo>
                    <a:pt x="23" y="150"/>
                    <a:pt x="23" y="150"/>
                    <a:pt x="23" y="150"/>
                  </a:cubicBezTo>
                  <a:cubicBezTo>
                    <a:pt x="23" y="147"/>
                    <a:pt x="23" y="147"/>
                    <a:pt x="23" y="147"/>
                  </a:cubicBezTo>
                  <a:cubicBezTo>
                    <a:pt x="24" y="144"/>
                    <a:pt x="25" y="141"/>
                    <a:pt x="26" y="137"/>
                  </a:cubicBezTo>
                  <a:cubicBezTo>
                    <a:pt x="28" y="131"/>
                    <a:pt x="31" y="123"/>
                    <a:pt x="31" y="116"/>
                  </a:cubicBezTo>
                  <a:cubicBezTo>
                    <a:pt x="31" y="112"/>
                    <a:pt x="30" y="108"/>
                    <a:pt x="29" y="105"/>
                  </a:cubicBezTo>
                  <a:cubicBezTo>
                    <a:pt x="28" y="104"/>
                    <a:pt x="26" y="104"/>
                    <a:pt x="23" y="104"/>
                  </a:cubicBezTo>
                  <a:cubicBezTo>
                    <a:pt x="22" y="104"/>
                    <a:pt x="22" y="104"/>
                    <a:pt x="22" y="104"/>
                  </a:cubicBezTo>
                  <a:cubicBezTo>
                    <a:pt x="22" y="103"/>
                    <a:pt x="22" y="103"/>
                    <a:pt x="22" y="103"/>
                  </a:cubicBezTo>
                  <a:cubicBezTo>
                    <a:pt x="22" y="101"/>
                    <a:pt x="24" y="101"/>
                    <a:pt x="26" y="101"/>
                  </a:cubicBezTo>
                  <a:cubicBezTo>
                    <a:pt x="26" y="101"/>
                    <a:pt x="26" y="101"/>
                    <a:pt x="26" y="101"/>
                  </a:cubicBezTo>
                  <a:cubicBezTo>
                    <a:pt x="25" y="97"/>
                    <a:pt x="21" y="93"/>
                    <a:pt x="17" y="88"/>
                  </a:cubicBezTo>
                  <a:cubicBezTo>
                    <a:pt x="10" y="81"/>
                    <a:pt x="2" y="72"/>
                    <a:pt x="1" y="61"/>
                  </a:cubicBezTo>
                  <a:cubicBezTo>
                    <a:pt x="0" y="58"/>
                    <a:pt x="0" y="55"/>
                    <a:pt x="0" y="52"/>
                  </a:cubicBezTo>
                  <a:cubicBezTo>
                    <a:pt x="0" y="37"/>
                    <a:pt x="5" y="24"/>
                    <a:pt x="13" y="17"/>
                  </a:cubicBezTo>
                  <a:cubicBezTo>
                    <a:pt x="20" y="11"/>
                    <a:pt x="28" y="9"/>
                    <a:pt x="38" y="10"/>
                  </a:cubicBezTo>
                  <a:cubicBezTo>
                    <a:pt x="40" y="10"/>
                    <a:pt x="41" y="9"/>
                    <a:pt x="43" y="7"/>
                  </a:cubicBezTo>
                  <a:cubicBezTo>
                    <a:pt x="44" y="6"/>
                    <a:pt x="46" y="5"/>
                    <a:pt x="48" y="4"/>
                  </a:cubicBezTo>
                  <a:cubicBezTo>
                    <a:pt x="62" y="3"/>
                    <a:pt x="77" y="9"/>
                    <a:pt x="91" y="16"/>
                  </a:cubicBezTo>
                  <a:cubicBezTo>
                    <a:pt x="113" y="25"/>
                    <a:pt x="131" y="33"/>
                    <a:pt x="141" y="13"/>
                  </a:cubicBezTo>
                  <a:cubicBezTo>
                    <a:pt x="142" y="12"/>
                    <a:pt x="142" y="11"/>
                    <a:pt x="142" y="10"/>
                  </a:cubicBezTo>
                  <a:cubicBezTo>
                    <a:pt x="142" y="7"/>
                    <a:pt x="140" y="4"/>
                    <a:pt x="139" y="2"/>
                  </a:cubicBezTo>
                  <a:cubicBezTo>
                    <a:pt x="138" y="0"/>
                    <a:pt x="138" y="0"/>
                    <a:pt x="138" y="0"/>
                  </a:cubicBezTo>
                  <a:cubicBezTo>
                    <a:pt x="139" y="0"/>
                    <a:pt x="139" y="0"/>
                    <a:pt x="139" y="0"/>
                  </a:cubicBezTo>
                  <a:cubicBezTo>
                    <a:pt x="146" y="1"/>
                    <a:pt x="150" y="5"/>
                    <a:pt x="150" y="12"/>
                  </a:cubicBezTo>
                  <a:close/>
                  <a:moveTo>
                    <a:pt x="45" y="9"/>
                  </a:moveTo>
                  <a:cubicBezTo>
                    <a:pt x="47" y="9"/>
                    <a:pt x="47" y="9"/>
                    <a:pt x="47" y="9"/>
                  </a:cubicBezTo>
                  <a:cubicBezTo>
                    <a:pt x="56" y="7"/>
                    <a:pt x="68" y="13"/>
                    <a:pt x="82" y="20"/>
                  </a:cubicBezTo>
                  <a:cubicBezTo>
                    <a:pt x="100" y="30"/>
                    <a:pt x="120" y="41"/>
                    <a:pt x="138" y="33"/>
                  </a:cubicBezTo>
                  <a:cubicBezTo>
                    <a:pt x="142" y="31"/>
                    <a:pt x="148" y="20"/>
                    <a:pt x="148" y="12"/>
                  </a:cubicBezTo>
                  <a:cubicBezTo>
                    <a:pt x="148" y="8"/>
                    <a:pt x="147" y="3"/>
                    <a:pt x="141" y="2"/>
                  </a:cubicBezTo>
                  <a:cubicBezTo>
                    <a:pt x="142" y="4"/>
                    <a:pt x="143" y="7"/>
                    <a:pt x="143" y="10"/>
                  </a:cubicBezTo>
                  <a:cubicBezTo>
                    <a:pt x="143" y="11"/>
                    <a:pt x="143" y="13"/>
                    <a:pt x="143" y="14"/>
                  </a:cubicBezTo>
                  <a:cubicBezTo>
                    <a:pt x="143" y="14"/>
                    <a:pt x="143" y="14"/>
                    <a:pt x="143" y="14"/>
                  </a:cubicBezTo>
                  <a:cubicBezTo>
                    <a:pt x="132" y="35"/>
                    <a:pt x="112" y="26"/>
                    <a:pt x="91" y="17"/>
                  </a:cubicBezTo>
                  <a:cubicBezTo>
                    <a:pt x="76" y="11"/>
                    <a:pt x="62" y="5"/>
                    <a:pt x="48" y="6"/>
                  </a:cubicBezTo>
                  <a:cubicBezTo>
                    <a:pt x="46" y="6"/>
                    <a:pt x="45" y="7"/>
                    <a:pt x="44" y="9"/>
                  </a:cubicBezTo>
                  <a:cubicBezTo>
                    <a:pt x="42" y="10"/>
                    <a:pt x="41" y="11"/>
                    <a:pt x="39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29" y="10"/>
                    <a:pt x="20" y="13"/>
                    <a:pt x="14" y="18"/>
                  </a:cubicBezTo>
                  <a:cubicBezTo>
                    <a:pt x="6" y="25"/>
                    <a:pt x="2" y="37"/>
                    <a:pt x="2" y="52"/>
                  </a:cubicBezTo>
                  <a:cubicBezTo>
                    <a:pt x="2" y="55"/>
                    <a:pt x="2" y="58"/>
                    <a:pt x="2" y="60"/>
                  </a:cubicBezTo>
                  <a:cubicBezTo>
                    <a:pt x="4" y="72"/>
                    <a:pt x="11" y="80"/>
                    <a:pt x="18" y="87"/>
                  </a:cubicBezTo>
                  <a:cubicBezTo>
                    <a:pt x="23" y="92"/>
                    <a:pt x="27" y="97"/>
                    <a:pt x="28" y="102"/>
                  </a:cubicBezTo>
                  <a:cubicBezTo>
                    <a:pt x="28" y="102"/>
                    <a:pt x="28" y="102"/>
                    <a:pt x="28" y="102"/>
                  </a:cubicBezTo>
                  <a:cubicBezTo>
                    <a:pt x="27" y="102"/>
                    <a:pt x="27" y="102"/>
                    <a:pt x="27" y="102"/>
                  </a:cubicBezTo>
                  <a:cubicBezTo>
                    <a:pt x="27" y="102"/>
                    <a:pt x="27" y="102"/>
                    <a:pt x="27" y="102"/>
                  </a:cubicBezTo>
                  <a:cubicBezTo>
                    <a:pt x="28" y="103"/>
                    <a:pt x="29" y="103"/>
                    <a:pt x="30" y="104"/>
                  </a:cubicBezTo>
                  <a:cubicBezTo>
                    <a:pt x="31" y="104"/>
                    <a:pt x="31" y="104"/>
                    <a:pt x="31" y="104"/>
                  </a:cubicBezTo>
                  <a:cubicBezTo>
                    <a:pt x="31" y="104"/>
                    <a:pt x="31" y="104"/>
                    <a:pt x="31" y="104"/>
                  </a:cubicBezTo>
                  <a:cubicBezTo>
                    <a:pt x="32" y="108"/>
                    <a:pt x="32" y="112"/>
                    <a:pt x="32" y="116"/>
                  </a:cubicBezTo>
                  <a:cubicBezTo>
                    <a:pt x="32" y="124"/>
                    <a:pt x="30" y="131"/>
                    <a:pt x="28" y="138"/>
                  </a:cubicBezTo>
                  <a:cubicBezTo>
                    <a:pt x="27" y="140"/>
                    <a:pt x="26" y="141"/>
                    <a:pt x="26" y="143"/>
                  </a:cubicBezTo>
                  <a:cubicBezTo>
                    <a:pt x="35" y="127"/>
                    <a:pt x="37" y="110"/>
                    <a:pt x="31" y="93"/>
                  </a:cubicBezTo>
                  <a:cubicBezTo>
                    <a:pt x="28" y="88"/>
                    <a:pt x="25" y="83"/>
                    <a:pt x="21" y="78"/>
                  </a:cubicBezTo>
                  <a:cubicBezTo>
                    <a:pt x="17" y="73"/>
                    <a:pt x="14" y="69"/>
                    <a:pt x="12" y="64"/>
                  </a:cubicBezTo>
                  <a:cubicBezTo>
                    <a:pt x="12" y="63"/>
                    <a:pt x="12" y="62"/>
                    <a:pt x="11" y="61"/>
                  </a:cubicBezTo>
                  <a:cubicBezTo>
                    <a:pt x="13" y="71"/>
                    <a:pt x="17" y="79"/>
                    <a:pt x="23" y="84"/>
                  </a:cubicBezTo>
                  <a:cubicBezTo>
                    <a:pt x="26" y="86"/>
                    <a:pt x="26" y="86"/>
                    <a:pt x="26" y="86"/>
                  </a:cubicBezTo>
                  <a:cubicBezTo>
                    <a:pt x="23" y="85"/>
                    <a:pt x="23" y="85"/>
                    <a:pt x="23" y="85"/>
                  </a:cubicBezTo>
                  <a:cubicBezTo>
                    <a:pt x="10" y="82"/>
                    <a:pt x="4" y="64"/>
                    <a:pt x="4" y="49"/>
                  </a:cubicBezTo>
                  <a:cubicBezTo>
                    <a:pt x="4" y="34"/>
                    <a:pt x="9" y="21"/>
                    <a:pt x="18" y="16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5" y="21"/>
                    <a:pt x="12" y="28"/>
                    <a:pt x="10" y="37"/>
                  </a:cubicBezTo>
                  <a:cubicBezTo>
                    <a:pt x="13" y="22"/>
                    <a:pt x="23" y="14"/>
                    <a:pt x="38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40" y="15"/>
                    <a:pt x="40" y="18"/>
                    <a:pt x="40" y="20"/>
                  </a:cubicBezTo>
                  <a:cubicBezTo>
                    <a:pt x="41" y="23"/>
                    <a:pt x="41" y="26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3" y="28"/>
                    <a:pt x="44" y="27"/>
                    <a:pt x="44" y="27"/>
                  </a:cubicBezTo>
                  <a:cubicBezTo>
                    <a:pt x="46" y="27"/>
                    <a:pt x="47" y="28"/>
                    <a:pt x="48" y="29"/>
                  </a:cubicBezTo>
                  <a:cubicBezTo>
                    <a:pt x="50" y="31"/>
                    <a:pt x="52" y="32"/>
                    <a:pt x="54" y="31"/>
                  </a:cubicBezTo>
                  <a:cubicBezTo>
                    <a:pt x="55" y="31"/>
                    <a:pt x="55" y="31"/>
                    <a:pt x="55" y="31"/>
                  </a:cubicBezTo>
                  <a:cubicBezTo>
                    <a:pt x="55" y="32"/>
                    <a:pt x="55" y="32"/>
                    <a:pt x="55" y="32"/>
                  </a:cubicBezTo>
                  <a:cubicBezTo>
                    <a:pt x="54" y="35"/>
                    <a:pt x="53" y="36"/>
                    <a:pt x="52" y="37"/>
                  </a:cubicBezTo>
                  <a:cubicBezTo>
                    <a:pt x="48" y="38"/>
                    <a:pt x="43" y="32"/>
                    <a:pt x="42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3" y="33"/>
                    <a:pt x="44" y="35"/>
                    <a:pt x="46" y="37"/>
                  </a:cubicBezTo>
                  <a:cubicBezTo>
                    <a:pt x="52" y="38"/>
                    <a:pt x="56" y="37"/>
                    <a:pt x="59" y="35"/>
                  </a:cubicBezTo>
                  <a:cubicBezTo>
                    <a:pt x="60" y="32"/>
                    <a:pt x="60" y="30"/>
                    <a:pt x="60" y="27"/>
                  </a:cubicBezTo>
                  <a:cubicBezTo>
                    <a:pt x="60" y="23"/>
                    <a:pt x="59" y="20"/>
                    <a:pt x="57" y="18"/>
                  </a:cubicBezTo>
                  <a:cubicBezTo>
                    <a:pt x="56" y="18"/>
                    <a:pt x="55" y="18"/>
                    <a:pt x="53" y="18"/>
                  </a:cubicBezTo>
                  <a:cubicBezTo>
                    <a:pt x="56" y="19"/>
                    <a:pt x="58" y="22"/>
                    <a:pt x="58" y="25"/>
                  </a:cubicBezTo>
                  <a:cubicBezTo>
                    <a:pt x="58" y="26"/>
                    <a:pt x="58" y="26"/>
                    <a:pt x="57" y="27"/>
                  </a:cubicBezTo>
                  <a:cubicBezTo>
                    <a:pt x="57" y="27"/>
                    <a:pt x="57" y="27"/>
                    <a:pt x="57" y="27"/>
                  </a:cubicBezTo>
                  <a:cubicBezTo>
                    <a:pt x="56" y="27"/>
                    <a:pt x="56" y="27"/>
                    <a:pt x="56" y="27"/>
                  </a:cubicBezTo>
                  <a:cubicBezTo>
                    <a:pt x="53" y="24"/>
                    <a:pt x="52" y="21"/>
                    <a:pt x="51" y="19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50" y="18"/>
                    <a:pt x="50" y="18"/>
                    <a:pt x="50" y="18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49" y="15"/>
                    <a:pt x="49" y="12"/>
                    <a:pt x="46" y="10"/>
                  </a:cubicBezTo>
                  <a:lnTo>
                    <a:pt x="45" y="9"/>
                  </a:lnTo>
                  <a:close/>
                  <a:moveTo>
                    <a:pt x="57" y="25"/>
                  </a:moveTo>
                  <a:cubicBezTo>
                    <a:pt x="57" y="24"/>
                    <a:pt x="55" y="21"/>
                    <a:pt x="53" y="19"/>
                  </a:cubicBezTo>
                  <a:cubicBezTo>
                    <a:pt x="53" y="21"/>
                    <a:pt x="54" y="23"/>
                    <a:pt x="57" y="25"/>
                  </a:cubicBezTo>
                  <a:close/>
                  <a:moveTo>
                    <a:pt x="44" y="29"/>
                  </a:moveTo>
                  <a:cubicBezTo>
                    <a:pt x="45" y="32"/>
                    <a:pt x="49" y="36"/>
                    <a:pt x="51" y="35"/>
                  </a:cubicBezTo>
                  <a:cubicBezTo>
                    <a:pt x="52" y="35"/>
                    <a:pt x="53" y="34"/>
                    <a:pt x="53" y="33"/>
                  </a:cubicBezTo>
                  <a:cubicBezTo>
                    <a:pt x="51" y="33"/>
                    <a:pt x="49" y="32"/>
                    <a:pt x="47" y="30"/>
                  </a:cubicBezTo>
                  <a:cubicBezTo>
                    <a:pt x="46" y="30"/>
                    <a:pt x="45" y="29"/>
                    <a:pt x="45" y="29"/>
                  </a:cubicBezTo>
                  <a:cubicBezTo>
                    <a:pt x="44" y="29"/>
                    <a:pt x="44" y="29"/>
                    <a:pt x="44" y="29"/>
                  </a:cubicBezTo>
                  <a:close/>
                  <a:moveTo>
                    <a:pt x="5" y="49"/>
                  </a:moveTo>
                  <a:cubicBezTo>
                    <a:pt x="5" y="62"/>
                    <a:pt x="10" y="77"/>
                    <a:pt x="19" y="82"/>
                  </a:cubicBezTo>
                  <a:cubicBezTo>
                    <a:pt x="12" y="74"/>
                    <a:pt x="8" y="58"/>
                    <a:pt x="8" y="46"/>
                  </a:cubicBezTo>
                  <a:cubicBezTo>
                    <a:pt x="8" y="36"/>
                    <a:pt x="10" y="28"/>
                    <a:pt x="13" y="22"/>
                  </a:cubicBezTo>
                  <a:cubicBezTo>
                    <a:pt x="8" y="29"/>
                    <a:pt x="5" y="38"/>
                    <a:pt x="5" y="49"/>
                  </a:cubicBezTo>
                  <a:close/>
                  <a:moveTo>
                    <a:pt x="146" y="18"/>
                  </a:moveTo>
                  <a:cubicBezTo>
                    <a:pt x="146" y="18"/>
                    <a:pt x="146" y="18"/>
                    <a:pt x="146" y="18"/>
                  </a:cubicBezTo>
                  <a:cubicBezTo>
                    <a:pt x="146" y="21"/>
                    <a:pt x="139" y="31"/>
                    <a:pt x="134" y="33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03" y="35"/>
                    <a:pt x="85" y="24"/>
                    <a:pt x="66" y="10"/>
                  </a:cubicBezTo>
                  <a:cubicBezTo>
                    <a:pt x="63" y="8"/>
                    <a:pt x="63" y="8"/>
                    <a:pt x="63" y="8"/>
                  </a:cubicBezTo>
                  <a:cubicBezTo>
                    <a:pt x="67" y="9"/>
                    <a:pt x="67" y="9"/>
                    <a:pt x="67" y="9"/>
                  </a:cubicBezTo>
                  <a:cubicBezTo>
                    <a:pt x="73" y="10"/>
                    <a:pt x="80" y="13"/>
                    <a:pt x="88" y="17"/>
                  </a:cubicBezTo>
                  <a:cubicBezTo>
                    <a:pt x="108" y="26"/>
                    <a:pt x="131" y="36"/>
                    <a:pt x="144" y="16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6" y="16"/>
                    <a:pt x="146" y="16"/>
                    <a:pt x="146" y="18"/>
                  </a:cubicBezTo>
                  <a:close/>
                  <a:moveTo>
                    <a:pt x="133" y="31"/>
                  </a:moveTo>
                  <a:cubicBezTo>
                    <a:pt x="138" y="29"/>
                    <a:pt x="144" y="21"/>
                    <a:pt x="145" y="18"/>
                  </a:cubicBezTo>
                  <a:cubicBezTo>
                    <a:pt x="131" y="37"/>
                    <a:pt x="108" y="27"/>
                    <a:pt x="87" y="18"/>
                  </a:cubicBezTo>
                  <a:cubicBezTo>
                    <a:pt x="81" y="15"/>
                    <a:pt x="76" y="13"/>
                    <a:pt x="71" y="11"/>
                  </a:cubicBezTo>
                  <a:cubicBezTo>
                    <a:pt x="88" y="23"/>
                    <a:pt x="105" y="33"/>
                    <a:pt x="133" y="31"/>
                  </a:cubicBezTo>
                  <a:close/>
                  <a:moveTo>
                    <a:pt x="55" y="30"/>
                  </a:moveTo>
                  <a:cubicBezTo>
                    <a:pt x="54" y="30"/>
                    <a:pt x="54" y="30"/>
                    <a:pt x="54" y="30"/>
                  </a:cubicBezTo>
                  <a:cubicBezTo>
                    <a:pt x="47" y="29"/>
                    <a:pt x="42" y="25"/>
                    <a:pt x="42" y="17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3" y="16"/>
                    <a:pt x="43" y="16"/>
                    <a:pt x="43" y="16"/>
                  </a:cubicBezTo>
                  <a:cubicBezTo>
                    <a:pt x="50" y="17"/>
                    <a:pt x="53" y="23"/>
                    <a:pt x="55" y="29"/>
                  </a:cubicBezTo>
                  <a:lnTo>
                    <a:pt x="55" y="30"/>
                  </a:lnTo>
                  <a:close/>
                  <a:moveTo>
                    <a:pt x="43" y="17"/>
                  </a:moveTo>
                  <a:cubicBezTo>
                    <a:pt x="44" y="24"/>
                    <a:pt x="47" y="27"/>
                    <a:pt x="53" y="28"/>
                  </a:cubicBezTo>
                  <a:cubicBezTo>
                    <a:pt x="51" y="23"/>
                    <a:pt x="49" y="19"/>
                    <a:pt x="43" y="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61" name="Freeform 49"/>
            <p:cNvSpPr>
              <a:spLocks noEditPoints="1"/>
            </p:cNvSpPr>
            <p:nvPr/>
          </p:nvSpPr>
          <p:spPr bwMode="auto">
            <a:xfrm>
              <a:off x="4162425" y="3344863"/>
              <a:ext cx="334963" cy="328613"/>
            </a:xfrm>
            <a:custGeom>
              <a:avLst/>
              <a:gdLst>
                <a:gd name="T0" fmla="*/ 61 w 149"/>
                <a:gd name="T1" fmla="*/ 17 h 146"/>
                <a:gd name="T2" fmla="*/ 70 w 149"/>
                <a:gd name="T3" fmla="*/ 13 h 146"/>
                <a:gd name="T4" fmla="*/ 67 w 149"/>
                <a:gd name="T5" fmla="*/ 22 h 146"/>
                <a:gd name="T6" fmla="*/ 71 w 149"/>
                <a:gd name="T7" fmla="*/ 8 h 146"/>
                <a:gd name="T8" fmla="*/ 77 w 149"/>
                <a:gd name="T9" fmla="*/ 20 h 146"/>
                <a:gd name="T10" fmla="*/ 146 w 149"/>
                <a:gd name="T11" fmla="*/ 39 h 146"/>
                <a:gd name="T12" fmla="*/ 125 w 149"/>
                <a:gd name="T13" fmla="*/ 103 h 146"/>
                <a:gd name="T14" fmla="*/ 146 w 149"/>
                <a:gd name="T15" fmla="*/ 99 h 146"/>
                <a:gd name="T16" fmla="*/ 148 w 149"/>
                <a:gd name="T17" fmla="*/ 120 h 146"/>
                <a:gd name="T18" fmla="*/ 129 w 149"/>
                <a:gd name="T19" fmla="*/ 119 h 146"/>
                <a:gd name="T20" fmla="*/ 141 w 149"/>
                <a:gd name="T21" fmla="*/ 143 h 146"/>
                <a:gd name="T22" fmla="*/ 124 w 149"/>
                <a:gd name="T23" fmla="*/ 108 h 146"/>
                <a:gd name="T24" fmla="*/ 121 w 149"/>
                <a:gd name="T25" fmla="*/ 76 h 146"/>
                <a:gd name="T26" fmla="*/ 132 w 149"/>
                <a:gd name="T27" fmla="*/ 18 h 146"/>
                <a:gd name="T28" fmla="*/ 46 w 149"/>
                <a:gd name="T29" fmla="*/ 31 h 146"/>
                <a:gd name="T30" fmla="*/ 0 w 149"/>
                <a:gd name="T31" fmla="*/ 27 h 146"/>
                <a:gd name="T32" fmla="*/ 60 w 149"/>
                <a:gd name="T33" fmla="*/ 24 h 146"/>
                <a:gd name="T34" fmla="*/ 58 w 149"/>
                <a:gd name="T35" fmla="*/ 11 h 146"/>
                <a:gd name="T36" fmla="*/ 68 w 149"/>
                <a:gd name="T37" fmla="*/ 8 h 146"/>
                <a:gd name="T38" fmla="*/ 61 w 149"/>
                <a:gd name="T39" fmla="*/ 17 h 146"/>
                <a:gd name="T40" fmla="*/ 58 w 149"/>
                <a:gd name="T41" fmla="*/ 27 h 146"/>
                <a:gd name="T42" fmla="*/ 31 w 149"/>
                <a:gd name="T43" fmla="*/ 25 h 146"/>
                <a:gd name="T44" fmla="*/ 58 w 149"/>
                <a:gd name="T45" fmla="*/ 27 h 146"/>
                <a:gd name="T46" fmla="*/ 101 w 149"/>
                <a:gd name="T47" fmla="*/ 11 h 146"/>
                <a:gd name="T48" fmla="*/ 88 w 149"/>
                <a:gd name="T49" fmla="*/ 20 h 146"/>
                <a:gd name="T50" fmla="*/ 101 w 149"/>
                <a:gd name="T51" fmla="*/ 11 h 146"/>
                <a:gd name="T52" fmla="*/ 142 w 149"/>
                <a:gd name="T53" fmla="*/ 32 h 146"/>
                <a:gd name="T54" fmla="*/ 141 w 149"/>
                <a:gd name="T55" fmla="*/ 34 h 146"/>
                <a:gd name="T56" fmla="*/ 122 w 149"/>
                <a:gd name="T57" fmla="*/ 95 h 146"/>
                <a:gd name="T58" fmla="*/ 142 w 149"/>
                <a:gd name="T59" fmla="*/ 32 h 146"/>
                <a:gd name="T60" fmla="*/ 145 w 149"/>
                <a:gd name="T61" fmla="*/ 119 h 146"/>
                <a:gd name="T62" fmla="*/ 142 w 149"/>
                <a:gd name="T63" fmla="*/ 106 h 146"/>
                <a:gd name="T64" fmla="*/ 132 w 149"/>
                <a:gd name="T65" fmla="*/ 106 h 146"/>
                <a:gd name="T66" fmla="*/ 145 w 149"/>
                <a:gd name="T67" fmla="*/ 119 h 146"/>
                <a:gd name="T68" fmla="*/ 146 w 149"/>
                <a:gd name="T69" fmla="*/ 103 h 146"/>
                <a:gd name="T70" fmla="*/ 134 w 149"/>
                <a:gd name="T71" fmla="*/ 103 h 146"/>
                <a:gd name="T72" fmla="*/ 146 w 149"/>
                <a:gd name="T73" fmla="*/ 103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49" h="146">
                  <a:moveTo>
                    <a:pt x="61" y="17"/>
                  </a:moveTo>
                  <a:cubicBezTo>
                    <a:pt x="64" y="17"/>
                    <a:pt x="67" y="9"/>
                    <a:pt x="70" y="13"/>
                  </a:cubicBezTo>
                  <a:cubicBezTo>
                    <a:pt x="68" y="15"/>
                    <a:pt x="65" y="17"/>
                    <a:pt x="67" y="22"/>
                  </a:cubicBezTo>
                  <a:cubicBezTo>
                    <a:pt x="78" y="22"/>
                    <a:pt x="72" y="11"/>
                    <a:pt x="71" y="8"/>
                  </a:cubicBezTo>
                  <a:cubicBezTo>
                    <a:pt x="75" y="4"/>
                    <a:pt x="81" y="15"/>
                    <a:pt x="77" y="20"/>
                  </a:cubicBezTo>
                  <a:cubicBezTo>
                    <a:pt x="103" y="0"/>
                    <a:pt x="144" y="7"/>
                    <a:pt x="146" y="39"/>
                  </a:cubicBezTo>
                  <a:cubicBezTo>
                    <a:pt x="148" y="63"/>
                    <a:pt x="123" y="79"/>
                    <a:pt x="125" y="103"/>
                  </a:cubicBezTo>
                  <a:cubicBezTo>
                    <a:pt x="130" y="105"/>
                    <a:pt x="138" y="94"/>
                    <a:pt x="146" y="99"/>
                  </a:cubicBezTo>
                  <a:cubicBezTo>
                    <a:pt x="149" y="104"/>
                    <a:pt x="147" y="114"/>
                    <a:pt x="148" y="120"/>
                  </a:cubicBezTo>
                  <a:cubicBezTo>
                    <a:pt x="142" y="125"/>
                    <a:pt x="135" y="122"/>
                    <a:pt x="129" y="119"/>
                  </a:cubicBezTo>
                  <a:cubicBezTo>
                    <a:pt x="129" y="131"/>
                    <a:pt x="129" y="143"/>
                    <a:pt x="141" y="143"/>
                  </a:cubicBezTo>
                  <a:cubicBezTo>
                    <a:pt x="120" y="146"/>
                    <a:pt x="125" y="125"/>
                    <a:pt x="124" y="108"/>
                  </a:cubicBezTo>
                  <a:cubicBezTo>
                    <a:pt x="123" y="95"/>
                    <a:pt x="118" y="88"/>
                    <a:pt x="121" y="76"/>
                  </a:cubicBezTo>
                  <a:cubicBezTo>
                    <a:pt x="125" y="57"/>
                    <a:pt x="149" y="40"/>
                    <a:pt x="132" y="18"/>
                  </a:cubicBezTo>
                  <a:cubicBezTo>
                    <a:pt x="101" y="5"/>
                    <a:pt x="76" y="33"/>
                    <a:pt x="46" y="31"/>
                  </a:cubicBezTo>
                  <a:cubicBezTo>
                    <a:pt x="31" y="30"/>
                    <a:pt x="16" y="16"/>
                    <a:pt x="0" y="27"/>
                  </a:cubicBezTo>
                  <a:cubicBezTo>
                    <a:pt x="14" y="12"/>
                    <a:pt x="37" y="23"/>
                    <a:pt x="60" y="24"/>
                  </a:cubicBezTo>
                  <a:cubicBezTo>
                    <a:pt x="62" y="22"/>
                    <a:pt x="58" y="15"/>
                    <a:pt x="58" y="11"/>
                  </a:cubicBezTo>
                  <a:cubicBezTo>
                    <a:pt x="61" y="10"/>
                    <a:pt x="64" y="4"/>
                    <a:pt x="68" y="8"/>
                  </a:cubicBezTo>
                  <a:cubicBezTo>
                    <a:pt x="67" y="9"/>
                    <a:pt x="59" y="9"/>
                    <a:pt x="61" y="17"/>
                  </a:cubicBezTo>
                  <a:close/>
                  <a:moveTo>
                    <a:pt x="58" y="27"/>
                  </a:moveTo>
                  <a:cubicBezTo>
                    <a:pt x="49" y="25"/>
                    <a:pt x="41" y="22"/>
                    <a:pt x="31" y="25"/>
                  </a:cubicBezTo>
                  <a:cubicBezTo>
                    <a:pt x="41" y="26"/>
                    <a:pt x="49" y="32"/>
                    <a:pt x="58" y="27"/>
                  </a:cubicBezTo>
                  <a:close/>
                  <a:moveTo>
                    <a:pt x="101" y="11"/>
                  </a:moveTo>
                  <a:cubicBezTo>
                    <a:pt x="98" y="14"/>
                    <a:pt x="85" y="15"/>
                    <a:pt x="88" y="20"/>
                  </a:cubicBezTo>
                  <a:cubicBezTo>
                    <a:pt x="90" y="15"/>
                    <a:pt x="104" y="16"/>
                    <a:pt x="101" y="11"/>
                  </a:cubicBezTo>
                  <a:close/>
                  <a:moveTo>
                    <a:pt x="142" y="32"/>
                  </a:moveTo>
                  <a:cubicBezTo>
                    <a:pt x="140" y="29"/>
                    <a:pt x="138" y="30"/>
                    <a:pt x="141" y="34"/>
                  </a:cubicBezTo>
                  <a:cubicBezTo>
                    <a:pt x="139" y="59"/>
                    <a:pt x="121" y="67"/>
                    <a:pt x="122" y="95"/>
                  </a:cubicBezTo>
                  <a:cubicBezTo>
                    <a:pt x="127" y="73"/>
                    <a:pt x="146" y="59"/>
                    <a:pt x="142" y="32"/>
                  </a:cubicBezTo>
                  <a:close/>
                  <a:moveTo>
                    <a:pt x="145" y="119"/>
                  </a:moveTo>
                  <a:cubicBezTo>
                    <a:pt x="145" y="113"/>
                    <a:pt x="145" y="109"/>
                    <a:pt x="142" y="106"/>
                  </a:cubicBezTo>
                  <a:cubicBezTo>
                    <a:pt x="139" y="106"/>
                    <a:pt x="135" y="106"/>
                    <a:pt x="132" y="106"/>
                  </a:cubicBezTo>
                  <a:cubicBezTo>
                    <a:pt x="126" y="113"/>
                    <a:pt x="134" y="121"/>
                    <a:pt x="145" y="119"/>
                  </a:cubicBezTo>
                  <a:close/>
                  <a:moveTo>
                    <a:pt x="146" y="103"/>
                  </a:moveTo>
                  <a:cubicBezTo>
                    <a:pt x="142" y="100"/>
                    <a:pt x="137" y="100"/>
                    <a:pt x="134" y="103"/>
                  </a:cubicBezTo>
                  <a:cubicBezTo>
                    <a:pt x="139" y="101"/>
                    <a:pt x="144" y="107"/>
                    <a:pt x="146" y="10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62" name="Freeform 50"/>
            <p:cNvSpPr>
              <a:spLocks noEditPoints="1"/>
            </p:cNvSpPr>
            <p:nvPr/>
          </p:nvSpPr>
          <p:spPr bwMode="auto">
            <a:xfrm>
              <a:off x="4162425" y="3359150"/>
              <a:ext cx="334963" cy="309563"/>
            </a:xfrm>
            <a:custGeom>
              <a:avLst/>
              <a:gdLst>
                <a:gd name="T0" fmla="*/ 69 w 149"/>
                <a:gd name="T1" fmla="*/ 3 h 138"/>
                <a:gd name="T2" fmla="*/ 64 w 149"/>
                <a:gd name="T3" fmla="*/ 7 h 138"/>
                <a:gd name="T4" fmla="*/ 70 w 149"/>
                <a:gd name="T5" fmla="*/ 7 h 138"/>
                <a:gd name="T6" fmla="*/ 70 w 149"/>
                <a:gd name="T7" fmla="*/ 3 h 138"/>
                <a:gd name="T8" fmla="*/ 73 w 149"/>
                <a:gd name="T9" fmla="*/ 1 h 138"/>
                <a:gd name="T10" fmla="*/ 147 w 149"/>
                <a:gd name="T11" fmla="*/ 33 h 138"/>
                <a:gd name="T12" fmla="*/ 142 w 149"/>
                <a:gd name="T13" fmla="*/ 91 h 138"/>
                <a:gd name="T14" fmla="*/ 149 w 149"/>
                <a:gd name="T15" fmla="*/ 114 h 138"/>
                <a:gd name="T16" fmla="*/ 130 w 149"/>
                <a:gd name="T17" fmla="*/ 114 h 138"/>
                <a:gd name="T18" fmla="*/ 137 w 149"/>
                <a:gd name="T19" fmla="*/ 138 h 138"/>
                <a:gd name="T20" fmla="*/ 122 w 149"/>
                <a:gd name="T21" fmla="*/ 94 h 138"/>
                <a:gd name="T22" fmla="*/ 129 w 149"/>
                <a:gd name="T23" fmla="*/ 51 h 138"/>
                <a:gd name="T24" fmla="*/ 49 w 149"/>
                <a:gd name="T25" fmla="*/ 26 h 138"/>
                <a:gd name="T26" fmla="*/ 1 w 149"/>
                <a:gd name="T27" fmla="*/ 21 h 138"/>
                <a:gd name="T28" fmla="*/ 39 w 149"/>
                <a:gd name="T29" fmla="*/ 15 h 138"/>
                <a:gd name="T30" fmla="*/ 58 w 149"/>
                <a:gd name="T31" fmla="*/ 5 h 138"/>
                <a:gd name="T32" fmla="*/ 67 w 149"/>
                <a:gd name="T33" fmla="*/ 2 h 138"/>
                <a:gd name="T34" fmla="*/ 60 w 149"/>
                <a:gd name="T35" fmla="*/ 10 h 138"/>
                <a:gd name="T36" fmla="*/ 77 w 149"/>
                <a:gd name="T37" fmla="*/ 14 h 138"/>
                <a:gd name="T38" fmla="*/ 73 w 149"/>
                <a:gd name="T39" fmla="*/ 15 h 138"/>
                <a:gd name="T40" fmla="*/ 68 w 149"/>
                <a:gd name="T41" fmla="*/ 8 h 138"/>
                <a:gd name="T42" fmla="*/ 61 w 149"/>
                <a:gd name="T43" fmla="*/ 12 h 138"/>
                <a:gd name="T44" fmla="*/ 60 w 149"/>
                <a:gd name="T45" fmla="*/ 19 h 138"/>
                <a:gd name="T46" fmla="*/ 7 w 149"/>
                <a:gd name="T47" fmla="*/ 17 h 138"/>
                <a:gd name="T48" fmla="*/ 40 w 149"/>
                <a:gd name="T49" fmla="*/ 17 h 138"/>
                <a:gd name="T50" fmla="*/ 60 w 149"/>
                <a:gd name="T51" fmla="*/ 20 h 138"/>
                <a:gd name="T52" fmla="*/ 31 w 149"/>
                <a:gd name="T53" fmla="*/ 20 h 138"/>
                <a:gd name="T54" fmla="*/ 49 w 149"/>
                <a:gd name="T55" fmla="*/ 24 h 138"/>
                <a:gd name="T56" fmla="*/ 87 w 149"/>
                <a:gd name="T57" fmla="*/ 12 h 138"/>
                <a:gd name="T58" fmla="*/ 77 w 149"/>
                <a:gd name="T59" fmla="*/ 14 h 138"/>
                <a:gd name="T60" fmla="*/ 124 w 149"/>
                <a:gd name="T61" fmla="*/ 97 h 138"/>
                <a:gd name="T62" fmla="*/ 101 w 149"/>
                <a:gd name="T63" fmla="*/ 4 h 138"/>
                <a:gd name="T64" fmla="*/ 89 w 149"/>
                <a:gd name="T65" fmla="*/ 14 h 138"/>
                <a:gd name="T66" fmla="*/ 133 w 149"/>
                <a:gd name="T67" fmla="*/ 12 h 138"/>
                <a:gd name="T68" fmla="*/ 131 w 149"/>
                <a:gd name="T69" fmla="*/ 55 h 138"/>
                <a:gd name="T70" fmla="*/ 140 w 149"/>
                <a:gd name="T71" fmla="*/ 24 h 138"/>
                <a:gd name="T72" fmla="*/ 123 w 149"/>
                <a:gd name="T73" fmla="*/ 89 h 138"/>
                <a:gd name="T74" fmla="*/ 135 w 149"/>
                <a:gd name="T75" fmla="*/ 137 h 138"/>
                <a:gd name="T76" fmla="*/ 141 w 149"/>
                <a:gd name="T77" fmla="*/ 116 h 138"/>
                <a:gd name="T78" fmla="*/ 147 w 149"/>
                <a:gd name="T79" fmla="*/ 98 h 138"/>
                <a:gd name="T80" fmla="*/ 131 w 149"/>
                <a:gd name="T81" fmla="*/ 99 h 138"/>
                <a:gd name="T82" fmla="*/ 146 w 149"/>
                <a:gd name="T83" fmla="*/ 94 h 138"/>
                <a:gd name="T84" fmla="*/ 88 w 149"/>
                <a:gd name="T85" fmla="*/ 12 h 138"/>
                <a:gd name="T86" fmla="*/ 95 w 149"/>
                <a:gd name="T87" fmla="*/ 9 h 138"/>
                <a:gd name="T88" fmla="*/ 40 w 149"/>
                <a:gd name="T89" fmla="*/ 19 h 138"/>
                <a:gd name="T90" fmla="*/ 56 w 149"/>
                <a:gd name="T91" fmla="*/ 21 h 138"/>
                <a:gd name="T92" fmla="*/ 141 w 149"/>
                <a:gd name="T93" fmla="*/ 28 h 138"/>
                <a:gd name="T94" fmla="*/ 131 w 149"/>
                <a:gd name="T95" fmla="*/ 66 h 138"/>
                <a:gd name="T96" fmla="*/ 141 w 149"/>
                <a:gd name="T97" fmla="*/ 97 h 138"/>
                <a:gd name="T98" fmla="*/ 143 w 149"/>
                <a:gd name="T99" fmla="*/ 100 h 138"/>
                <a:gd name="T100" fmla="*/ 130 w 149"/>
                <a:gd name="T101" fmla="*/ 108 h 138"/>
                <a:gd name="T102" fmla="*/ 131 w 149"/>
                <a:gd name="T103" fmla="*/ 107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49" h="138">
                  <a:moveTo>
                    <a:pt x="65" y="0"/>
                  </a:moveTo>
                  <a:cubicBezTo>
                    <a:pt x="66" y="0"/>
                    <a:pt x="68" y="1"/>
                    <a:pt x="69" y="2"/>
                  </a:cubicBezTo>
                  <a:cubicBezTo>
                    <a:pt x="69" y="2"/>
                    <a:pt x="69" y="2"/>
                    <a:pt x="69" y="2"/>
                  </a:cubicBezTo>
                  <a:cubicBezTo>
                    <a:pt x="69" y="3"/>
                    <a:pt x="69" y="3"/>
                    <a:pt x="69" y="3"/>
                  </a:cubicBezTo>
                  <a:cubicBezTo>
                    <a:pt x="68" y="3"/>
                    <a:pt x="68" y="3"/>
                    <a:pt x="67" y="4"/>
                  </a:cubicBezTo>
                  <a:cubicBezTo>
                    <a:pt x="65" y="4"/>
                    <a:pt x="63" y="4"/>
                    <a:pt x="62" y="6"/>
                  </a:cubicBezTo>
                  <a:cubicBezTo>
                    <a:pt x="62" y="7"/>
                    <a:pt x="61" y="8"/>
                    <a:pt x="62" y="10"/>
                  </a:cubicBezTo>
                  <a:cubicBezTo>
                    <a:pt x="63" y="9"/>
                    <a:pt x="63" y="8"/>
                    <a:pt x="64" y="7"/>
                  </a:cubicBezTo>
                  <a:cubicBezTo>
                    <a:pt x="66" y="6"/>
                    <a:pt x="67" y="5"/>
                    <a:pt x="68" y="5"/>
                  </a:cubicBezTo>
                  <a:cubicBezTo>
                    <a:pt x="69" y="5"/>
                    <a:pt x="70" y="5"/>
                    <a:pt x="70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70" y="8"/>
                    <a:pt x="69" y="8"/>
                    <a:pt x="69" y="9"/>
                  </a:cubicBezTo>
                  <a:cubicBezTo>
                    <a:pt x="68" y="11"/>
                    <a:pt x="67" y="12"/>
                    <a:pt x="67" y="16"/>
                  </a:cubicBezTo>
                  <a:cubicBezTo>
                    <a:pt x="70" y="16"/>
                    <a:pt x="71" y="15"/>
                    <a:pt x="72" y="14"/>
                  </a:cubicBezTo>
                  <a:cubicBezTo>
                    <a:pt x="74" y="11"/>
                    <a:pt x="71" y="5"/>
                    <a:pt x="70" y="3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71" y="2"/>
                    <a:pt x="71" y="2"/>
                    <a:pt x="71" y="2"/>
                  </a:cubicBezTo>
                  <a:cubicBezTo>
                    <a:pt x="71" y="1"/>
                    <a:pt x="72" y="1"/>
                    <a:pt x="73" y="1"/>
                  </a:cubicBezTo>
                  <a:cubicBezTo>
                    <a:pt x="73" y="1"/>
                    <a:pt x="73" y="1"/>
                    <a:pt x="73" y="1"/>
                  </a:cubicBezTo>
                  <a:cubicBezTo>
                    <a:pt x="75" y="1"/>
                    <a:pt x="77" y="3"/>
                    <a:pt x="78" y="5"/>
                  </a:cubicBezTo>
                  <a:cubicBezTo>
                    <a:pt x="79" y="7"/>
                    <a:pt x="79" y="9"/>
                    <a:pt x="79" y="11"/>
                  </a:cubicBezTo>
                  <a:cubicBezTo>
                    <a:pt x="88" y="5"/>
                    <a:pt x="99" y="2"/>
                    <a:pt x="110" y="2"/>
                  </a:cubicBezTo>
                  <a:cubicBezTo>
                    <a:pt x="131" y="2"/>
                    <a:pt x="145" y="14"/>
                    <a:pt x="147" y="33"/>
                  </a:cubicBezTo>
                  <a:cubicBezTo>
                    <a:pt x="148" y="45"/>
                    <a:pt x="142" y="55"/>
                    <a:pt x="137" y="65"/>
                  </a:cubicBezTo>
                  <a:cubicBezTo>
                    <a:pt x="131" y="75"/>
                    <a:pt x="125" y="85"/>
                    <a:pt x="126" y="97"/>
                  </a:cubicBezTo>
                  <a:cubicBezTo>
                    <a:pt x="127" y="97"/>
                    <a:pt x="130" y="96"/>
                    <a:pt x="132" y="95"/>
                  </a:cubicBezTo>
                  <a:cubicBezTo>
                    <a:pt x="135" y="93"/>
                    <a:pt x="138" y="91"/>
                    <a:pt x="142" y="91"/>
                  </a:cubicBezTo>
                  <a:cubicBezTo>
                    <a:pt x="144" y="91"/>
                    <a:pt x="145" y="92"/>
                    <a:pt x="147" y="93"/>
                  </a:cubicBezTo>
                  <a:cubicBezTo>
                    <a:pt x="147" y="93"/>
                    <a:pt x="147" y="93"/>
                    <a:pt x="147" y="93"/>
                  </a:cubicBezTo>
                  <a:cubicBezTo>
                    <a:pt x="149" y="96"/>
                    <a:pt x="149" y="101"/>
                    <a:pt x="149" y="106"/>
                  </a:cubicBezTo>
                  <a:cubicBezTo>
                    <a:pt x="148" y="109"/>
                    <a:pt x="148" y="112"/>
                    <a:pt x="149" y="114"/>
                  </a:cubicBezTo>
                  <a:cubicBezTo>
                    <a:pt x="149" y="115"/>
                    <a:pt x="149" y="115"/>
                    <a:pt x="149" y="115"/>
                  </a:cubicBezTo>
                  <a:cubicBezTo>
                    <a:pt x="148" y="115"/>
                    <a:pt x="148" y="115"/>
                    <a:pt x="148" y="115"/>
                  </a:cubicBezTo>
                  <a:cubicBezTo>
                    <a:pt x="146" y="117"/>
                    <a:pt x="143" y="118"/>
                    <a:pt x="141" y="118"/>
                  </a:cubicBezTo>
                  <a:cubicBezTo>
                    <a:pt x="137" y="118"/>
                    <a:pt x="134" y="116"/>
                    <a:pt x="130" y="114"/>
                  </a:cubicBezTo>
                  <a:cubicBezTo>
                    <a:pt x="130" y="115"/>
                    <a:pt x="130" y="115"/>
                    <a:pt x="130" y="115"/>
                  </a:cubicBezTo>
                  <a:cubicBezTo>
                    <a:pt x="130" y="126"/>
                    <a:pt x="130" y="136"/>
                    <a:pt x="141" y="136"/>
                  </a:cubicBezTo>
                  <a:cubicBezTo>
                    <a:pt x="141" y="138"/>
                    <a:pt x="141" y="138"/>
                    <a:pt x="141" y="138"/>
                  </a:cubicBezTo>
                  <a:cubicBezTo>
                    <a:pt x="139" y="138"/>
                    <a:pt x="138" y="138"/>
                    <a:pt x="137" y="138"/>
                  </a:cubicBezTo>
                  <a:cubicBezTo>
                    <a:pt x="123" y="138"/>
                    <a:pt x="123" y="125"/>
                    <a:pt x="123" y="112"/>
                  </a:cubicBezTo>
                  <a:cubicBezTo>
                    <a:pt x="123" y="108"/>
                    <a:pt x="123" y="105"/>
                    <a:pt x="123" y="102"/>
                  </a:cubicBezTo>
                  <a:cubicBezTo>
                    <a:pt x="123" y="99"/>
                    <a:pt x="122" y="96"/>
                    <a:pt x="122" y="94"/>
                  </a:cubicBezTo>
                  <a:cubicBezTo>
                    <a:pt x="122" y="94"/>
                    <a:pt x="122" y="94"/>
                    <a:pt x="122" y="94"/>
                  </a:cubicBezTo>
                  <a:cubicBezTo>
                    <a:pt x="122" y="93"/>
                    <a:pt x="122" y="93"/>
                    <a:pt x="122" y="93"/>
                  </a:cubicBezTo>
                  <a:cubicBezTo>
                    <a:pt x="121" y="92"/>
                    <a:pt x="121" y="91"/>
                    <a:pt x="121" y="90"/>
                  </a:cubicBezTo>
                  <a:cubicBezTo>
                    <a:pt x="120" y="84"/>
                    <a:pt x="118" y="78"/>
                    <a:pt x="120" y="70"/>
                  </a:cubicBezTo>
                  <a:cubicBezTo>
                    <a:pt x="122" y="64"/>
                    <a:pt x="125" y="57"/>
                    <a:pt x="129" y="51"/>
                  </a:cubicBezTo>
                  <a:cubicBezTo>
                    <a:pt x="136" y="39"/>
                    <a:pt x="143" y="27"/>
                    <a:pt x="132" y="13"/>
                  </a:cubicBezTo>
                  <a:cubicBezTo>
                    <a:pt x="126" y="11"/>
                    <a:pt x="121" y="10"/>
                    <a:pt x="115" y="10"/>
                  </a:cubicBezTo>
                  <a:cubicBezTo>
                    <a:pt x="104" y="10"/>
                    <a:pt x="93" y="14"/>
                    <a:pt x="83" y="18"/>
                  </a:cubicBezTo>
                  <a:cubicBezTo>
                    <a:pt x="72" y="22"/>
                    <a:pt x="61" y="26"/>
                    <a:pt x="49" y="26"/>
                  </a:cubicBezTo>
                  <a:cubicBezTo>
                    <a:pt x="48" y="26"/>
                    <a:pt x="47" y="26"/>
                    <a:pt x="45" y="26"/>
                  </a:cubicBezTo>
                  <a:cubicBezTo>
                    <a:pt x="40" y="25"/>
                    <a:pt x="35" y="23"/>
                    <a:pt x="30" y="22"/>
                  </a:cubicBezTo>
                  <a:cubicBezTo>
                    <a:pt x="25" y="19"/>
                    <a:pt x="19" y="17"/>
                    <a:pt x="13" y="17"/>
                  </a:cubicBezTo>
                  <a:cubicBezTo>
                    <a:pt x="9" y="17"/>
                    <a:pt x="4" y="19"/>
                    <a:pt x="1" y="21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5" y="15"/>
                    <a:pt x="11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6" y="13"/>
                    <a:pt x="33" y="14"/>
                    <a:pt x="39" y="15"/>
                  </a:cubicBezTo>
                  <a:cubicBezTo>
                    <a:pt x="46" y="16"/>
                    <a:pt x="53" y="17"/>
                    <a:pt x="59" y="17"/>
                  </a:cubicBezTo>
                  <a:cubicBezTo>
                    <a:pt x="61" y="16"/>
                    <a:pt x="60" y="13"/>
                    <a:pt x="59" y="10"/>
                  </a:cubicBezTo>
                  <a:cubicBezTo>
                    <a:pt x="58" y="8"/>
                    <a:pt x="58" y="7"/>
                    <a:pt x="58" y="5"/>
                  </a:cubicBezTo>
                  <a:cubicBezTo>
                    <a:pt x="58" y="5"/>
                    <a:pt x="58" y="5"/>
                    <a:pt x="58" y="5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9" y="4"/>
                    <a:pt x="59" y="3"/>
                    <a:pt x="60" y="3"/>
                  </a:cubicBezTo>
                  <a:cubicBezTo>
                    <a:pt x="62" y="1"/>
                    <a:pt x="63" y="0"/>
                    <a:pt x="65" y="0"/>
                  </a:cubicBezTo>
                  <a:close/>
                  <a:moveTo>
                    <a:pt x="67" y="2"/>
                  </a:moveTo>
                  <a:cubicBezTo>
                    <a:pt x="65" y="1"/>
                    <a:pt x="63" y="2"/>
                    <a:pt x="61" y="4"/>
                  </a:cubicBezTo>
                  <a:cubicBezTo>
                    <a:pt x="60" y="4"/>
                    <a:pt x="60" y="5"/>
                    <a:pt x="59" y="5"/>
                  </a:cubicBezTo>
                  <a:cubicBezTo>
                    <a:pt x="59" y="7"/>
                    <a:pt x="60" y="8"/>
                    <a:pt x="60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0" y="8"/>
                    <a:pt x="60" y="7"/>
                    <a:pt x="61" y="5"/>
                  </a:cubicBezTo>
                  <a:cubicBezTo>
                    <a:pt x="62" y="3"/>
                    <a:pt x="65" y="3"/>
                    <a:pt x="66" y="2"/>
                  </a:cubicBezTo>
                  <a:cubicBezTo>
                    <a:pt x="66" y="2"/>
                    <a:pt x="67" y="2"/>
                    <a:pt x="67" y="2"/>
                  </a:cubicBezTo>
                  <a:close/>
                  <a:moveTo>
                    <a:pt x="77" y="14"/>
                  </a:moveTo>
                  <a:cubicBezTo>
                    <a:pt x="76" y="13"/>
                    <a:pt x="76" y="13"/>
                    <a:pt x="76" y="13"/>
                  </a:cubicBezTo>
                  <a:cubicBezTo>
                    <a:pt x="78" y="11"/>
                    <a:pt x="78" y="8"/>
                    <a:pt x="77" y="6"/>
                  </a:cubicBezTo>
                  <a:cubicBezTo>
                    <a:pt x="75" y="3"/>
                    <a:pt x="73" y="1"/>
                    <a:pt x="72" y="2"/>
                  </a:cubicBezTo>
                  <a:cubicBezTo>
                    <a:pt x="73" y="5"/>
                    <a:pt x="76" y="11"/>
                    <a:pt x="73" y="15"/>
                  </a:cubicBezTo>
                  <a:cubicBezTo>
                    <a:pt x="72" y="16"/>
                    <a:pt x="70" y="17"/>
                    <a:pt x="67" y="17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5" y="12"/>
                    <a:pt x="66" y="10"/>
                    <a:pt x="68" y="8"/>
                  </a:cubicBezTo>
                  <a:cubicBezTo>
                    <a:pt x="68" y="8"/>
                    <a:pt x="68" y="7"/>
                    <a:pt x="69" y="7"/>
                  </a:cubicBezTo>
                  <a:cubicBezTo>
                    <a:pt x="69" y="6"/>
                    <a:pt x="68" y="6"/>
                    <a:pt x="68" y="6"/>
                  </a:cubicBezTo>
                  <a:cubicBezTo>
                    <a:pt x="67" y="6"/>
                    <a:pt x="66" y="7"/>
                    <a:pt x="65" y="8"/>
                  </a:cubicBezTo>
                  <a:cubicBezTo>
                    <a:pt x="64" y="10"/>
                    <a:pt x="63" y="11"/>
                    <a:pt x="61" y="12"/>
                  </a:cubicBezTo>
                  <a:cubicBezTo>
                    <a:pt x="61" y="12"/>
                    <a:pt x="61" y="12"/>
                    <a:pt x="61" y="12"/>
                  </a:cubicBezTo>
                  <a:cubicBezTo>
                    <a:pt x="61" y="14"/>
                    <a:pt x="62" y="17"/>
                    <a:pt x="60" y="18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53" y="18"/>
                    <a:pt x="46" y="17"/>
                    <a:pt x="39" y="16"/>
                  </a:cubicBezTo>
                  <a:cubicBezTo>
                    <a:pt x="32" y="15"/>
                    <a:pt x="26" y="14"/>
                    <a:pt x="20" y="14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15" y="14"/>
                    <a:pt x="11" y="15"/>
                    <a:pt x="7" y="17"/>
                  </a:cubicBezTo>
                  <a:cubicBezTo>
                    <a:pt x="9" y="16"/>
                    <a:pt x="11" y="16"/>
                    <a:pt x="13" y="16"/>
                  </a:cubicBezTo>
                  <a:cubicBezTo>
                    <a:pt x="18" y="16"/>
                    <a:pt x="24" y="18"/>
                    <a:pt x="29" y="19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4" y="18"/>
                    <a:pt x="37" y="17"/>
                    <a:pt x="40" y="17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5" y="17"/>
                    <a:pt x="49" y="18"/>
                    <a:pt x="54" y="19"/>
                  </a:cubicBezTo>
                  <a:cubicBezTo>
                    <a:pt x="55" y="19"/>
                    <a:pt x="57" y="20"/>
                    <a:pt x="58" y="20"/>
                  </a:cubicBezTo>
                  <a:cubicBezTo>
                    <a:pt x="60" y="20"/>
                    <a:pt x="60" y="20"/>
                    <a:pt x="60" y="20"/>
                  </a:cubicBezTo>
                  <a:cubicBezTo>
                    <a:pt x="59" y="21"/>
                    <a:pt x="59" y="21"/>
                    <a:pt x="59" y="21"/>
                  </a:cubicBezTo>
                  <a:cubicBezTo>
                    <a:pt x="56" y="23"/>
                    <a:pt x="53" y="24"/>
                    <a:pt x="50" y="24"/>
                  </a:cubicBezTo>
                  <a:cubicBezTo>
                    <a:pt x="47" y="24"/>
                    <a:pt x="43" y="23"/>
                    <a:pt x="40" y="22"/>
                  </a:cubicBezTo>
                  <a:cubicBezTo>
                    <a:pt x="37" y="21"/>
                    <a:pt x="34" y="20"/>
                    <a:pt x="31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1" y="20"/>
                    <a:pt x="31" y="20"/>
                  </a:cubicBezTo>
                  <a:cubicBezTo>
                    <a:pt x="36" y="22"/>
                    <a:pt x="41" y="24"/>
                    <a:pt x="46" y="24"/>
                  </a:cubicBezTo>
                  <a:cubicBezTo>
                    <a:pt x="47" y="24"/>
                    <a:pt x="48" y="24"/>
                    <a:pt x="49" y="24"/>
                  </a:cubicBezTo>
                  <a:cubicBezTo>
                    <a:pt x="61" y="24"/>
                    <a:pt x="72" y="20"/>
                    <a:pt x="82" y="16"/>
                  </a:cubicBezTo>
                  <a:cubicBezTo>
                    <a:pt x="84" y="16"/>
                    <a:pt x="86" y="15"/>
                    <a:pt x="88" y="14"/>
                  </a:cubicBezTo>
                  <a:cubicBezTo>
                    <a:pt x="88" y="14"/>
                    <a:pt x="88" y="14"/>
                    <a:pt x="88" y="14"/>
                  </a:cubicBezTo>
                  <a:cubicBezTo>
                    <a:pt x="87" y="13"/>
                    <a:pt x="87" y="12"/>
                    <a:pt x="87" y="12"/>
                  </a:cubicBezTo>
                  <a:cubicBezTo>
                    <a:pt x="88" y="10"/>
                    <a:pt x="91" y="9"/>
                    <a:pt x="94" y="7"/>
                  </a:cubicBezTo>
                  <a:cubicBezTo>
                    <a:pt x="97" y="7"/>
                    <a:pt x="99" y="6"/>
                    <a:pt x="100" y="5"/>
                  </a:cubicBezTo>
                  <a:cubicBezTo>
                    <a:pt x="101" y="4"/>
                    <a:pt x="101" y="4"/>
                    <a:pt x="101" y="4"/>
                  </a:cubicBezTo>
                  <a:cubicBezTo>
                    <a:pt x="92" y="6"/>
                    <a:pt x="84" y="9"/>
                    <a:pt x="77" y="14"/>
                  </a:cubicBezTo>
                  <a:close/>
                  <a:moveTo>
                    <a:pt x="126" y="98"/>
                  </a:moveTo>
                  <a:cubicBezTo>
                    <a:pt x="126" y="98"/>
                    <a:pt x="125" y="98"/>
                    <a:pt x="125" y="98"/>
                  </a:cubicBezTo>
                  <a:cubicBezTo>
                    <a:pt x="124" y="98"/>
                    <a:pt x="124" y="98"/>
                    <a:pt x="124" y="98"/>
                  </a:cubicBezTo>
                  <a:cubicBezTo>
                    <a:pt x="124" y="97"/>
                    <a:pt x="124" y="97"/>
                    <a:pt x="124" y="97"/>
                  </a:cubicBezTo>
                  <a:cubicBezTo>
                    <a:pt x="123" y="85"/>
                    <a:pt x="129" y="74"/>
                    <a:pt x="135" y="64"/>
                  </a:cubicBezTo>
                  <a:cubicBezTo>
                    <a:pt x="141" y="54"/>
                    <a:pt x="147" y="45"/>
                    <a:pt x="146" y="34"/>
                  </a:cubicBezTo>
                  <a:cubicBezTo>
                    <a:pt x="144" y="15"/>
                    <a:pt x="130" y="4"/>
                    <a:pt x="110" y="4"/>
                  </a:cubicBezTo>
                  <a:cubicBezTo>
                    <a:pt x="107" y="4"/>
                    <a:pt x="104" y="4"/>
                    <a:pt x="101" y="4"/>
                  </a:cubicBezTo>
                  <a:cubicBezTo>
                    <a:pt x="102" y="5"/>
                    <a:pt x="102" y="5"/>
                    <a:pt x="102" y="5"/>
                  </a:cubicBezTo>
                  <a:cubicBezTo>
                    <a:pt x="102" y="6"/>
                    <a:pt x="102" y="6"/>
                    <a:pt x="102" y="7"/>
                  </a:cubicBezTo>
                  <a:cubicBezTo>
                    <a:pt x="101" y="9"/>
                    <a:pt x="99" y="10"/>
                    <a:pt x="96" y="11"/>
                  </a:cubicBezTo>
                  <a:cubicBezTo>
                    <a:pt x="93" y="11"/>
                    <a:pt x="90" y="12"/>
                    <a:pt x="89" y="14"/>
                  </a:cubicBezTo>
                  <a:cubicBezTo>
                    <a:pt x="97" y="11"/>
                    <a:pt x="106" y="8"/>
                    <a:pt x="115" y="8"/>
                  </a:cubicBezTo>
                  <a:cubicBezTo>
                    <a:pt x="121" y="8"/>
                    <a:pt x="127" y="9"/>
                    <a:pt x="132" y="12"/>
                  </a:cubicBezTo>
                  <a:cubicBezTo>
                    <a:pt x="133" y="12"/>
                    <a:pt x="133" y="12"/>
                    <a:pt x="133" y="12"/>
                  </a:cubicBezTo>
                  <a:cubicBezTo>
                    <a:pt x="133" y="12"/>
                    <a:pt x="133" y="12"/>
                    <a:pt x="133" y="12"/>
                  </a:cubicBezTo>
                  <a:cubicBezTo>
                    <a:pt x="145" y="27"/>
                    <a:pt x="137" y="40"/>
                    <a:pt x="130" y="52"/>
                  </a:cubicBezTo>
                  <a:cubicBezTo>
                    <a:pt x="126" y="58"/>
                    <a:pt x="123" y="64"/>
                    <a:pt x="122" y="71"/>
                  </a:cubicBezTo>
                  <a:cubicBezTo>
                    <a:pt x="120" y="76"/>
                    <a:pt x="121" y="80"/>
                    <a:pt x="121" y="84"/>
                  </a:cubicBezTo>
                  <a:cubicBezTo>
                    <a:pt x="122" y="72"/>
                    <a:pt x="126" y="63"/>
                    <a:pt x="131" y="55"/>
                  </a:cubicBezTo>
                  <a:cubicBezTo>
                    <a:pt x="135" y="47"/>
                    <a:pt x="139" y="39"/>
                    <a:pt x="140" y="28"/>
                  </a:cubicBezTo>
                  <a:cubicBezTo>
                    <a:pt x="139" y="27"/>
                    <a:pt x="138" y="25"/>
                    <a:pt x="139" y="24"/>
                  </a:cubicBezTo>
                  <a:cubicBezTo>
                    <a:pt x="139" y="24"/>
                    <a:pt x="139" y="24"/>
                    <a:pt x="140" y="24"/>
                  </a:cubicBezTo>
                  <a:cubicBezTo>
                    <a:pt x="140" y="24"/>
                    <a:pt x="140" y="24"/>
                    <a:pt x="140" y="24"/>
                  </a:cubicBezTo>
                  <a:cubicBezTo>
                    <a:pt x="141" y="24"/>
                    <a:pt x="142" y="24"/>
                    <a:pt x="143" y="26"/>
                  </a:cubicBezTo>
                  <a:cubicBezTo>
                    <a:pt x="143" y="26"/>
                    <a:pt x="143" y="26"/>
                    <a:pt x="143" y="26"/>
                  </a:cubicBezTo>
                  <a:cubicBezTo>
                    <a:pt x="145" y="43"/>
                    <a:pt x="139" y="55"/>
                    <a:pt x="133" y="66"/>
                  </a:cubicBezTo>
                  <a:cubicBezTo>
                    <a:pt x="129" y="73"/>
                    <a:pt x="125" y="81"/>
                    <a:pt x="123" y="89"/>
                  </a:cubicBezTo>
                  <a:cubicBezTo>
                    <a:pt x="123" y="90"/>
                    <a:pt x="123" y="90"/>
                    <a:pt x="123" y="90"/>
                  </a:cubicBezTo>
                  <a:cubicBezTo>
                    <a:pt x="123" y="94"/>
                    <a:pt x="124" y="97"/>
                    <a:pt x="124" y="102"/>
                  </a:cubicBezTo>
                  <a:cubicBezTo>
                    <a:pt x="125" y="105"/>
                    <a:pt x="125" y="108"/>
                    <a:pt x="125" y="112"/>
                  </a:cubicBezTo>
                  <a:cubicBezTo>
                    <a:pt x="125" y="124"/>
                    <a:pt x="125" y="135"/>
                    <a:pt x="135" y="137"/>
                  </a:cubicBezTo>
                  <a:cubicBezTo>
                    <a:pt x="129" y="133"/>
                    <a:pt x="129" y="124"/>
                    <a:pt x="129" y="115"/>
                  </a:cubicBezTo>
                  <a:cubicBezTo>
                    <a:pt x="129" y="112"/>
                    <a:pt x="129" y="112"/>
                    <a:pt x="129" y="112"/>
                  </a:cubicBezTo>
                  <a:cubicBezTo>
                    <a:pt x="130" y="112"/>
                    <a:pt x="130" y="112"/>
                    <a:pt x="130" y="112"/>
                  </a:cubicBezTo>
                  <a:cubicBezTo>
                    <a:pt x="133" y="115"/>
                    <a:pt x="137" y="116"/>
                    <a:pt x="141" y="116"/>
                  </a:cubicBezTo>
                  <a:cubicBezTo>
                    <a:pt x="143" y="116"/>
                    <a:pt x="145" y="115"/>
                    <a:pt x="147" y="114"/>
                  </a:cubicBezTo>
                  <a:cubicBezTo>
                    <a:pt x="147" y="112"/>
                    <a:pt x="147" y="109"/>
                    <a:pt x="147" y="106"/>
                  </a:cubicBezTo>
                  <a:cubicBezTo>
                    <a:pt x="147" y="103"/>
                    <a:pt x="147" y="100"/>
                    <a:pt x="147" y="98"/>
                  </a:cubicBezTo>
                  <a:cubicBezTo>
                    <a:pt x="147" y="98"/>
                    <a:pt x="147" y="98"/>
                    <a:pt x="147" y="98"/>
                  </a:cubicBezTo>
                  <a:cubicBezTo>
                    <a:pt x="146" y="99"/>
                    <a:pt x="145" y="99"/>
                    <a:pt x="144" y="99"/>
                  </a:cubicBezTo>
                  <a:cubicBezTo>
                    <a:pt x="143" y="99"/>
                    <a:pt x="142" y="99"/>
                    <a:pt x="141" y="99"/>
                  </a:cubicBezTo>
                  <a:cubicBezTo>
                    <a:pt x="138" y="98"/>
                    <a:pt x="136" y="97"/>
                    <a:pt x="134" y="98"/>
                  </a:cubicBezTo>
                  <a:cubicBezTo>
                    <a:pt x="131" y="99"/>
                    <a:pt x="131" y="99"/>
                    <a:pt x="131" y="99"/>
                  </a:cubicBezTo>
                  <a:cubicBezTo>
                    <a:pt x="133" y="97"/>
                    <a:pt x="133" y="97"/>
                    <a:pt x="133" y="97"/>
                  </a:cubicBezTo>
                  <a:cubicBezTo>
                    <a:pt x="137" y="93"/>
                    <a:pt x="142" y="93"/>
                    <a:pt x="147" y="97"/>
                  </a:cubicBezTo>
                  <a:cubicBezTo>
                    <a:pt x="147" y="97"/>
                    <a:pt x="147" y="97"/>
                    <a:pt x="147" y="97"/>
                  </a:cubicBezTo>
                  <a:cubicBezTo>
                    <a:pt x="147" y="96"/>
                    <a:pt x="146" y="95"/>
                    <a:pt x="146" y="94"/>
                  </a:cubicBezTo>
                  <a:cubicBezTo>
                    <a:pt x="145" y="93"/>
                    <a:pt x="143" y="93"/>
                    <a:pt x="142" y="93"/>
                  </a:cubicBezTo>
                  <a:cubicBezTo>
                    <a:pt x="139" y="93"/>
                    <a:pt x="136" y="94"/>
                    <a:pt x="133" y="96"/>
                  </a:cubicBezTo>
                  <a:cubicBezTo>
                    <a:pt x="130" y="97"/>
                    <a:pt x="128" y="98"/>
                    <a:pt x="126" y="98"/>
                  </a:cubicBezTo>
                  <a:close/>
                  <a:moveTo>
                    <a:pt x="88" y="12"/>
                  </a:moveTo>
                  <a:cubicBezTo>
                    <a:pt x="90" y="11"/>
                    <a:pt x="93" y="10"/>
                    <a:pt x="95" y="9"/>
                  </a:cubicBezTo>
                  <a:cubicBezTo>
                    <a:pt x="98" y="8"/>
                    <a:pt x="100" y="8"/>
                    <a:pt x="101" y="7"/>
                  </a:cubicBezTo>
                  <a:cubicBezTo>
                    <a:pt x="101" y="7"/>
                    <a:pt x="101" y="6"/>
                    <a:pt x="101" y="6"/>
                  </a:cubicBezTo>
                  <a:cubicBezTo>
                    <a:pt x="99" y="7"/>
                    <a:pt x="97" y="8"/>
                    <a:pt x="95" y="9"/>
                  </a:cubicBezTo>
                  <a:cubicBezTo>
                    <a:pt x="92" y="10"/>
                    <a:pt x="89" y="11"/>
                    <a:pt x="88" y="12"/>
                  </a:cubicBezTo>
                  <a:close/>
                  <a:moveTo>
                    <a:pt x="56" y="21"/>
                  </a:moveTo>
                  <a:cubicBezTo>
                    <a:pt x="55" y="21"/>
                    <a:pt x="54" y="21"/>
                    <a:pt x="53" y="20"/>
                  </a:cubicBezTo>
                  <a:cubicBezTo>
                    <a:pt x="49" y="19"/>
                    <a:pt x="45" y="19"/>
                    <a:pt x="40" y="19"/>
                  </a:cubicBezTo>
                  <a:cubicBezTo>
                    <a:pt x="39" y="19"/>
                    <a:pt x="37" y="19"/>
                    <a:pt x="35" y="19"/>
                  </a:cubicBezTo>
                  <a:cubicBezTo>
                    <a:pt x="37" y="20"/>
                    <a:pt x="38" y="20"/>
                    <a:pt x="40" y="20"/>
                  </a:cubicBezTo>
                  <a:cubicBezTo>
                    <a:pt x="44" y="21"/>
                    <a:pt x="47" y="22"/>
                    <a:pt x="50" y="22"/>
                  </a:cubicBezTo>
                  <a:cubicBezTo>
                    <a:pt x="52" y="22"/>
                    <a:pt x="54" y="22"/>
                    <a:pt x="56" y="21"/>
                  </a:cubicBezTo>
                  <a:close/>
                  <a:moveTo>
                    <a:pt x="141" y="27"/>
                  </a:moveTo>
                  <a:cubicBezTo>
                    <a:pt x="141" y="26"/>
                    <a:pt x="141" y="26"/>
                    <a:pt x="140" y="25"/>
                  </a:cubicBezTo>
                  <a:cubicBezTo>
                    <a:pt x="141" y="26"/>
                    <a:pt x="141" y="27"/>
                    <a:pt x="141" y="27"/>
                  </a:cubicBezTo>
                  <a:cubicBezTo>
                    <a:pt x="141" y="28"/>
                    <a:pt x="141" y="28"/>
                    <a:pt x="141" y="28"/>
                  </a:cubicBezTo>
                  <a:cubicBezTo>
                    <a:pt x="141" y="28"/>
                    <a:pt x="141" y="28"/>
                    <a:pt x="141" y="28"/>
                  </a:cubicBezTo>
                  <a:cubicBezTo>
                    <a:pt x="141" y="40"/>
                    <a:pt x="136" y="48"/>
                    <a:pt x="132" y="56"/>
                  </a:cubicBezTo>
                  <a:cubicBezTo>
                    <a:pt x="128" y="64"/>
                    <a:pt x="123" y="72"/>
                    <a:pt x="123" y="84"/>
                  </a:cubicBezTo>
                  <a:cubicBezTo>
                    <a:pt x="125" y="77"/>
                    <a:pt x="128" y="71"/>
                    <a:pt x="131" y="66"/>
                  </a:cubicBezTo>
                  <a:cubicBezTo>
                    <a:pt x="138" y="54"/>
                    <a:pt x="144" y="43"/>
                    <a:pt x="141" y="27"/>
                  </a:cubicBezTo>
                  <a:close/>
                  <a:moveTo>
                    <a:pt x="145" y="98"/>
                  </a:moveTo>
                  <a:cubicBezTo>
                    <a:pt x="142" y="95"/>
                    <a:pt x="139" y="95"/>
                    <a:pt x="136" y="96"/>
                  </a:cubicBezTo>
                  <a:cubicBezTo>
                    <a:pt x="138" y="96"/>
                    <a:pt x="140" y="97"/>
                    <a:pt x="141" y="97"/>
                  </a:cubicBezTo>
                  <a:cubicBezTo>
                    <a:pt x="143" y="98"/>
                    <a:pt x="144" y="98"/>
                    <a:pt x="145" y="98"/>
                  </a:cubicBezTo>
                  <a:close/>
                  <a:moveTo>
                    <a:pt x="132" y="100"/>
                  </a:moveTo>
                  <a:cubicBezTo>
                    <a:pt x="142" y="100"/>
                    <a:pt x="142" y="100"/>
                    <a:pt x="142" y="100"/>
                  </a:cubicBezTo>
                  <a:cubicBezTo>
                    <a:pt x="143" y="100"/>
                    <a:pt x="143" y="100"/>
                    <a:pt x="143" y="100"/>
                  </a:cubicBezTo>
                  <a:cubicBezTo>
                    <a:pt x="146" y="102"/>
                    <a:pt x="146" y="108"/>
                    <a:pt x="146" y="113"/>
                  </a:cubicBezTo>
                  <a:cubicBezTo>
                    <a:pt x="146" y="114"/>
                    <a:pt x="146" y="114"/>
                    <a:pt x="146" y="114"/>
                  </a:cubicBezTo>
                  <a:cubicBezTo>
                    <a:pt x="145" y="114"/>
                    <a:pt x="145" y="114"/>
                    <a:pt x="145" y="114"/>
                  </a:cubicBezTo>
                  <a:cubicBezTo>
                    <a:pt x="138" y="115"/>
                    <a:pt x="132" y="112"/>
                    <a:pt x="130" y="108"/>
                  </a:cubicBezTo>
                  <a:cubicBezTo>
                    <a:pt x="129" y="105"/>
                    <a:pt x="129" y="102"/>
                    <a:pt x="132" y="100"/>
                  </a:cubicBezTo>
                  <a:close/>
                  <a:moveTo>
                    <a:pt x="142" y="101"/>
                  </a:moveTo>
                  <a:cubicBezTo>
                    <a:pt x="133" y="101"/>
                    <a:pt x="133" y="101"/>
                    <a:pt x="133" y="101"/>
                  </a:cubicBezTo>
                  <a:cubicBezTo>
                    <a:pt x="131" y="103"/>
                    <a:pt x="130" y="105"/>
                    <a:pt x="131" y="107"/>
                  </a:cubicBezTo>
                  <a:cubicBezTo>
                    <a:pt x="133" y="111"/>
                    <a:pt x="138" y="113"/>
                    <a:pt x="144" y="112"/>
                  </a:cubicBezTo>
                  <a:cubicBezTo>
                    <a:pt x="145" y="106"/>
                    <a:pt x="144" y="103"/>
                    <a:pt x="142" y="10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63" name="Freeform 51"/>
            <p:cNvSpPr>
              <a:spLocks noEditPoints="1"/>
            </p:cNvSpPr>
            <p:nvPr/>
          </p:nvSpPr>
          <p:spPr bwMode="auto">
            <a:xfrm>
              <a:off x="4205288" y="5753100"/>
              <a:ext cx="303213" cy="344488"/>
            </a:xfrm>
            <a:custGeom>
              <a:avLst/>
              <a:gdLst>
                <a:gd name="T0" fmla="*/ 47 w 135"/>
                <a:gd name="T1" fmla="*/ 133 h 153"/>
                <a:gd name="T2" fmla="*/ 91 w 135"/>
                <a:gd name="T3" fmla="*/ 114 h 153"/>
                <a:gd name="T4" fmla="*/ 47 w 135"/>
                <a:gd name="T5" fmla="*/ 138 h 153"/>
                <a:gd name="T6" fmla="*/ 0 w 135"/>
                <a:gd name="T7" fmla="*/ 124 h 153"/>
                <a:gd name="T8" fmla="*/ 4 w 135"/>
                <a:gd name="T9" fmla="*/ 133 h 153"/>
                <a:gd name="T10" fmla="*/ 97 w 135"/>
                <a:gd name="T11" fmla="*/ 109 h 153"/>
                <a:gd name="T12" fmla="*/ 100 w 135"/>
                <a:gd name="T13" fmla="*/ 94 h 153"/>
                <a:gd name="T14" fmla="*/ 125 w 135"/>
                <a:gd name="T15" fmla="*/ 22 h 153"/>
                <a:gd name="T16" fmla="*/ 101 w 135"/>
                <a:gd name="T17" fmla="*/ 15 h 153"/>
                <a:gd name="T18" fmla="*/ 114 w 135"/>
                <a:gd name="T19" fmla="*/ 5 h 153"/>
                <a:gd name="T20" fmla="*/ 132 w 135"/>
                <a:gd name="T21" fmla="*/ 30 h 153"/>
                <a:gd name="T22" fmla="*/ 107 w 135"/>
                <a:gd name="T23" fmla="*/ 106 h 153"/>
                <a:gd name="T24" fmla="*/ 100 w 135"/>
                <a:gd name="T25" fmla="*/ 137 h 153"/>
                <a:gd name="T26" fmla="*/ 95 w 135"/>
                <a:gd name="T27" fmla="*/ 113 h 153"/>
                <a:gd name="T28" fmla="*/ 47 w 135"/>
                <a:gd name="T29" fmla="*/ 133 h 153"/>
                <a:gd name="T30" fmla="*/ 102 w 135"/>
                <a:gd name="T31" fmla="*/ 107 h 153"/>
                <a:gd name="T32" fmla="*/ 128 w 135"/>
                <a:gd name="T33" fmla="*/ 36 h 153"/>
                <a:gd name="T34" fmla="*/ 102 w 135"/>
                <a:gd name="T35" fmla="*/ 107 h 153"/>
                <a:gd name="T36" fmla="*/ 114 w 135"/>
                <a:gd name="T37" fmla="*/ 110 h 153"/>
                <a:gd name="T38" fmla="*/ 118 w 135"/>
                <a:gd name="T39" fmla="*/ 128 h 153"/>
                <a:gd name="T40" fmla="*/ 114 w 135"/>
                <a:gd name="T41" fmla="*/ 110 h 153"/>
                <a:gd name="T42" fmla="*/ 104 w 135"/>
                <a:gd name="T43" fmla="*/ 110 h 153"/>
                <a:gd name="T44" fmla="*/ 102 w 135"/>
                <a:gd name="T45" fmla="*/ 131 h 153"/>
                <a:gd name="T46" fmla="*/ 115 w 135"/>
                <a:gd name="T47" fmla="*/ 133 h 153"/>
                <a:gd name="T48" fmla="*/ 104 w 135"/>
                <a:gd name="T49" fmla="*/ 110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35" h="153">
                  <a:moveTo>
                    <a:pt x="47" y="133"/>
                  </a:moveTo>
                  <a:cubicBezTo>
                    <a:pt x="62" y="133"/>
                    <a:pt x="76" y="119"/>
                    <a:pt x="91" y="114"/>
                  </a:cubicBezTo>
                  <a:cubicBezTo>
                    <a:pt x="82" y="120"/>
                    <a:pt x="63" y="134"/>
                    <a:pt x="47" y="138"/>
                  </a:cubicBezTo>
                  <a:cubicBezTo>
                    <a:pt x="28" y="143"/>
                    <a:pt x="0" y="144"/>
                    <a:pt x="0" y="124"/>
                  </a:cubicBezTo>
                  <a:cubicBezTo>
                    <a:pt x="6" y="123"/>
                    <a:pt x="1" y="132"/>
                    <a:pt x="4" y="133"/>
                  </a:cubicBezTo>
                  <a:cubicBezTo>
                    <a:pt x="38" y="148"/>
                    <a:pt x="65" y="113"/>
                    <a:pt x="97" y="109"/>
                  </a:cubicBezTo>
                  <a:cubicBezTo>
                    <a:pt x="98" y="104"/>
                    <a:pt x="100" y="100"/>
                    <a:pt x="100" y="94"/>
                  </a:cubicBezTo>
                  <a:cubicBezTo>
                    <a:pt x="109" y="85"/>
                    <a:pt x="131" y="46"/>
                    <a:pt x="125" y="22"/>
                  </a:cubicBezTo>
                  <a:cubicBezTo>
                    <a:pt x="123" y="12"/>
                    <a:pt x="109" y="0"/>
                    <a:pt x="101" y="15"/>
                  </a:cubicBezTo>
                  <a:cubicBezTo>
                    <a:pt x="97" y="9"/>
                    <a:pt x="107" y="4"/>
                    <a:pt x="114" y="5"/>
                  </a:cubicBezTo>
                  <a:cubicBezTo>
                    <a:pt x="125" y="6"/>
                    <a:pt x="131" y="18"/>
                    <a:pt x="132" y="30"/>
                  </a:cubicBezTo>
                  <a:cubicBezTo>
                    <a:pt x="135" y="56"/>
                    <a:pt x="111" y="90"/>
                    <a:pt x="107" y="106"/>
                  </a:cubicBezTo>
                  <a:cubicBezTo>
                    <a:pt x="133" y="105"/>
                    <a:pt x="126" y="153"/>
                    <a:pt x="100" y="137"/>
                  </a:cubicBezTo>
                  <a:cubicBezTo>
                    <a:pt x="97" y="130"/>
                    <a:pt x="98" y="120"/>
                    <a:pt x="95" y="113"/>
                  </a:cubicBezTo>
                  <a:cubicBezTo>
                    <a:pt x="78" y="113"/>
                    <a:pt x="63" y="127"/>
                    <a:pt x="47" y="133"/>
                  </a:cubicBezTo>
                  <a:close/>
                  <a:moveTo>
                    <a:pt x="102" y="107"/>
                  </a:moveTo>
                  <a:cubicBezTo>
                    <a:pt x="112" y="84"/>
                    <a:pt x="130" y="63"/>
                    <a:pt x="128" y="36"/>
                  </a:cubicBezTo>
                  <a:cubicBezTo>
                    <a:pt x="126" y="65"/>
                    <a:pt x="105" y="83"/>
                    <a:pt x="102" y="107"/>
                  </a:cubicBezTo>
                  <a:close/>
                  <a:moveTo>
                    <a:pt x="114" y="110"/>
                  </a:moveTo>
                  <a:cubicBezTo>
                    <a:pt x="117" y="118"/>
                    <a:pt x="121" y="121"/>
                    <a:pt x="118" y="128"/>
                  </a:cubicBezTo>
                  <a:cubicBezTo>
                    <a:pt x="128" y="125"/>
                    <a:pt x="119" y="112"/>
                    <a:pt x="114" y="110"/>
                  </a:cubicBezTo>
                  <a:close/>
                  <a:moveTo>
                    <a:pt x="104" y="110"/>
                  </a:moveTo>
                  <a:cubicBezTo>
                    <a:pt x="100" y="114"/>
                    <a:pt x="100" y="125"/>
                    <a:pt x="102" y="131"/>
                  </a:cubicBezTo>
                  <a:cubicBezTo>
                    <a:pt x="108" y="132"/>
                    <a:pt x="110" y="135"/>
                    <a:pt x="115" y="133"/>
                  </a:cubicBezTo>
                  <a:cubicBezTo>
                    <a:pt x="120" y="121"/>
                    <a:pt x="114" y="111"/>
                    <a:pt x="104" y="1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64" name="Freeform 52"/>
            <p:cNvSpPr>
              <a:spLocks noEditPoints="1"/>
            </p:cNvSpPr>
            <p:nvPr/>
          </p:nvSpPr>
          <p:spPr bwMode="auto">
            <a:xfrm>
              <a:off x="4202113" y="5762625"/>
              <a:ext cx="306388" cy="311150"/>
            </a:xfrm>
            <a:custGeom>
              <a:avLst/>
              <a:gdLst>
                <a:gd name="T0" fmla="*/ 0 w 136"/>
                <a:gd name="T1" fmla="*/ 120 h 138"/>
                <a:gd name="T2" fmla="*/ 4 w 136"/>
                <a:gd name="T3" fmla="*/ 120 h 138"/>
                <a:gd name="T4" fmla="*/ 23 w 136"/>
                <a:gd name="T5" fmla="*/ 132 h 138"/>
                <a:gd name="T6" fmla="*/ 97 w 136"/>
                <a:gd name="T7" fmla="*/ 104 h 138"/>
                <a:gd name="T8" fmla="*/ 100 w 136"/>
                <a:gd name="T9" fmla="*/ 90 h 138"/>
                <a:gd name="T10" fmla="*/ 103 w 136"/>
                <a:gd name="T11" fmla="*/ 11 h 138"/>
                <a:gd name="T12" fmla="*/ 101 w 136"/>
                <a:gd name="T13" fmla="*/ 6 h 138"/>
                <a:gd name="T14" fmla="*/ 134 w 136"/>
                <a:gd name="T15" fmla="*/ 26 h 138"/>
                <a:gd name="T16" fmla="*/ 125 w 136"/>
                <a:gd name="T17" fmla="*/ 119 h 138"/>
                <a:gd name="T18" fmla="*/ 100 w 136"/>
                <a:gd name="T19" fmla="*/ 133 h 138"/>
                <a:gd name="T20" fmla="*/ 96 w 136"/>
                <a:gd name="T21" fmla="*/ 110 h 138"/>
                <a:gd name="T22" fmla="*/ 87 w 136"/>
                <a:gd name="T23" fmla="*/ 115 h 138"/>
                <a:gd name="T24" fmla="*/ 5 w 136"/>
                <a:gd name="T25" fmla="*/ 129 h 138"/>
                <a:gd name="T26" fmla="*/ 48 w 136"/>
                <a:gd name="T27" fmla="*/ 134 h 138"/>
                <a:gd name="T28" fmla="*/ 48 w 136"/>
                <a:gd name="T29" fmla="*/ 129 h 138"/>
                <a:gd name="T30" fmla="*/ 65 w 136"/>
                <a:gd name="T31" fmla="*/ 120 h 138"/>
                <a:gd name="T32" fmla="*/ 97 w 136"/>
                <a:gd name="T33" fmla="*/ 108 h 138"/>
                <a:gd name="T34" fmla="*/ 97 w 136"/>
                <a:gd name="T35" fmla="*/ 109 h 138"/>
                <a:gd name="T36" fmla="*/ 111 w 136"/>
                <a:gd name="T37" fmla="*/ 135 h 138"/>
                <a:gd name="T38" fmla="*/ 118 w 136"/>
                <a:gd name="T39" fmla="*/ 125 h 138"/>
                <a:gd name="T40" fmla="*/ 117 w 136"/>
                <a:gd name="T41" fmla="*/ 129 h 138"/>
                <a:gd name="T42" fmla="*/ 108 w 136"/>
                <a:gd name="T43" fmla="*/ 129 h 138"/>
                <a:gd name="T44" fmla="*/ 103 w 136"/>
                <a:gd name="T45" fmla="*/ 128 h 138"/>
                <a:gd name="T46" fmla="*/ 105 w 136"/>
                <a:gd name="T47" fmla="*/ 105 h 138"/>
                <a:gd name="T48" fmla="*/ 118 w 136"/>
                <a:gd name="T49" fmla="*/ 124 h 138"/>
                <a:gd name="T50" fmla="*/ 114 w 136"/>
                <a:gd name="T51" fmla="*/ 105 h 138"/>
                <a:gd name="T52" fmla="*/ 108 w 136"/>
                <a:gd name="T53" fmla="*/ 102 h 138"/>
                <a:gd name="T54" fmla="*/ 115 w 136"/>
                <a:gd name="T55" fmla="*/ 82 h 138"/>
                <a:gd name="T56" fmla="*/ 102 w 136"/>
                <a:gd name="T57" fmla="*/ 7 h 138"/>
                <a:gd name="T58" fmla="*/ 127 w 136"/>
                <a:gd name="T59" fmla="*/ 18 h 138"/>
                <a:gd name="T60" fmla="*/ 98 w 136"/>
                <a:gd name="T61" fmla="*/ 105 h 138"/>
                <a:gd name="T62" fmla="*/ 23 w 136"/>
                <a:gd name="T63" fmla="*/ 133 h 138"/>
                <a:gd name="T64" fmla="*/ 104 w 136"/>
                <a:gd name="T65" fmla="*/ 127 h 138"/>
                <a:gd name="T66" fmla="*/ 115 w 136"/>
                <a:gd name="T67" fmla="*/ 113 h 138"/>
                <a:gd name="T68" fmla="*/ 89 w 136"/>
                <a:gd name="T69" fmla="*/ 110 h 138"/>
                <a:gd name="T70" fmla="*/ 74 w 136"/>
                <a:gd name="T71" fmla="*/ 118 h 138"/>
                <a:gd name="T72" fmla="*/ 4 w 136"/>
                <a:gd name="T73" fmla="*/ 127 h 138"/>
                <a:gd name="T74" fmla="*/ 2 w 136"/>
                <a:gd name="T75" fmla="*/ 121 h 138"/>
                <a:gd name="T76" fmla="*/ 120 w 136"/>
                <a:gd name="T77" fmla="*/ 123 h 138"/>
                <a:gd name="T78" fmla="*/ 102 w 136"/>
                <a:gd name="T79" fmla="*/ 108 h 138"/>
                <a:gd name="T80" fmla="*/ 128 w 136"/>
                <a:gd name="T81" fmla="*/ 32 h 138"/>
                <a:gd name="T82" fmla="*/ 104 w 136"/>
                <a:gd name="T83" fmla="*/ 103 h 138"/>
                <a:gd name="T84" fmla="*/ 116 w 136"/>
                <a:gd name="T85" fmla="*/ 72 h 138"/>
                <a:gd name="T86" fmla="*/ 128 w 136"/>
                <a:gd name="T87" fmla="*/ 44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36" h="138">
                  <a:moveTo>
                    <a:pt x="26" y="138"/>
                  </a:moveTo>
                  <a:cubicBezTo>
                    <a:pt x="16" y="138"/>
                    <a:pt x="9" y="136"/>
                    <a:pt x="5" y="131"/>
                  </a:cubicBezTo>
                  <a:cubicBezTo>
                    <a:pt x="2" y="129"/>
                    <a:pt x="0" y="125"/>
                    <a:pt x="0" y="120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1" y="119"/>
                    <a:pt x="1" y="119"/>
                    <a:pt x="1" y="119"/>
                  </a:cubicBezTo>
                  <a:cubicBezTo>
                    <a:pt x="2" y="119"/>
                    <a:pt x="3" y="119"/>
                    <a:pt x="4" y="120"/>
                  </a:cubicBezTo>
                  <a:cubicBezTo>
                    <a:pt x="5" y="121"/>
                    <a:pt x="5" y="123"/>
                    <a:pt x="5" y="124"/>
                  </a:cubicBezTo>
                  <a:cubicBezTo>
                    <a:pt x="5" y="126"/>
                    <a:pt x="5" y="128"/>
                    <a:pt x="6" y="128"/>
                  </a:cubicBezTo>
                  <a:cubicBezTo>
                    <a:pt x="11" y="131"/>
                    <a:pt x="17" y="132"/>
                    <a:pt x="23" y="132"/>
                  </a:cubicBezTo>
                  <a:cubicBezTo>
                    <a:pt x="37" y="132"/>
                    <a:pt x="49" y="125"/>
                    <a:pt x="63" y="118"/>
                  </a:cubicBezTo>
                  <a:cubicBezTo>
                    <a:pt x="74" y="112"/>
                    <a:pt x="85" y="106"/>
                    <a:pt x="97" y="104"/>
                  </a:cubicBezTo>
                  <a:cubicBezTo>
                    <a:pt x="97" y="104"/>
                    <a:pt x="97" y="104"/>
                    <a:pt x="97" y="104"/>
                  </a:cubicBezTo>
                  <a:cubicBezTo>
                    <a:pt x="99" y="100"/>
                    <a:pt x="100" y="96"/>
                    <a:pt x="100" y="90"/>
                  </a:cubicBezTo>
                  <a:cubicBezTo>
                    <a:pt x="100" y="90"/>
                    <a:pt x="100" y="90"/>
                    <a:pt x="100" y="90"/>
                  </a:cubicBezTo>
                  <a:cubicBezTo>
                    <a:pt x="100" y="90"/>
                    <a:pt x="100" y="90"/>
                    <a:pt x="100" y="90"/>
                  </a:cubicBezTo>
                  <a:cubicBezTo>
                    <a:pt x="109" y="81"/>
                    <a:pt x="132" y="42"/>
                    <a:pt x="125" y="18"/>
                  </a:cubicBezTo>
                  <a:cubicBezTo>
                    <a:pt x="124" y="12"/>
                    <a:pt x="117" y="4"/>
                    <a:pt x="111" y="4"/>
                  </a:cubicBezTo>
                  <a:cubicBezTo>
                    <a:pt x="108" y="4"/>
                    <a:pt x="105" y="7"/>
                    <a:pt x="103" y="11"/>
                  </a:cubicBezTo>
                  <a:cubicBezTo>
                    <a:pt x="102" y="12"/>
                    <a:pt x="102" y="12"/>
                    <a:pt x="102" y="12"/>
                  </a:cubicBezTo>
                  <a:cubicBezTo>
                    <a:pt x="101" y="11"/>
                    <a:pt x="101" y="11"/>
                    <a:pt x="101" y="11"/>
                  </a:cubicBezTo>
                  <a:cubicBezTo>
                    <a:pt x="100" y="9"/>
                    <a:pt x="100" y="8"/>
                    <a:pt x="101" y="6"/>
                  </a:cubicBezTo>
                  <a:cubicBezTo>
                    <a:pt x="103" y="2"/>
                    <a:pt x="109" y="0"/>
                    <a:pt x="114" y="0"/>
                  </a:cubicBezTo>
                  <a:cubicBezTo>
                    <a:pt x="114" y="0"/>
                    <a:pt x="114" y="0"/>
                    <a:pt x="115" y="0"/>
                  </a:cubicBezTo>
                  <a:cubicBezTo>
                    <a:pt x="127" y="1"/>
                    <a:pt x="133" y="14"/>
                    <a:pt x="134" y="26"/>
                  </a:cubicBezTo>
                  <a:cubicBezTo>
                    <a:pt x="136" y="44"/>
                    <a:pt x="125" y="66"/>
                    <a:pt x="117" y="83"/>
                  </a:cubicBezTo>
                  <a:cubicBezTo>
                    <a:pt x="113" y="90"/>
                    <a:pt x="110" y="96"/>
                    <a:pt x="109" y="101"/>
                  </a:cubicBezTo>
                  <a:cubicBezTo>
                    <a:pt x="120" y="101"/>
                    <a:pt x="125" y="110"/>
                    <a:pt x="125" y="119"/>
                  </a:cubicBezTo>
                  <a:cubicBezTo>
                    <a:pt x="125" y="128"/>
                    <a:pt x="120" y="137"/>
                    <a:pt x="111" y="137"/>
                  </a:cubicBezTo>
                  <a:cubicBezTo>
                    <a:pt x="107" y="137"/>
                    <a:pt x="104" y="136"/>
                    <a:pt x="100" y="134"/>
                  </a:cubicBezTo>
                  <a:cubicBezTo>
                    <a:pt x="100" y="133"/>
                    <a:pt x="100" y="133"/>
                    <a:pt x="100" y="133"/>
                  </a:cubicBezTo>
                  <a:cubicBezTo>
                    <a:pt x="100" y="133"/>
                    <a:pt x="100" y="133"/>
                    <a:pt x="100" y="133"/>
                  </a:cubicBezTo>
                  <a:cubicBezTo>
                    <a:pt x="98" y="130"/>
                    <a:pt x="98" y="125"/>
                    <a:pt x="97" y="120"/>
                  </a:cubicBezTo>
                  <a:cubicBezTo>
                    <a:pt x="97" y="116"/>
                    <a:pt x="97" y="113"/>
                    <a:pt x="96" y="110"/>
                  </a:cubicBezTo>
                  <a:cubicBezTo>
                    <a:pt x="95" y="110"/>
                    <a:pt x="95" y="110"/>
                    <a:pt x="94" y="110"/>
                  </a:cubicBezTo>
                  <a:cubicBezTo>
                    <a:pt x="92" y="111"/>
                    <a:pt x="92" y="111"/>
                    <a:pt x="92" y="111"/>
                  </a:cubicBezTo>
                  <a:cubicBezTo>
                    <a:pt x="91" y="112"/>
                    <a:pt x="89" y="113"/>
                    <a:pt x="87" y="115"/>
                  </a:cubicBezTo>
                  <a:cubicBezTo>
                    <a:pt x="77" y="121"/>
                    <a:pt x="61" y="132"/>
                    <a:pt x="48" y="135"/>
                  </a:cubicBezTo>
                  <a:cubicBezTo>
                    <a:pt x="41" y="137"/>
                    <a:pt x="33" y="138"/>
                    <a:pt x="26" y="138"/>
                  </a:cubicBezTo>
                  <a:close/>
                  <a:moveTo>
                    <a:pt x="5" y="129"/>
                  </a:moveTo>
                  <a:cubicBezTo>
                    <a:pt x="5" y="130"/>
                    <a:pt x="5" y="130"/>
                    <a:pt x="6" y="130"/>
                  </a:cubicBezTo>
                  <a:cubicBezTo>
                    <a:pt x="10" y="134"/>
                    <a:pt x="17" y="137"/>
                    <a:pt x="26" y="137"/>
                  </a:cubicBezTo>
                  <a:cubicBezTo>
                    <a:pt x="33" y="137"/>
                    <a:pt x="41" y="135"/>
                    <a:pt x="48" y="134"/>
                  </a:cubicBezTo>
                  <a:cubicBezTo>
                    <a:pt x="61" y="130"/>
                    <a:pt x="76" y="120"/>
                    <a:pt x="86" y="114"/>
                  </a:cubicBezTo>
                  <a:cubicBezTo>
                    <a:pt x="82" y="115"/>
                    <a:pt x="78" y="117"/>
                    <a:pt x="75" y="119"/>
                  </a:cubicBezTo>
                  <a:cubicBezTo>
                    <a:pt x="66" y="124"/>
                    <a:pt x="57" y="129"/>
                    <a:pt x="48" y="129"/>
                  </a:cubicBezTo>
                  <a:cubicBezTo>
                    <a:pt x="44" y="129"/>
                    <a:pt x="44" y="129"/>
                    <a:pt x="44" y="129"/>
                  </a:cubicBezTo>
                  <a:cubicBezTo>
                    <a:pt x="48" y="128"/>
                    <a:pt x="48" y="128"/>
                    <a:pt x="48" y="128"/>
                  </a:cubicBezTo>
                  <a:cubicBezTo>
                    <a:pt x="54" y="126"/>
                    <a:pt x="59" y="123"/>
                    <a:pt x="65" y="120"/>
                  </a:cubicBezTo>
                  <a:cubicBezTo>
                    <a:pt x="75" y="114"/>
                    <a:pt x="85" y="108"/>
                    <a:pt x="96" y="108"/>
                  </a:cubicBezTo>
                  <a:cubicBezTo>
                    <a:pt x="96" y="108"/>
                    <a:pt x="96" y="108"/>
                    <a:pt x="96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9"/>
                    <a:pt x="97" y="109"/>
                    <a:pt x="97" y="109"/>
                  </a:cubicBezTo>
                  <a:cubicBezTo>
                    <a:pt x="98" y="112"/>
                    <a:pt x="99" y="116"/>
                    <a:pt x="99" y="120"/>
                  </a:cubicBezTo>
                  <a:cubicBezTo>
                    <a:pt x="99" y="124"/>
                    <a:pt x="100" y="129"/>
                    <a:pt x="101" y="132"/>
                  </a:cubicBezTo>
                  <a:cubicBezTo>
                    <a:pt x="104" y="134"/>
                    <a:pt x="108" y="135"/>
                    <a:pt x="111" y="135"/>
                  </a:cubicBezTo>
                  <a:cubicBezTo>
                    <a:pt x="118" y="135"/>
                    <a:pt x="122" y="129"/>
                    <a:pt x="123" y="123"/>
                  </a:cubicBezTo>
                  <a:cubicBezTo>
                    <a:pt x="122" y="124"/>
                    <a:pt x="121" y="125"/>
                    <a:pt x="119" y="125"/>
                  </a:cubicBezTo>
                  <a:cubicBezTo>
                    <a:pt x="118" y="125"/>
                    <a:pt x="118" y="125"/>
                    <a:pt x="118" y="125"/>
                  </a:cubicBezTo>
                  <a:cubicBezTo>
                    <a:pt x="118" y="127"/>
                    <a:pt x="117" y="128"/>
                    <a:pt x="117" y="129"/>
                  </a:cubicBezTo>
                  <a:cubicBezTo>
                    <a:pt x="117" y="129"/>
                    <a:pt x="117" y="129"/>
                    <a:pt x="117" y="129"/>
                  </a:cubicBezTo>
                  <a:cubicBezTo>
                    <a:pt x="117" y="129"/>
                    <a:pt x="117" y="129"/>
                    <a:pt x="117" y="129"/>
                  </a:cubicBezTo>
                  <a:cubicBezTo>
                    <a:pt x="115" y="130"/>
                    <a:pt x="114" y="130"/>
                    <a:pt x="113" y="130"/>
                  </a:cubicBezTo>
                  <a:cubicBezTo>
                    <a:pt x="113" y="130"/>
                    <a:pt x="113" y="130"/>
                    <a:pt x="113" y="130"/>
                  </a:cubicBezTo>
                  <a:cubicBezTo>
                    <a:pt x="111" y="130"/>
                    <a:pt x="109" y="130"/>
                    <a:pt x="108" y="129"/>
                  </a:cubicBezTo>
                  <a:cubicBezTo>
                    <a:pt x="106" y="129"/>
                    <a:pt x="105" y="128"/>
                    <a:pt x="103" y="128"/>
                  </a:cubicBezTo>
                  <a:cubicBezTo>
                    <a:pt x="103" y="128"/>
                    <a:pt x="103" y="128"/>
                    <a:pt x="103" y="128"/>
                  </a:cubicBezTo>
                  <a:cubicBezTo>
                    <a:pt x="103" y="128"/>
                    <a:pt x="103" y="128"/>
                    <a:pt x="103" y="128"/>
                  </a:cubicBezTo>
                  <a:cubicBezTo>
                    <a:pt x="100" y="122"/>
                    <a:pt x="100" y="110"/>
                    <a:pt x="104" y="105"/>
                  </a:cubicBezTo>
                  <a:cubicBezTo>
                    <a:pt x="105" y="105"/>
                    <a:pt x="105" y="105"/>
                    <a:pt x="105" y="105"/>
                  </a:cubicBezTo>
                  <a:cubicBezTo>
                    <a:pt x="105" y="105"/>
                    <a:pt x="105" y="105"/>
                    <a:pt x="105" y="105"/>
                  </a:cubicBezTo>
                  <a:cubicBezTo>
                    <a:pt x="110" y="106"/>
                    <a:pt x="114" y="108"/>
                    <a:pt x="116" y="112"/>
                  </a:cubicBezTo>
                  <a:cubicBezTo>
                    <a:pt x="118" y="116"/>
                    <a:pt x="119" y="120"/>
                    <a:pt x="118" y="124"/>
                  </a:cubicBezTo>
                  <a:cubicBezTo>
                    <a:pt x="118" y="124"/>
                    <a:pt x="118" y="124"/>
                    <a:pt x="118" y="124"/>
                  </a:cubicBezTo>
                  <a:cubicBezTo>
                    <a:pt x="121" y="119"/>
                    <a:pt x="119" y="116"/>
                    <a:pt x="117" y="112"/>
                  </a:cubicBezTo>
                  <a:cubicBezTo>
                    <a:pt x="116" y="110"/>
                    <a:pt x="115" y="109"/>
                    <a:pt x="114" y="106"/>
                  </a:cubicBezTo>
                  <a:cubicBezTo>
                    <a:pt x="114" y="105"/>
                    <a:pt x="114" y="105"/>
                    <a:pt x="114" y="105"/>
                  </a:cubicBezTo>
                  <a:cubicBezTo>
                    <a:pt x="115" y="105"/>
                    <a:pt x="115" y="105"/>
                    <a:pt x="115" y="105"/>
                  </a:cubicBezTo>
                  <a:cubicBezTo>
                    <a:pt x="117" y="106"/>
                    <a:pt x="121" y="109"/>
                    <a:pt x="123" y="113"/>
                  </a:cubicBezTo>
                  <a:cubicBezTo>
                    <a:pt x="121" y="107"/>
                    <a:pt x="116" y="102"/>
                    <a:pt x="108" y="102"/>
                  </a:cubicBezTo>
                  <a:cubicBezTo>
                    <a:pt x="107" y="102"/>
                    <a:pt x="107" y="102"/>
                    <a:pt x="107" y="102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8" y="97"/>
                    <a:pt x="112" y="90"/>
                    <a:pt x="115" y="82"/>
                  </a:cubicBezTo>
                  <a:cubicBezTo>
                    <a:pt x="124" y="65"/>
                    <a:pt x="134" y="44"/>
                    <a:pt x="133" y="26"/>
                  </a:cubicBezTo>
                  <a:cubicBezTo>
                    <a:pt x="131" y="15"/>
                    <a:pt x="126" y="3"/>
                    <a:pt x="115" y="2"/>
                  </a:cubicBezTo>
                  <a:cubicBezTo>
                    <a:pt x="110" y="1"/>
                    <a:pt x="104" y="4"/>
                    <a:pt x="102" y="7"/>
                  </a:cubicBezTo>
                  <a:cubicBezTo>
                    <a:pt x="102" y="7"/>
                    <a:pt x="102" y="8"/>
                    <a:pt x="102" y="9"/>
                  </a:cubicBezTo>
                  <a:cubicBezTo>
                    <a:pt x="105" y="4"/>
                    <a:pt x="109" y="3"/>
                    <a:pt x="111" y="3"/>
                  </a:cubicBezTo>
                  <a:cubicBezTo>
                    <a:pt x="118" y="3"/>
                    <a:pt x="125" y="11"/>
                    <a:pt x="127" y="18"/>
                  </a:cubicBezTo>
                  <a:cubicBezTo>
                    <a:pt x="133" y="42"/>
                    <a:pt x="110" y="81"/>
                    <a:pt x="101" y="91"/>
                  </a:cubicBezTo>
                  <a:cubicBezTo>
                    <a:pt x="102" y="96"/>
                    <a:pt x="100" y="100"/>
                    <a:pt x="99" y="104"/>
                  </a:cubicBezTo>
                  <a:cubicBezTo>
                    <a:pt x="98" y="105"/>
                    <a:pt x="98" y="105"/>
                    <a:pt x="98" y="105"/>
                  </a:cubicBezTo>
                  <a:cubicBezTo>
                    <a:pt x="98" y="105"/>
                    <a:pt x="98" y="105"/>
                    <a:pt x="98" y="105"/>
                  </a:cubicBezTo>
                  <a:cubicBezTo>
                    <a:pt x="86" y="107"/>
                    <a:pt x="75" y="113"/>
                    <a:pt x="64" y="119"/>
                  </a:cubicBezTo>
                  <a:cubicBezTo>
                    <a:pt x="51" y="126"/>
                    <a:pt x="37" y="133"/>
                    <a:pt x="23" y="133"/>
                  </a:cubicBezTo>
                  <a:cubicBezTo>
                    <a:pt x="17" y="133"/>
                    <a:pt x="11" y="132"/>
                    <a:pt x="5" y="129"/>
                  </a:cubicBezTo>
                  <a:cubicBezTo>
                    <a:pt x="5" y="129"/>
                    <a:pt x="5" y="129"/>
                    <a:pt x="5" y="129"/>
                  </a:cubicBezTo>
                  <a:close/>
                  <a:moveTo>
                    <a:pt x="104" y="127"/>
                  </a:moveTo>
                  <a:cubicBezTo>
                    <a:pt x="106" y="127"/>
                    <a:pt x="107" y="127"/>
                    <a:pt x="108" y="128"/>
                  </a:cubicBezTo>
                  <a:cubicBezTo>
                    <a:pt x="111" y="129"/>
                    <a:pt x="113" y="129"/>
                    <a:pt x="116" y="128"/>
                  </a:cubicBezTo>
                  <a:cubicBezTo>
                    <a:pt x="118" y="123"/>
                    <a:pt x="118" y="117"/>
                    <a:pt x="115" y="113"/>
                  </a:cubicBezTo>
                  <a:cubicBezTo>
                    <a:pt x="113" y="110"/>
                    <a:pt x="109" y="107"/>
                    <a:pt x="105" y="107"/>
                  </a:cubicBezTo>
                  <a:cubicBezTo>
                    <a:pt x="102" y="111"/>
                    <a:pt x="102" y="121"/>
                    <a:pt x="104" y="127"/>
                  </a:cubicBezTo>
                  <a:close/>
                  <a:moveTo>
                    <a:pt x="89" y="110"/>
                  </a:moveTo>
                  <a:cubicBezTo>
                    <a:pt x="81" y="112"/>
                    <a:pt x="73" y="117"/>
                    <a:pt x="65" y="121"/>
                  </a:cubicBezTo>
                  <a:cubicBezTo>
                    <a:pt x="61" y="123"/>
                    <a:pt x="57" y="125"/>
                    <a:pt x="53" y="127"/>
                  </a:cubicBezTo>
                  <a:cubicBezTo>
                    <a:pt x="60" y="126"/>
                    <a:pt x="67" y="122"/>
                    <a:pt x="74" y="118"/>
                  </a:cubicBezTo>
                  <a:cubicBezTo>
                    <a:pt x="79" y="115"/>
                    <a:pt x="84" y="112"/>
                    <a:pt x="89" y="110"/>
                  </a:cubicBezTo>
                  <a:close/>
                  <a:moveTo>
                    <a:pt x="2" y="121"/>
                  </a:moveTo>
                  <a:cubicBezTo>
                    <a:pt x="2" y="123"/>
                    <a:pt x="3" y="125"/>
                    <a:pt x="4" y="127"/>
                  </a:cubicBezTo>
                  <a:cubicBezTo>
                    <a:pt x="3" y="127"/>
                    <a:pt x="3" y="125"/>
                    <a:pt x="3" y="124"/>
                  </a:cubicBezTo>
                  <a:cubicBezTo>
                    <a:pt x="3" y="123"/>
                    <a:pt x="4" y="122"/>
                    <a:pt x="3" y="121"/>
                  </a:cubicBezTo>
                  <a:cubicBezTo>
                    <a:pt x="3" y="121"/>
                    <a:pt x="3" y="121"/>
                    <a:pt x="2" y="121"/>
                  </a:cubicBezTo>
                  <a:close/>
                  <a:moveTo>
                    <a:pt x="116" y="108"/>
                  </a:moveTo>
                  <a:cubicBezTo>
                    <a:pt x="117" y="109"/>
                    <a:pt x="118" y="110"/>
                    <a:pt x="118" y="111"/>
                  </a:cubicBezTo>
                  <a:cubicBezTo>
                    <a:pt x="120" y="115"/>
                    <a:pt x="122" y="118"/>
                    <a:pt x="120" y="123"/>
                  </a:cubicBezTo>
                  <a:cubicBezTo>
                    <a:pt x="122" y="122"/>
                    <a:pt x="123" y="121"/>
                    <a:pt x="123" y="119"/>
                  </a:cubicBezTo>
                  <a:cubicBezTo>
                    <a:pt x="123" y="115"/>
                    <a:pt x="119" y="110"/>
                    <a:pt x="116" y="108"/>
                  </a:cubicBezTo>
                  <a:close/>
                  <a:moveTo>
                    <a:pt x="102" y="108"/>
                  </a:moveTo>
                  <a:cubicBezTo>
                    <a:pt x="103" y="103"/>
                    <a:pt x="103" y="103"/>
                    <a:pt x="103" y="103"/>
                  </a:cubicBezTo>
                  <a:cubicBezTo>
                    <a:pt x="104" y="92"/>
                    <a:pt x="109" y="82"/>
                    <a:pt x="114" y="72"/>
                  </a:cubicBezTo>
                  <a:cubicBezTo>
                    <a:pt x="121" y="60"/>
                    <a:pt x="127" y="47"/>
                    <a:pt x="128" y="32"/>
                  </a:cubicBezTo>
                  <a:cubicBezTo>
                    <a:pt x="130" y="32"/>
                    <a:pt x="130" y="32"/>
                    <a:pt x="130" y="32"/>
                  </a:cubicBezTo>
                  <a:cubicBezTo>
                    <a:pt x="131" y="51"/>
                    <a:pt x="122" y="68"/>
                    <a:pt x="114" y="84"/>
                  </a:cubicBezTo>
                  <a:cubicBezTo>
                    <a:pt x="110" y="90"/>
                    <a:pt x="107" y="97"/>
                    <a:pt x="104" y="103"/>
                  </a:cubicBezTo>
                  <a:lnTo>
                    <a:pt x="102" y="108"/>
                  </a:lnTo>
                  <a:close/>
                  <a:moveTo>
                    <a:pt x="128" y="44"/>
                  </a:moveTo>
                  <a:cubicBezTo>
                    <a:pt x="125" y="54"/>
                    <a:pt x="120" y="63"/>
                    <a:pt x="116" y="72"/>
                  </a:cubicBezTo>
                  <a:cubicBezTo>
                    <a:pt x="111" y="81"/>
                    <a:pt x="107" y="89"/>
                    <a:pt x="105" y="97"/>
                  </a:cubicBezTo>
                  <a:cubicBezTo>
                    <a:pt x="108" y="92"/>
                    <a:pt x="110" y="88"/>
                    <a:pt x="112" y="83"/>
                  </a:cubicBezTo>
                  <a:cubicBezTo>
                    <a:pt x="119" y="71"/>
                    <a:pt x="126" y="58"/>
                    <a:pt x="128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79" name="Picture Placeholder 33" descr="An empty placeholder to add an image. Click on the placeholder and select the image that you wish to add."/>
          <p:cNvSpPr>
            <a:spLocks noGrp="1"/>
          </p:cNvSpPr>
          <p:nvPr>
            <p:ph type="pic" sz="quarter" idx="19"/>
          </p:nvPr>
        </p:nvSpPr>
        <p:spPr>
          <a:xfrm>
            <a:off x="1249168" y="1824285"/>
            <a:ext cx="2715289" cy="2776308"/>
          </a:xfrm>
          <a:solidFill>
            <a:schemeClr val="bg2"/>
          </a:solidFill>
          <a:ln w="38100">
            <a:solidFill>
              <a:schemeClr val="bg1"/>
            </a:solidFill>
          </a:ln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dirty="0"/>
          </a:p>
        </p:txBody>
      </p:sp>
      <p:sp>
        <p:nvSpPr>
          <p:cNvPr id="81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5212" y="4947405"/>
            <a:ext cx="2743200" cy="914400"/>
          </a:xfrm>
        </p:spPr>
        <p:txBody>
          <a:bodyPr>
            <a:normAutofit/>
          </a:bodyPr>
          <a:lstStyle>
            <a:lvl1pPr marL="0" indent="0">
              <a:spcBef>
                <a:spcPts val="16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84" name="Group 83"/>
          <p:cNvGrpSpPr>
            <a:grpSpLocks noChangeAspect="1"/>
          </p:cNvGrpSpPr>
          <p:nvPr userDrawn="1"/>
        </p:nvGrpSpPr>
        <p:grpSpPr>
          <a:xfrm rot="5400000">
            <a:off x="4517135" y="1678105"/>
            <a:ext cx="3123347" cy="3089730"/>
            <a:chOff x="895350" y="3313113"/>
            <a:chExt cx="3613151" cy="2790825"/>
          </a:xfrm>
          <a:solidFill>
            <a:schemeClr val="tx1">
              <a:lumMod val="50000"/>
            </a:schemeClr>
          </a:solidFill>
        </p:grpSpPr>
        <p:sp>
          <p:nvSpPr>
            <p:cNvPr id="85" name="Freeform 41"/>
            <p:cNvSpPr>
              <a:spLocks/>
            </p:cNvSpPr>
            <p:nvPr/>
          </p:nvSpPr>
          <p:spPr bwMode="auto">
            <a:xfrm>
              <a:off x="963613" y="3725863"/>
              <a:ext cx="11113" cy="1952625"/>
            </a:xfrm>
            <a:custGeom>
              <a:avLst/>
              <a:gdLst>
                <a:gd name="T0" fmla="*/ 3 w 5"/>
                <a:gd name="T1" fmla="*/ 0 h 868"/>
                <a:gd name="T2" fmla="*/ 4 w 5"/>
                <a:gd name="T3" fmla="*/ 217 h 868"/>
                <a:gd name="T4" fmla="*/ 3 w 5"/>
                <a:gd name="T5" fmla="*/ 326 h 868"/>
                <a:gd name="T6" fmla="*/ 4 w 5"/>
                <a:gd name="T7" fmla="*/ 434 h 868"/>
                <a:gd name="T8" fmla="*/ 4 w 5"/>
                <a:gd name="T9" fmla="*/ 651 h 868"/>
                <a:gd name="T10" fmla="*/ 4 w 5"/>
                <a:gd name="T11" fmla="*/ 760 h 868"/>
                <a:gd name="T12" fmla="*/ 3 w 5"/>
                <a:gd name="T13" fmla="*/ 868 h 868"/>
                <a:gd name="T14" fmla="*/ 2 w 5"/>
                <a:gd name="T15" fmla="*/ 868 h 868"/>
                <a:gd name="T16" fmla="*/ 1 w 5"/>
                <a:gd name="T17" fmla="*/ 760 h 868"/>
                <a:gd name="T18" fmla="*/ 0 w 5"/>
                <a:gd name="T19" fmla="*/ 651 h 868"/>
                <a:gd name="T20" fmla="*/ 1 w 5"/>
                <a:gd name="T21" fmla="*/ 434 h 868"/>
                <a:gd name="T22" fmla="*/ 2 w 5"/>
                <a:gd name="T23" fmla="*/ 326 h 868"/>
                <a:gd name="T24" fmla="*/ 1 w 5"/>
                <a:gd name="T25" fmla="*/ 217 h 868"/>
                <a:gd name="T26" fmla="*/ 2 w 5"/>
                <a:gd name="T27" fmla="*/ 0 h 868"/>
                <a:gd name="T28" fmla="*/ 3 w 5"/>
                <a:gd name="T29" fmla="*/ 0 h 8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" h="868">
                  <a:moveTo>
                    <a:pt x="3" y="0"/>
                  </a:moveTo>
                  <a:cubicBezTo>
                    <a:pt x="4" y="73"/>
                    <a:pt x="4" y="145"/>
                    <a:pt x="4" y="217"/>
                  </a:cubicBezTo>
                  <a:cubicBezTo>
                    <a:pt x="4" y="253"/>
                    <a:pt x="3" y="290"/>
                    <a:pt x="3" y="326"/>
                  </a:cubicBezTo>
                  <a:cubicBezTo>
                    <a:pt x="3" y="362"/>
                    <a:pt x="3" y="398"/>
                    <a:pt x="4" y="434"/>
                  </a:cubicBezTo>
                  <a:cubicBezTo>
                    <a:pt x="4" y="507"/>
                    <a:pt x="5" y="579"/>
                    <a:pt x="4" y="651"/>
                  </a:cubicBezTo>
                  <a:cubicBezTo>
                    <a:pt x="5" y="687"/>
                    <a:pt x="4" y="724"/>
                    <a:pt x="4" y="760"/>
                  </a:cubicBezTo>
                  <a:cubicBezTo>
                    <a:pt x="4" y="796"/>
                    <a:pt x="3" y="832"/>
                    <a:pt x="3" y="868"/>
                  </a:cubicBezTo>
                  <a:cubicBezTo>
                    <a:pt x="2" y="868"/>
                    <a:pt x="2" y="868"/>
                    <a:pt x="2" y="868"/>
                  </a:cubicBezTo>
                  <a:cubicBezTo>
                    <a:pt x="2" y="832"/>
                    <a:pt x="1" y="796"/>
                    <a:pt x="1" y="760"/>
                  </a:cubicBezTo>
                  <a:cubicBezTo>
                    <a:pt x="1" y="724"/>
                    <a:pt x="0" y="687"/>
                    <a:pt x="0" y="651"/>
                  </a:cubicBezTo>
                  <a:cubicBezTo>
                    <a:pt x="0" y="579"/>
                    <a:pt x="1" y="507"/>
                    <a:pt x="1" y="434"/>
                  </a:cubicBezTo>
                  <a:cubicBezTo>
                    <a:pt x="2" y="398"/>
                    <a:pt x="2" y="362"/>
                    <a:pt x="2" y="326"/>
                  </a:cubicBezTo>
                  <a:cubicBezTo>
                    <a:pt x="2" y="290"/>
                    <a:pt x="1" y="253"/>
                    <a:pt x="1" y="217"/>
                  </a:cubicBezTo>
                  <a:cubicBezTo>
                    <a:pt x="0" y="145"/>
                    <a:pt x="1" y="73"/>
                    <a:pt x="2" y="0"/>
                  </a:cubicBezTo>
                  <a:lnTo>
                    <a:pt x="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86" name="Freeform 42"/>
            <p:cNvSpPr>
              <a:spLocks/>
            </p:cNvSpPr>
            <p:nvPr/>
          </p:nvSpPr>
          <p:spPr bwMode="auto">
            <a:xfrm>
              <a:off x="1350963" y="6038850"/>
              <a:ext cx="2736850" cy="11113"/>
            </a:xfrm>
            <a:custGeom>
              <a:avLst/>
              <a:gdLst>
                <a:gd name="T0" fmla="*/ 0 w 1216"/>
                <a:gd name="T1" fmla="*/ 2 h 5"/>
                <a:gd name="T2" fmla="*/ 304 w 1216"/>
                <a:gd name="T3" fmla="*/ 1 h 5"/>
                <a:gd name="T4" fmla="*/ 456 w 1216"/>
                <a:gd name="T5" fmla="*/ 2 h 5"/>
                <a:gd name="T6" fmla="*/ 608 w 1216"/>
                <a:gd name="T7" fmla="*/ 1 h 5"/>
                <a:gd name="T8" fmla="*/ 912 w 1216"/>
                <a:gd name="T9" fmla="*/ 0 h 5"/>
                <a:gd name="T10" fmla="*/ 1064 w 1216"/>
                <a:gd name="T11" fmla="*/ 1 h 5"/>
                <a:gd name="T12" fmla="*/ 1216 w 1216"/>
                <a:gd name="T13" fmla="*/ 2 h 5"/>
                <a:gd name="T14" fmla="*/ 1216 w 1216"/>
                <a:gd name="T15" fmla="*/ 2 h 5"/>
                <a:gd name="T16" fmla="*/ 1064 w 1216"/>
                <a:gd name="T17" fmla="*/ 4 h 5"/>
                <a:gd name="T18" fmla="*/ 912 w 1216"/>
                <a:gd name="T19" fmla="*/ 4 h 5"/>
                <a:gd name="T20" fmla="*/ 608 w 1216"/>
                <a:gd name="T21" fmla="*/ 3 h 5"/>
                <a:gd name="T22" fmla="*/ 456 w 1216"/>
                <a:gd name="T23" fmla="*/ 3 h 5"/>
                <a:gd name="T24" fmla="*/ 304 w 1216"/>
                <a:gd name="T25" fmla="*/ 4 h 5"/>
                <a:gd name="T26" fmla="*/ 0 w 1216"/>
                <a:gd name="T27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16" h="5">
                  <a:moveTo>
                    <a:pt x="0" y="2"/>
                  </a:moveTo>
                  <a:cubicBezTo>
                    <a:pt x="101" y="1"/>
                    <a:pt x="202" y="0"/>
                    <a:pt x="304" y="1"/>
                  </a:cubicBezTo>
                  <a:cubicBezTo>
                    <a:pt x="354" y="1"/>
                    <a:pt x="405" y="2"/>
                    <a:pt x="456" y="2"/>
                  </a:cubicBezTo>
                  <a:cubicBezTo>
                    <a:pt x="506" y="2"/>
                    <a:pt x="557" y="1"/>
                    <a:pt x="608" y="1"/>
                  </a:cubicBezTo>
                  <a:cubicBezTo>
                    <a:pt x="709" y="1"/>
                    <a:pt x="810" y="0"/>
                    <a:pt x="912" y="0"/>
                  </a:cubicBezTo>
                  <a:cubicBezTo>
                    <a:pt x="962" y="0"/>
                    <a:pt x="1013" y="1"/>
                    <a:pt x="1064" y="1"/>
                  </a:cubicBezTo>
                  <a:cubicBezTo>
                    <a:pt x="1114" y="1"/>
                    <a:pt x="1165" y="1"/>
                    <a:pt x="1216" y="2"/>
                  </a:cubicBezTo>
                  <a:cubicBezTo>
                    <a:pt x="1216" y="2"/>
                    <a:pt x="1216" y="2"/>
                    <a:pt x="1216" y="2"/>
                  </a:cubicBezTo>
                  <a:cubicBezTo>
                    <a:pt x="1165" y="3"/>
                    <a:pt x="1114" y="3"/>
                    <a:pt x="1064" y="4"/>
                  </a:cubicBezTo>
                  <a:cubicBezTo>
                    <a:pt x="1013" y="4"/>
                    <a:pt x="962" y="4"/>
                    <a:pt x="912" y="4"/>
                  </a:cubicBezTo>
                  <a:cubicBezTo>
                    <a:pt x="810" y="5"/>
                    <a:pt x="709" y="4"/>
                    <a:pt x="608" y="3"/>
                  </a:cubicBezTo>
                  <a:cubicBezTo>
                    <a:pt x="557" y="3"/>
                    <a:pt x="506" y="3"/>
                    <a:pt x="456" y="3"/>
                  </a:cubicBezTo>
                  <a:cubicBezTo>
                    <a:pt x="405" y="3"/>
                    <a:pt x="354" y="4"/>
                    <a:pt x="304" y="4"/>
                  </a:cubicBezTo>
                  <a:cubicBezTo>
                    <a:pt x="202" y="4"/>
                    <a:pt x="101" y="4"/>
                    <a:pt x="0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87" name="Freeform 43"/>
            <p:cNvSpPr>
              <a:spLocks/>
            </p:cNvSpPr>
            <p:nvPr/>
          </p:nvSpPr>
          <p:spPr bwMode="auto">
            <a:xfrm>
              <a:off x="1330325" y="3378200"/>
              <a:ext cx="2743200" cy="11113"/>
            </a:xfrm>
            <a:custGeom>
              <a:avLst/>
              <a:gdLst>
                <a:gd name="T0" fmla="*/ 0 w 1219"/>
                <a:gd name="T1" fmla="*/ 2 h 5"/>
                <a:gd name="T2" fmla="*/ 304 w 1219"/>
                <a:gd name="T3" fmla="*/ 1 h 5"/>
                <a:gd name="T4" fmla="*/ 457 w 1219"/>
                <a:gd name="T5" fmla="*/ 2 h 5"/>
                <a:gd name="T6" fmla="*/ 609 w 1219"/>
                <a:gd name="T7" fmla="*/ 1 h 5"/>
                <a:gd name="T8" fmla="*/ 914 w 1219"/>
                <a:gd name="T9" fmla="*/ 0 h 5"/>
                <a:gd name="T10" fmla="*/ 1067 w 1219"/>
                <a:gd name="T11" fmla="*/ 1 h 5"/>
                <a:gd name="T12" fmla="*/ 1219 w 1219"/>
                <a:gd name="T13" fmla="*/ 2 h 5"/>
                <a:gd name="T14" fmla="*/ 1219 w 1219"/>
                <a:gd name="T15" fmla="*/ 3 h 5"/>
                <a:gd name="T16" fmla="*/ 1067 w 1219"/>
                <a:gd name="T17" fmla="*/ 4 h 5"/>
                <a:gd name="T18" fmla="*/ 914 w 1219"/>
                <a:gd name="T19" fmla="*/ 4 h 5"/>
                <a:gd name="T20" fmla="*/ 609 w 1219"/>
                <a:gd name="T21" fmla="*/ 3 h 5"/>
                <a:gd name="T22" fmla="*/ 457 w 1219"/>
                <a:gd name="T23" fmla="*/ 3 h 5"/>
                <a:gd name="T24" fmla="*/ 304 w 1219"/>
                <a:gd name="T25" fmla="*/ 4 h 5"/>
                <a:gd name="T26" fmla="*/ 0 w 1219"/>
                <a:gd name="T27" fmla="*/ 3 h 5"/>
                <a:gd name="T28" fmla="*/ 0 w 1219"/>
                <a:gd name="T29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19" h="5">
                  <a:moveTo>
                    <a:pt x="0" y="2"/>
                  </a:moveTo>
                  <a:cubicBezTo>
                    <a:pt x="101" y="1"/>
                    <a:pt x="203" y="0"/>
                    <a:pt x="304" y="1"/>
                  </a:cubicBezTo>
                  <a:cubicBezTo>
                    <a:pt x="355" y="1"/>
                    <a:pt x="406" y="2"/>
                    <a:pt x="457" y="2"/>
                  </a:cubicBezTo>
                  <a:cubicBezTo>
                    <a:pt x="508" y="2"/>
                    <a:pt x="559" y="1"/>
                    <a:pt x="609" y="1"/>
                  </a:cubicBezTo>
                  <a:cubicBezTo>
                    <a:pt x="711" y="1"/>
                    <a:pt x="813" y="0"/>
                    <a:pt x="914" y="0"/>
                  </a:cubicBezTo>
                  <a:cubicBezTo>
                    <a:pt x="965" y="0"/>
                    <a:pt x="1016" y="1"/>
                    <a:pt x="1067" y="1"/>
                  </a:cubicBezTo>
                  <a:cubicBezTo>
                    <a:pt x="1117" y="1"/>
                    <a:pt x="1168" y="1"/>
                    <a:pt x="1219" y="2"/>
                  </a:cubicBezTo>
                  <a:cubicBezTo>
                    <a:pt x="1219" y="3"/>
                    <a:pt x="1219" y="3"/>
                    <a:pt x="1219" y="3"/>
                  </a:cubicBezTo>
                  <a:cubicBezTo>
                    <a:pt x="1168" y="3"/>
                    <a:pt x="1117" y="4"/>
                    <a:pt x="1067" y="4"/>
                  </a:cubicBezTo>
                  <a:cubicBezTo>
                    <a:pt x="1016" y="4"/>
                    <a:pt x="965" y="4"/>
                    <a:pt x="914" y="4"/>
                  </a:cubicBezTo>
                  <a:cubicBezTo>
                    <a:pt x="813" y="5"/>
                    <a:pt x="711" y="4"/>
                    <a:pt x="609" y="3"/>
                  </a:cubicBezTo>
                  <a:cubicBezTo>
                    <a:pt x="559" y="3"/>
                    <a:pt x="508" y="3"/>
                    <a:pt x="457" y="3"/>
                  </a:cubicBezTo>
                  <a:cubicBezTo>
                    <a:pt x="406" y="3"/>
                    <a:pt x="355" y="4"/>
                    <a:pt x="304" y="4"/>
                  </a:cubicBezTo>
                  <a:cubicBezTo>
                    <a:pt x="203" y="4"/>
                    <a:pt x="101" y="4"/>
                    <a:pt x="0" y="3"/>
                  </a:cubicBez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88" name="Freeform 44"/>
            <p:cNvSpPr>
              <a:spLocks/>
            </p:cNvSpPr>
            <p:nvPr/>
          </p:nvSpPr>
          <p:spPr bwMode="auto">
            <a:xfrm>
              <a:off x="4443413" y="3759200"/>
              <a:ext cx="9525" cy="1919288"/>
            </a:xfrm>
            <a:custGeom>
              <a:avLst/>
              <a:gdLst>
                <a:gd name="T0" fmla="*/ 2 w 4"/>
                <a:gd name="T1" fmla="*/ 853 h 853"/>
                <a:gd name="T2" fmla="*/ 0 w 4"/>
                <a:gd name="T3" fmla="*/ 640 h 853"/>
                <a:gd name="T4" fmla="*/ 1 w 4"/>
                <a:gd name="T5" fmla="*/ 533 h 853"/>
                <a:gd name="T6" fmla="*/ 1 w 4"/>
                <a:gd name="T7" fmla="*/ 427 h 853"/>
                <a:gd name="T8" fmla="*/ 0 w 4"/>
                <a:gd name="T9" fmla="*/ 213 h 853"/>
                <a:gd name="T10" fmla="*/ 0 w 4"/>
                <a:gd name="T11" fmla="*/ 107 h 853"/>
                <a:gd name="T12" fmla="*/ 2 w 4"/>
                <a:gd name="T13" fmla="*/ 0 h 853"/>
                <a:gd name="T14" fmla="*/ 2 w 4"/>
                <a:gd name="T15" fmla="*/ 0 h 853"/>
                <a:gd name="T16" fmla="*/ 3 w 4"/>
                <a:gd name="T17" fmla="*/ 107 h 853"/>
                <a:gd name="T18" fmla="*/ 4 w 4"/>
                <a:gd name="T19" fmla="*/ 213 h 853"/>
                <a:gd name="T20" fmla="*/ 3 w 4"/>
                <a:gd name="T21" fmla="*/ 427 h 853"/>
                <a:gd name="T22" fmla="*/ 2 w 4"/>
                <a:gd name="T23" fmla="*/ 533 h 853"/>
                <a:gd name="T24" fmla="*/ 3 w 4"/>
                <a:gd name="T25" fmla="*/ 640 h 853"/>
                <a:gd name="T26" fmla="*/ 2 w 4"/>
                <a:gd name="T27" fmla="*/ 853 h 8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" h="853">
                  <a:moveTo>
                    <a:pt x="2" y="853"/>
                  </a:moveTo>
                  <a:cubicBezTo>
                    <a:pt x="0" y="782"/>
                    <a:pt x="0" y="711"/>
                    <a:pt x="0" y="640"/>
                  </a:cubicBezTo>
                  <a:cubicBezTo>
                    <a:pt x="0" y="604"/>
                    <a:pt x="1" y="569"/>
                    <a:pt x="1" y="533"/>
                  </a:cubicBezTo>
                  <a:cubicBezTo>
                    <a:pt x="1" y="498"/>
                    <a:pt x="1" y="462"/>
                    <a:pt x="1" y="427"/>
                  </a:cubicBezTo>
                  <a:cubicBezTo>
                    <a:pt x="0" y="356"/>
                    <a:pt x="0" y="284"/>
                    <a:pt x="0" y="213"/>
                  </a:cubicBezTo>
                  <a:cubicBezTo>
                    <a:pt x="0" y="178"/>
                    <a:pt x="0" y="142"/>
                    <a:pt x="0" y="107"/>
                  </a:cubicBezTo>
                  <a:cubicBezTo>
                    <a:pt x="1" y="71"/>
                    <a:pt x="1" y="36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3" y="36"/>
                    <a:pt x="3" y="71"/>
                    <a:pt x="3" y="107"/>
                  </a:cubicBezTo>
                  <a:cubicBezTo>
                    <a:pt x="4" y="142"/>
                    <a:pt x="4" y="178"/>
                    <a:pt x="4" y="213"/>
                  </a:cubicBezTo>
                  <a:cubicBezTo>
                    <a:pt x="4" y="284"/>
                    <a:pt x="3" y="356"/>
                    <a:pt x="3" y="427"/>
                  </a:cubicBezTo>
                  <a:cubicBezTo>
                    <a:pt x="3" y="462"/>
                    <a:pt x="2" y="498"/>
                    <a:pt x="2" y="533"/>
                  </a:cubicBezTo>
                  <a:cubicBezTo>
                    <a:pt x="3" y="569"/>
                    <a:pt x="3" y="604"/>
                    <a:pt x="3" y="640"/>
                  </a:cubicBezTo>
                  <a:cubicBezTo>
                    <a:pt x="4" y="711"/>
                    <a:pt x="3" y="782"/>
                    <a:pt x="2" y="8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89" name="Freeform 45"/>
            <p:cNvSpPr>
              <a:spLocks noEditPoints="1"/>
            </p:cNvSpPr>
            <p:nvPr/>
          </p:nvSpPr>
          <p:spPr bwMode="auto">
            <a:xfrm>
              <a:off x="903288" y="5772150"/>
              <a:ext cx="341313" cy="331788"/>
            </a:xfrm>
            <a:custGeom>
              <a:avLst/>
              <a:gdLst>
                <a:gd name="T0" fmla="*/ 127 w 152"/>
                <a:gd name="T1" fmla="*/ 122 h 148"/>
                <a:gd name="T2" fmla="*/ 84 w 152"/>
                <a:gd name="T3" fmla="*/ 134 h 148"/>
                <a:gd name="T4" fmla="*/ 112 w 152"/>
                <a:gd name="T5" fmla="*/ 131 h 148"/>
                <a:gd name="T6" fmla="*/ 48 w 152"/>
                <a:gd name="T7" fmla="*/ 142 h 148"/>
                <a:gd name="T8" fmla="*/ 4 w 152"/>
                <a:gd name="T9" fmla="*/ 95 h 148"/>
                <a:gd name="T10" fmla="*/ 20 w 152"/>
                <a:gd name="T11" fmla="*/ 61 h 148"/>
                <a:gd name="T12" fmla="*/ 26 w 152"/>
                <a:gd name="T13" fmla="*/ 58 h 148"/>
                <a:gd name="T14" fmla="*/ 31 w 152"/>
                <a:gd name="T15" fmla="*/ 23 h 148"/>
                <a:gd name="T16" fmla="*/ 19 w 152"/>
                <a:gd name="T17" fmla="*/ 0 h 148"/>
                <a:gd name="T18" fmla="*/ 33 w 152"/>
                <a:gd name="T19" fmla="*/ 57 h 148"/>
                <a:gd name="T20" fmla="*/ 41 w 152"/>
                <a:gd name="T21" fmla="*/ 63 h 148"/>
                <a:gd name="T22" fmla="*/ 36 w 152"/>
                <a:gd name="T23" fmla="*/ 80 h 148"/>
                <a:gd name="T24" fmla="*/ 26 w 152"/>
                <a:gd name="T25" fmla="*/ 67 h 148"/>
                <a:gd name="T26" fmla="*/ 64 w 152"/>
                <a:gd name="T27" fmla="*/ 132 h 148"/>
                <a:gd name="T28" fmla="*/ 84 w 152"/>
                <a:gd name="T29" fmla="*/ 112 h 148"/>
                <a:gd name="T30" fmla="*/ 77 w 152"/>
                <a:gd name="T31" fmla="*/ 131 h 148"/>
                <a:gd name="T32" fmla="*/ 152 w 152"/>
                <a:gd name="T33" fmla="*/ 129 h 148"/>
                <a:gd name="T34" fmla="*/ 114 w 152"/>
                <a:gd name="T35" fmla="*/ 131 h 148"/>
                <a:gd name="T36" fmla="*/ 127 w 152"/>
                <a:gd name="T37" fmla="*/ 122 h 148"/>
                <a:gd name="T38" fmla="*/ 74 w 152"/>
                <a:gd name="T39" fmla="*/ 128 h 148"/>
                <a:gd name="T40" fmla="*/ 68 w 152"/>
                <a:gd name="T41" fmla="*/ 112 h 148"/>
                <a:gd name="T42" fmla="*/ 66 w 152"/>
                <a:gd name="T43" fmla="*/ 117 h 148"/>
                <a:gd name="T44" fmla="*/ 66 w 152"/>
                <a:gd name="T45" fmla="*/ 125 h 148"/>
                <a:gd name="T46" fmla="*/ 73 w 152"/>
                <a:gd name="T47" fmla="*/ 128 h 148"/>
                <a:gd name="T48" fmla="*/ 74 w 152"/>
                <a:gd name="T49" fmla="*/ 114 h 148"/>
                <a:gd name="T50" fmla="*/ 74 w 152"/>
                <a:gd name="T51" fmla="*/ 128 h 148"/>
                <a:gd name="T52" fmla="*/ 9 w 152"/>
                <a:gd name="T53" fmla="*/ 88 h 148"/>
                <a:gd name="T54" fmla="*/ 56 w 152"/>
                <a:gd name="T55" fmla="*/ 135 h 148"/>
                <a:gd name="T56" fmla="*/ 9 w 152"/>
                <a:gd name="T57" fmla="*/ 88 h 148"/>
                <a:gd name="T58" fmla="*/ 37 w 152"/>
                <a:gd name="T59" fmla="*/ 61 h 148"/>
                <a:gd name="T60" fmla="*/ 31 w 152"/>
                <a:gd name="T61" fmla="*/ 77 h 148"/>
                <a:gd name="T62" fmla="*/ 37 w 152"/>
                <a:gd name="T63" fmla="*/ 61 h 148"/>
                <a:gd name="T64" fmla="*/ 30 w 152"/>
                <a:gd name="T65" fmla="*/ 57 h 148"/>
                <a:gd name="T66" fmla="*/ 33 w 152"/>
                <a:gd name="T67" fmla="*/ 31 h 148"/>
                <a:gd name="T68" fmla="*/ 30 w 152"/>
                <a:gd name="T69" fmla="*/ 57 h 148"/>
                <a:gd name="T70" fmla="*/ 30 w 152"/>
                <a:gd name="T71" fmla="*/ 61 h 148"/>
                <a:gd name="T72" fmla="*/ 30 w 152"/>
                <a:gd name="T73" fmla="*/ 74 h 148"/>
                <a:gd name="T74" fmla="*/ 30 w 152"/>
                <a:gd name="T75" fmla="*/ 61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52" h="148">
                  <a:moveTo>
                    <a:pt x="127" y="122"/>
                  </a:moveTo>
                  <a:cubicBezTo>
                    <a:pt x="115" y="118"/>
                    <a:pt x="99" y="137"/>
                    <a:pt x="84" y="134"/>
                  </a:cubicBezTo>
                  <a:cubicBezTo>
                    <a:pt x="92" y="142"/>
                    <a:pt x="106" y="130"/>
                    <a:pt x="112" y="131"/>
                  </a:cubicBezTo>
                  <a:cubicBezTo>
                    <a:pt x="95" y="147"/>
                    <a:pt x="66" y="127"/>
                    <a:pt x="48" y="142"/>
                  </a:cubicBezTo>
                  <a:cubicBezTo>
                    <a:pt x="19" y="142"/>
                    <a:pt x="1" y="123"/>
                    <a:pt x="4" y="95"/>
                  </a:cubicBezTo>
                  <a:cubicBezTo>
                    <a:pt x="6" y="82"/>
                    <a:pt x="19" y="74"/>
                    <a:pt x="20" y="61"/>
                  </a:cubicBezTo>
                  <a:cubicBezTo>
                    <a:pt x="23" y="58"/>
                    <a:pt x="22" y="60"/>
                    <a:pt x="26" y="58"/>
                  </a:cubicBezTo>
                  <a:cubicBezTo>
                    <a:pt x="25" y="45"/>
                    <a:pt x="33" y="34"/>
                    <a:pt x="31" y="23"/>
                  </a:cubicBezTo>
                  <a:cubicBezTo>
                    <a:pt x="30" y="12"/>
                    <a:pt x="19" y="8"/>
                    <a:pt x="19" y="0"/>
                  </a:cubicBezTo>
                  <a:cubicBezTo>
                    <a:pt x="36" y="7"/>
                    <a:pt x="41" y="36"/>
                    <a:pt x="33" y="57"/>
                  </a:cubicBezTo>
                  <a:cubicBezTo>
                    <a:pt x="34" y="60"/>
                    <a:pt x="40" y="59"/>
                    <a:pt x="41" y="63"/>
                  </a:cubicBezTo>
                  <a:cubicBezTo>
                    <a:pt x="43" y="69"/>
                    <a:pt x="40" y="75"/>
                    <a:pt x="36" y="80"/>
                  </a:cubicBezTo>
                  <a:cubicBezTo>
                    <a:pt x="27" y="79"/>
                    <a:pt x="20" y="74"/>
                    <a:pt x="26" y="67"/>
                  </a:cubicBezTo>
                  <a:cubicBezTo>
                    <a:pt x="1" y="88"/>
                    <a:pt x="14" y="148"/>
                    <a:pt x="64" y="132"/>
                  </a:cubicBezTo>
                  <a:cubicBezTo>
                    <a:pt x="54" y="118"/>
                    <a:pt x="73" y="97"/>
                    <a:pt x="84" y="112"/>
                  </a:cubicBezTo>
                  <a:cubicBezTo>
                    <a:pt x="86" y="123"/>
                    <a:pt x="81" y="126"/>
                    <a:pt x="77" y="131"/>
                  </a:cubicBezTo>
                  <a:cubicBezTo>
                    <a:pt x="101" y="137"/>
                    <a:pt x="133" y="102"/>
                    <a:pt x="152" y="129"/>
                  </a:cubicBezTo>
                  <a:cubicBezTo>
                    <a:pt x="143" y="117"/>
                    <a:pt x="124" y="124"/>
                    <a:pt x="114" y="131"/>
                  </a:cubicBezTo>
                  <a:cubicBezTo>
                    <a:pt x="116" y="126"/>
                    <a:pt x="123" y="126"/>
                    <a:pt x="127" y="122"/>
                  </a:cubicBezTo>
                  <a:close/>
                  <a:moveTo>
                    <a:pt x="74" y="128"/>
                  </a:moveTo>
                  <a:cubicBezTo>
                    <a:pt x="91" y="127"/>
                    <a:pt x="78" y="98"/>
                    <a:pt x="68" y="112"/>
                  </a:cubicBezTo>
                  <a:cubicBezTo>
                    <a:pt x="75" y="112"/>
                    <a:pt x="69" y="117"/>
                    <a:pt x="66" y="117"/>
                  </a:cubicBezTo>
                  <a:cubicBezTo>
                    <a:pt x="66" y="119"/>
                    <a:pt x="66" y="122"/>
                    <a:pt x="66" y="125"/>
                  </a:cubicBezTo>
                  <a:cubicBezTo>
                    <a:pt x="68" y="126"/>
                    <a:pt x="69" y="128"/>
                    <a:pt x="73" y="128"/>
                  </a:cubicBezTo>
                  <a:cubicBezTo>
                    <a:pt x="75" y="124"/>
                    <a:pt x="80" y="117"/>
                    <a:pt x="74" y="114"/>
                  </a:cubicBezTo>
                  <a:cubicBezTo>
                    <a:pt x="84" y="115"/>
                    <a:pt x="78" y="125"/>
                    <a:pt x="74" y="128"/>
                  </a:cubicBezTo>
                  <a:close/>
                  <a:moveTo>
                    <a:pt x="9" y="88"/>
                  </a:moveTo>
                  <a:cubicBezTo>
                    <a:pt x="0" y="121"/>
                    <a:pt x="28" y="148"/>
                    <a:pt x="56" y="135"/>
                  </a:cubicBezTo>
                  <a:cubicBezTo>
                    <a:pt x="20" y="145"/>
                    <a:pt x="13" y="115"/>
                    <a:pt x="9" y="88"/>
                  </a:cubicBezTo>
                  <a:close/>
                  <a:moveTo>
                    <a:pt x="37" y="61"/>
                  </a:moveTo>
                  <a:cubicBezTo>
                    <a:pt x="38" y="69"/>
                    <a:pt x="34" y="72"/>
                    <a:pt x="31" y="77"/>
                  </a:cubicBezTo>
                  <a:cubicBezTo>
                    <a:pt x="40" y="78"/>
                    <a:pt x="42" y="66"/>
                    <a:pt x="37" y="61"/>
                  </a:cubicBezTo>
                  <a:close/>
                  <a:moveTo>
                    <a:pt x="30" y="57"/>
                  </a:moveTo>
                  <a:cubicBezTo>
                    <a:pt x="30" y="49"/>
                    <a:pt x="38" y="40"/>
                    <a:pt x="33" y="31"/>
                  </a:cubicBezTo>
                  <a:cubicBezTo>
                    <a:pt x="34" y="41"/>
                    <a:pt x="26" y="49"/>
                    <a:pt x="30" y="57"/>
                  </a:cubicBezTo>
                  <a:close/>
                  <a:moveTo>
                    <a:pt x="30" y="61"/>
                  </a:moveTo>
                  <a:cubicBezTo>
                    <a:pt x="28" y="63"/>
                    <a:pt x="27" y="72"/>
                    <a:pt x="30" y="74"/>
                  </a:cubicBezTo>
                  <a:cubicBezTo>
                    <a:pt x="33" y="70"/>
                    <a:pt x="36" y="63"/>
                    <a:pt x="30" y="6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90" name="Freeform 46"/>
            <p:cNvSpPr>
              <a:spLocks noEditPoints="1"/>
            </p:cNvSpPr>
            <p:nvPr/>
          </p:nvSpPr>
          <p:spPr bwMode="auto">
            <a:xfrm>
              <a:off x="906463" y="5768975"/>
              <a:ext cx="341313" cy="323850"/>
            </a:xfrm>
            <a:custGeom>
              <a:avLst/>
              <a:gdLst>
                <a:gd name="T0" fmla="*/ 2 w 151"/>
                <a:gd name="T1" fmla="*/ 96 h 144"/>
                <a:gd name="T2" fmla="*/ 21 w 151"/>
                <a:gd name="T3" fmla="*/ 59 h 144"/>
                <a:gd name="T4" fmla="*/ 22 w 151"/>
                <a:gd name="T5" fmla="*/ 12 h 144"/>
                <a:gd name="T6" fmla="*/ 32 w 151"/>
                <a:gd name="T7" fmla="*/ 58 h 144"/>
                <a:gd name="T8" fmla="*/ 34 w 151"/>
                <a:gd name="T9" fmla="*/ 81 h 144"/>
                <a:gd name="T10" fmla="*/ 15 w 151"/>
                <a:gd name="T11" fmla="*/ 112 h 144"/>
                <a:gd name="T12" fmla="*/ 73 w 151"/>
                <a:gd name="T13" fmla="*/ 107 h 144"/>
                <a:gd name="T14" fmla="*/ 76 w 151"/>
                <a:gd name="T15" fmla="*/ 131 h 144"/>
                <a:gd name="T16" fmla="*/ 151 w 151"/>
                <a:gd name="T17" fmla="*/ 130 h 144"/>
                <a:gd name="T18" fmla="*/ 110 w 151"/>
                <a:gd name="T19" fmla="*/ 134 h 144"/>
                <a:gd name="T20" fmla="*/ 66 w 151"/>
                <a:gd name="T21" fmla="*/ 138 h 144"/>
                <a:gd name="T22" fmla="*/ 12 w 151"/>
                <a:gd name="T23" fmla="*/ 128 h 144"/>
                <a:gd name="T24" fmla="*/ 86 w 151"/>
                <a:gd name="T25" fmla="*/ 138 h 144"/>
                <a:gd name="T26" fmla="*/ 86 w 151"/>
                <a:gd name="T27" fmla="*/ 134 h 144"/>
                <a:gd name="T28" fmla="*/ 75 w 151"/>
                <a:gd name="T29" fmla="*/ 133 h 144"/>
                <a:gd name="T30" fmla="*/ 77 w 151"/>
                <a:gd name="T31" fmla="*/ 128 h 144"/>
                <a:gd name="T32" fmla="*/ 66 w 151"/>
                <a:gd name="T33" fmla="*/ 128 h 144"/>
                <a:gd name="T34" fmla="*/ 64 w 151"/>
                <a:gd name="T35" fmla="*/ 117 h 144"/>
                <a:gd name="T36" fmla="*/ 65 w 151"/>
                <a:gd name="T37" fmla="*/ 114 h 144"/>
                <a:gd name="T38" fmla="*/ 63 w 151"/>
                <a:gd name="T39" fmla="*/ 133 h 144"/>
                <a:gd name="T40" fmla="*/ 54 w 151"/>
                <a:gd name="T41" fmla="*/ 137 h 144"/>
                <a:gd name="T42" fmla="*/ 7 w 151"/>
                <a:gd name="T43" fmla="*/ 86 h 144"/>
                <a:gd name="T44" fmla="*/ 41 w 151"/>
                <a:gd name="T45" fmla="*/ 139 h 144"/>
                <a:gd name="T46" fmla="*/ 92 w 151"/>
                <a:gd name="T47" fmla="*/ 138 h 144"/>
                <a:gd name="T48" fmla="*/ 41 w 151"/>
                <a:gd name="T49" fmla="*/ 137 h 144"/>
                <a:gd name="T50" fmla="*/ 26 w 151"/>
                <a:gd name="T51" fmla="*/ 65 h 144"/>
                <a:gd name="T52" fmla="*/ 32 w 151"/>
                <a:gd name="T53" fmla="*/ 64 h 144"/>
                <a:gd name="T54" fmla="*/ 26 w 151"/>
                <a:gd name="T55" fmla="*/ 72 h 144"/>
                <a:gd name="T56" fmla="*/ 33 w 151"/>
                <a:gd name="T57" fmla="*/ 80 h 144"/>
                <a:gd name="T58" fmla="*/ 38 w 151"/>
                <a:gd name="T59" fmla="*/ 73 h 144"/>
                <a:gd name="T60" fmla="*/ 28 w 151"/>
                <a:gd name="T61" fmla="*/ 78 h 144"/>
                <a:gd name="T62" fmla="*/ 34 w 151"/>
                <a:gd name="T63" fmla="*/ 61 h 144"/>
                <a:gd name="T64" fmla="*/ 18 w 151"/>
                <a:gd name="T65" fmla="*/ 2 h 144"/>
                <a:gd name="T66" fmla="*/ 31 w 151"/>
                <a:gd name="T67" fmla="*/ 32 h 144"/>
                <a:gd name="T68" fmla="*/ 27 w 151"/>
                <a:gd name="T69" fmla="*/ 58 h 144"/>
                <a:gd name="T70" fmla="*/ 28 w 151"/>
                <a:gd name="T71" fmla="*/ 42 h 144"/>
                <a:gd name="T72" fmla="*/ 21 w 151"/>
                <a:gd name="T73" fmla="*/ 61 h 144"/>
                <a:gd name="T74" fmla="*/ 7 w 151"/>
                <a:gd name="T75" fmla="*/ 86 h 144"/>
                <a:gd name="T76" fmla="*/ 110 w 151"/>
                <a:gd name="T77" fmla="*/ 131 h 144"/>
                <a:gd name="T78" fmla="*/ 121 w 151"/>
                <a:gd name="T79" fmla="*/ 123 h 144"/>
                <a:gd name="T80" fmla="*/ 67 w 151"/>
                <a:gd name="T81" fmla="*/ 127 h 144"/>
                <a:gd name="T82" fmla="*/ 74 w 151"/>
                <a:gd name="T83" fmla="*/ 118 h 144"/>
                <a:gd name="T84" fmla="*/ 64 w 151"/>
                <a:gd name="T85" fmla="*/ 118 h 144"/>
                <a:gd name="T86" fmla="*/ 75 w 151"/>
                <a:gd name="T87" fmla="*/ 118 h 144"/>
                <a:gd name="T88" fmla="*/ 70 w 151"/>
                <a:gd name="T89" fmla="*/ 114 h 144"/>
                <a:gd name="T90" fmla="*/ 79 w 151"/>
                <a:gd name="T91" fmla="*/ 120 h 144"/>
                <a:gd name="T92" fmla="*/ 122 w 151"/>
                <a:gd name="T93" fmla="*/ 122 h 144"/>
                <a:gd name="T94" fmla="*/ 123 w 151"/>
                <a:gd name="T95" fmla="*/ 125 h 144"/>
                <a:gd name="T96" fmla="*/ 122 w 151"/>
                <a:gd name="T97" fmla="*/ 122 h 144"/>
                <a:gd name="T98" fmla="*/ 81 w 151"/>
                <a:gd name="T99" fmla="*/ 114 h 144"/>
                <a:gd name="T100" fmla="*/ 32 w 151"/>
                <a:gd name="T101" fmla="*/ 74 h 144"/>
                <a:gd name="T102" fmla="*/ 28 w 151"/>
                <a:gd name="T103" fmla="*/ 63 h 144"/>
                <a:gd name="T104" fmla="*/ 28 w 151"/>
                <a:gd name="T105" fmla="*/ 63 h 144"/>
                <a:gd name="T106" fmla="*/ 29 w 151"/>
                <a:gd name="T107" fmla="*/ 4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51" h="144">
                  <a:moveTo>
                    <a:pt x="47" y="144"/>
                  </a:moveTo>
                  <a:cubicBezTo>
                    <a:pt x="46" y="144"/>
                    <a:pt x="46" y="144"/>
                    <a:pt x="46" y="144"/>
                  </a:cubicBezTo>
                  <a:cubicBezTo>
                    <a:pt x="32" y="144"/>
                    <a:pt x="19" y="139"/>
                    <a:pt x="11" y="129"/>
                  </a:cubicBezTo>
                  <a:cubicBezTo>
                    <a:pt x="3" y="121"/>
                    <a:pt x="0" y="109"/>
                    <a:pt x="2" y="96"/>
                  </a:cubicBezTo>
                  <a:cubicBezTo>
                    <a:pt x="3" y="90"/>
                    <a:pt x="6" y="84"/>
                    <a:pt x="10" y="79"/>
                  </a:cubicBezTo>
                  <a:cubicBezTo>
                    <a:pt x="13" y="73"/>
                    <a:pt x="17" y="68"/>
                    <a:pt x="17" y="62"/>
                  </a:cubicBezTo>
                  <a:cubicBezTo>
                    <a:pt x="17" y="62"/>
                    <a:pt x="17" y="62"/>
                    <a:pt x="17" y="62"/>
                  </a:cubicBezTo>
                  <a:cubicBezTo>
                    <a:pt x="19" y="60"/>
                    <a:pt x="20" y="59"/>
                    <a:pt x="21" y="59"/>
                  </a:cubicBezTo>
                  <a:cubicBezTo>
                    <a:pt x="21" y="59"/>
                    <a:pt x="22" y="59"/>
                    <a:pt x="23" y="59"/>
                  </a:cubicBezTo>
                  <a:cubicBezTo>
                    <a:pt x="23" y="53"/>
                    <a:pt x="24" y="47"/>
                    <a:pt x="26" y="41"/>
                  </a:cubicBezTo>
                  <a:cubicBezTo>
                    <a:pt x="28" y="35"/>
                    <a:pt x="30" y="30"/>
                    <a:pt x="29" y="24"/>
                  </a:cubicBezTo>
                  <a:cubicBezTo>
                    <a:pt x="28" y="19"/>
                    <a:pt x="25" y="15"/>
                    <a:pt x="22" y="12"/>
                  </a:cubicBezTo>
                  <a:cubicBezTo>
                    <a:pt x="19" y="8"/>
                    <a:pt x="16" y="5"/>
                    <a:pt x="16" y="1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35" y="8"/>
                    <a:pt x="40" y="37"/>
                    <a:pt x="32" y="58"/>
                  </a:cubicBezTo>
                  <a:cubicBezTo>
                    <a:pt x="32" y="59"/>
                    <a:pt x="34" y="59"/>
                    <a:pt x="35" y="60"/>
                  </a:cubicBezTo>
                  <a:cubicBezTo>
                    <a:pt x="37" y="61"/>
                    <a:pt x="39" y="61"/>
                    <a:pt x="40" y="63"/>
                  </a:cubicBezTo>
                  <a:cubicBezTo>
                    <a:pt x="43" y="72"/>
                    <a:pt x="37" y="78"/>
                    <a:pt x="34" y="81"/>
                  </a:cubicBezTo>
                  <a:cubicBezTo>
                    <a:pt x="34" y="81"/>
                    <a:pt x="34" y="81"/>
                    <a:pt x="34" y="81"/>
                  </a:cubicBezTo>
                  <a:cubicBezTo>
                    <a:pt x="34" y="81"/>
                    <a:pt x="34" y="81"/>
                    <a:pt x="34" y="81"/>
                  </a:cubicBezTo>
                  <a:cubicBezTo>
                    <a:pt x="28" y="81"/>
                    <a:pt x="23" y="79"/>
                    <a:pt x="22" y="76"/>
                  </a:cubicBezTo>
                  <a:cubicBezTo>
                    <a:pt x="21" y="75"/>
                    <a:pt x="21" y="73"/>
                    <a:pt x="21" y="71"/>
                  </a:cubicBezTo>
                  <a:cubicBezTo>
                    <a:pt x="12" y="82"/>
                    <a:pt x="10" y="98"/>
                    <a:pt x="15" y="112"/>
                  </a:cubicBezTo>
                  <a:cubicBezTo>
                    <a:pt x="20" y="127"/>
                    <a:pt x="32" y="135"/>
                    <a:pt x="46" y="135"/>
                  </a:cubicBezTo>
                  <a:cubicBezTo>
                    <a:pt x="51" y="135"/>
                    <a:pt x="56" y="134"/>
                    <a:pt x="61" y="133"/>
                  </a:cubicBezTo>
                  <a:cubicBezTo>
                    <a:pt x="58" y="128"/>
                    <a:pt x="57" y="122"/>
                    <a:pt x="60" y="116"/>
                  </a:cubicBezTo>
                  <a:cubicBezTo>
                    <a:pt x="63" y="111"/>
                    <a:pt x="68" y="107"/>
                    <a:pt x="73" y="107"/>
                  </a:cubicBezTo>
                  <a:cubicBezTo>
                    <a:pt x="75" y="107"/>
                    <a:pt x="79" y="108"/>
                    <a:pt x="83" y="113"/>
                  </a:cubicBezTo>
                  <a:cubicBezTo>
                    <a:pt x="83" y="113"/>
                    <a:pt x="83" y="113"/>
                    <a:pt x="83" y="113"/>
                  </a:cubicBezTo>
                  <a:cubicBezTo>
                    <a:pt x="84" y="122"/>
                    <a:pt x="81" y="126"/>
                    <a:pt x="77" y="130"/>
                  </a:cubicBezTo>
                  <a:cubicBezTo>
                    <a:pt x="77" y="130"/>
                    <a:pt x="77" y="131"/>
                    <a:pt x="76" y="131"/>
                  </a:cubicBezTo>
                  <a:cubicBezTo>
                    <a:pt x="78" y="132"/>
                    <a:pt x="80" y="132"/>
                    <a:pt x="82" y="132"/>
                  </a:cubicBezTo>
                  <a:cubicBezTo>
                    <a:pt x="90" y="132"/>
                    <a:pt x="98" y="129"/>
                    <a:pt x="107" y="125"/>
                  </a:cubicBezTo>
                  <a:cubicBezTo>
                    <a:pt x="115" y="122"/>
                    <a:pt x="123" y="119"/>
                    <a:pt x="131" y="119"/>
                  </a:cubicBezTo>
                  <a:cubicBezTo>
                    <a:pt x="139" y="119"/>
                    <a:pt x="146" y="123"/>
                    <a:pt x="151" y="130"/>
                  </a:cubicBezTo>
                  <a:cubicBezTo>
                    <a:pt x="150" y="131"/>
                    <a:pt x="150" y="131"/>
                    <a:pt x="150" y="131"/>
                  </a:cubicBezTo>
                  <a:cubicBezTo>
                    <a:pt x="146" y="127"/>
                    <a:pt x="142" y="124"/>
                    <a:pt x="136" y="124"/>
                  </a:cubicBezTo>
                  <a:cubicBezTo>
                    <a:pt x="126" y="124"/>
                    <a:pt x="115" y="131"/>
                    <a:pt x="112" y="132"/>
                  </a:cubicBezTo>
                  <a:cubicBezTo>
                    <a:pt x="110" y="134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05" y="137"/>
                    <a:pt x="99" y="139"/>
                    <a:pt x="90" y="139"/>
                  </a:cubicBezTo>
                  <a:cubicBezTo>
                    <a:pt x="86" y="139"/>
                    <a:pt x="82" y="139"/>
                    <a:pt x="78" y="139"/>
                  </a:cubicBezTo>
                  <a:cubicBezTo>
                    <a:pt x="74" y="138"/>
                    <a:pt x="70" y="138"/>
                    <a:pt x="66" y="138"/>
                  </a:cubicBezTo>
                  <a:cubicBezTo>
                    <a:pt x="58" y="138"/>
                    <a:pt x="52" y="140"/>
                    <a:pt x="47" y="144"/>
                  </a:cubicBezTo>
                  <a:close/>
                  <a:moveTo>
                    <a:pt x="7" y="86"/>
                  </a:moveTo>
                  <a:cubicBezTo>
                    <a:pt x="5" y="89"/>
                    <a:pt x="4" y="93"/>
                    <a:pt x="3" y="96"/>
                  </a:cubicBezTo>
                  <a:cubicBezTo>
                    <a:pt x="2" y="109"/>
                    <a:pt x="5" y="120"/>
                    <a:pt x="12" y="128"/>
                  </a:cubicBezTo>
                  <a:cubicBezTo>
                    <a:pt x="20" y="137"/>
                    <a:pt x="32" y="142"/>
                    <a:pt x="46" y="142"/>
                  </a:cubicBezTo>
                  <a:cubicBezTo>
                    <a:pt x="51" y="138"/>
                    <a:pt x="57" y="136"/>
                    <a:pt x="66" y="136"/>
                  </a:cubicBezTo>
                  <a:cubicBezTo>
                    <a:pt x="70" y="136"/>
                    <a:pt x="74" y="137"/>
                    <a:pt x="78" y="137"/>
                  </a:cubicBezTo>
                  <a:cubicBezTo>
                    <a:pt x="81" y="137"/>
                    <a:pt x="83" y="138"/>
                    <a:pt x="86" y="138"/>
                  </a:cubicBezTo>
                  <a:cubicBezTo>
                    <a:pt x="84" y="137"/>
                    <a:pt x="83" y="136"/>
                    <a:pt x="81" y="135"/>
                  </a:cubicBezTo>
                  <a:cubicBezTo>
                    <a:pt x="80" y="133"/>
                    <a:pt x="80" y="133"/>
                    <a:pt x="80" y="133"/>
                  </a:cubicBezTo>
                  <a:cubicBezTo>
                    <a:pt x="82" y="134"/>
                    <a:pt x="82" y="134"/>
                    <a:pt x="82" y="134"/>
                  </a:cubicBezTo>
                  <a:cubicBezTo>
                    <a:pt x="83" y="134"/>
                    <a:pt x="84" y="134"/>
                    <a:pt x="86" y="134"/>
                  </a:cubicBezTo>
                  <a:cubicBezTo>
                    <a:pt x="92" y="134"/>
                    <a:pt x="99" y="131"/>
                    <a:pt x="105" y="128"/>
                  </a:cubicBezTo>
                  <a:cubicBezTo>
                    <a:pt x="105" y="128"/>
                    <a:pt x="105" y="128"/>
                    <a:pt x="105" y="128"/>
                  </a:cubicBezTo>
                  <a:cubicBezTo>
                    <a:pt x="97" y="131"/>
                    <a:pt x="89" y="133"/>
                    <a:pt x="82" y="133"/>
                  </a:cubicBezTo>
                  <a:cubicBezTo>
                    <a:pt x="79" y="133"/>
                    <a:pt x="77" y="133"/>
                    <a:pt x="75" y="133"/>
                  </a:cubicBezTo>
                  <a:cubicBezTo>
                    <a:pt x="74" y="132"/>
                    <a:pt x="74" y="132"/>
                    <a:pt x="74" y="132"/>
                  </a:cubicBezTo>
                  <a:cubicBezTo>
                    <a:pt x="74" y="131"/>
                    <a:pt x="74" y="131"/>
                    <a:pt x="74" y="131"/>
                  </a:cubicBezTo>
                  <a:cubicBezTo>
                    <a:pt x="75" y="131"/>
                    <a:pt x="76" y="130"/>
                    <a:pt x="76" y="129"/>
                  </a:cubicBezTo>
                  <a:cubicBezTo>
                    <a:pt x="77" y="129"/>
                    <a:pt x="77" y="128"/>
                    <a:pt x="77" y="128"/>
                  </a:cubicBezTo>
                  <a:cubicBezTo>
                    <a:pt x="76" y="129"/>
                    <a:pt x="74" y="130"/>
                    <a:pt x="72" y="130"/>
                  </a:cubicBezTo>
                  <a:cubicBezTo>
                    <a:pt x="70" y="130"/>
                    <a:pt x="70" y="130"/>
                    <a:pt x="70" y="130"/>
                  </a:cubicBezTo>
                  <a:cubicBezTo>
                    <a:pt x="70" y="130"/>
                    <a:pt x="70" y="130"/>
                    <a:pt x="70" y="130"/>
                  </a:cubicBezTo>
                  <a:cubicBezTo>
                    <a:pt x="68" y="130"/>
                    <a:pt x="67" y="129"/>
                    <a:pt x="66" y="128"/>
                  </a:cubicBezTo>
                  <a:cubicBezTo>
                    <a:pt x="65" y="128"/>
                    <a:pt x="64" y="127"/>
                    <a:pt x="63" y="127"/>
                  </a:cubicBezTo>
                  <a:cubicBezTo>
                    <a:pt x="63" y="127"/>
                    <a:pt x="63" y="127"/>
                    <a:pt x="63" y="127"/>
                  </a:cubicBezTo>
                  <a:cubicBezTo>
                    <a:pt x="63" y="117"/>
                    <a:pt x="63" y="117"/>
                    <a:pt x="63" y="117"/>
                  </a:cubicBezTo>
                  <a:cubicBezTo>
                    <a:pt x="64" y="117"/>
                    <a:pt x="64" y="117"/>
                    <a:pt x="64" y="117"/>
                  </a:cubicBezTo>
                  <a:cubicBezTo>
                    <a:pt x="64" y="117"/>
                    <a:pt x="64" y="117"/>
                    <a:pt x="64" y="117"/>
                  </a:cubicBezTo>
                  <a:cubicBezTo>
                    <a:pt x="66" y="117"/>
                    <a:pt x="68" y="115"/>
                    <a:pt x="68" y="114"/>
                  </a:cubicBezTo>
                  <a:cubicBezTo>
                    <a:pt x="68" y="114"/>
                    <a:pt x="68" y="114"/>
                    <a:pt x="66" y="114"/>
                  </a:cubicBezTo>
                  <a:cubicBezTo>
                    <a:pt x="65" y="114"/>
                    <a:pt x="65" y="114"/>
                    <a:pt x="65" y="114"/>
                  </a:cubicBezTo>
                  <a:cubicBezTo>
                    <a:pt x="66" y="113"/>
                    <a:pt x="66" y="113"/>
                    <a:pt x="66" y="113"/>
                  </a:cubicBezTo>
                  <a:cubicBezTo>
                    <a:pt x="67" y="110"/>
                    <a:pt x="69" y="109"/>
                    <a:pt x="71" y="109"/>
                  </a:cubicBezTo>
                  <a:cubicBezTo>
                    <a:pt x="67" y="110"/>
                    <a:pt x="64" y="113"/>
                    <a:pt x="62" y="117"/>
                  </a:cubicBezTo>
                  <a:cubicBezTo>
                    <a:pt x="59" y="122"/>
                    <a:pt x="59" y="128"/>
                    <a:pt x="63" y="133"/>
                  </a:cubicBezTo>
                  <a:cubicBezTo>
                    <a:pt x="63" y="134"/>
                    <a:pt x="63" y="134"/>
                    <a:pt x="63" y="134"/>
                  </a:cubicBezTo>
                  <a:cubicBezTo>
                    <a:pt x="62" y="134"/>
                    <a:pt x="62" y="134"/>
                    <a:pt x="62" y="134"/>
                  </a:cubicBezTo>
                  <a:cubicBezTo>
                    <a:pt x="59" y="135"/>
                    <a:pt x="56" y="136"/>
                    <a:pt x="54" y="136"/>
                  </a:cubicBezTo>
                  <a:cubicBezTo>
                    <a:pt x="54" y="137"/>
                    <a:pt x="54" y="137"/>
                    <a:pt x="54" y="137"/>
                  </a:cubicBezTo>
                  <a:cubicBezTo>
                    <a:pt x="49" y="139"/>
                    <a:pt x="44" y="140"/>
                    <a:pt x="39" y="140"/>
                  </a:cubicBezTo>
                  <a:cubicBezTo>
                    <a:pt x="29" y="140"/>
                    <a:pt x="19" y="135"/>
                    <a:pt x="13" y="127"/>
                  </a:cubicBezTo>
                  <a:cubicBezTo>
                    <a:pt x="5" y="116"/>
                    <a:pt x="2" y="103"/>
                    <a:pt x="6" y="89"/>
                  </a:cubicBezTo>
                  <a:lnTo>
                    <a:pt x="7" y="86"/>
                  </a:lnTo>
                  <a:close/>
                  <a:moveTo>
                    <a:pt x="7" y="93"/>
                  </a:moveTo>
                  <a:cubicBezTo>
                    <a:pt x="4" y="105"/>
                    <a:pt x="7" y="117"/>
                    <a:pt x="14" y="126"/>
                  </a:cubicBezTo>
                  <a:cubicBezTo>
                    <a:pt x="21" y="135"/>
                    <a:pt x="31" y="139"/>
                    <a:pt x="41" y="139"/>
                  </a:cubicBezTo>
                  <a:cubicBezTo>
                    <a:pt x="41" y="139"/>
                    <a:pt x="41" y="139"/>
                    <a:pt x="41" y="139"/>
                  </a:cubicBezTo>
                  <a:cubicBezTo>
                    <a:pt x="16" y="139"/>
                    <a:pt x="10" y="113"/>
                    <a:pt x="7" y="93"/>
                  </a:cubicBezTo>
                  <a:close/>
                  <a:moveTo>
                    <a:pt x="108" y="133"/>
                  </a:moveTo>
                  <a:cubicBezTo>
                    <a:pt x="106" y="133"/>
                    <a:pt x="104" y="134"/>
                    <a:pt x="102" y="135"/>
                  </a:cubicBezTo>
                  <a:cubicBezTo>
                    <a:pt x="99" y="136"/>
                    <a:pt x="95" y="137"/>
                    <a:pt x="92" y="138"/>
                  </a:cubicBezTo>
                  <a:cubicBezTo>
                    <a:pt x="99" y="138"/>
                    <a:pt x="104" y="136"/>
                    <a:pt x="108" y="133"/>
                  </a:cubicBezTo>
                  <a:close/>
                  <a:moveTo>
                    <a:pt x="7" y="86"/>
                  </a:moveTo>
                  <a:cubicBezTo>
                    <a:pt x="7" y="89"/>
                    <a:pt x="7" y="89"/>
                    <a:pt x="7" y="89"/>
                  </a:cubicBezTo>
                  <a:cubicBezTo>
                    <a:pt x="12" y="114"/>
                    <a:pt x="17" y="137"/>
                    <a:pt x="41" y="137"/>
                  </a:cubicBezTo>
                  <a:cubicBezTo>
                    <a:pt x="43" y="137"/>
                    <a:pt x="45" y="137"/>
                    <a:pt x="48" y="137"/>
                  </a:cubicBezTo>
                  <a:cubicBezTo>
                    <a:pt x="32" y="137"/>
                    <a:pt x="19" y="128"/>
                    <a:pt x="13" y="113"/>
                  </a:cubicBezTo>
                  <a:cubicBezTo>
                    <a:pt x="7" y="96"/>
                    <a:pt x="12" y="77"/>
                    <a:pt x="23" y="67"/>
                  </a:cubicBezTo>
                  <a:cubicBezTo>
                    <a:pt x="26" y="65"/>
                    <a:pt x="26" y="65"/>
                    <a:pt x="26" y="65"/>
                  </a:cubicBezTo>
                  <a:cubicBezTo>
                    <a:pt x="26" y="63"/>
                    <a:pt x="27" y="62"/>
                    <a:pt x="27" y="62"/>
                  </a:cubicBezTo>
                  <a:cubicBezTo>
                    <a:pt x="28" y="61"/>
                    <a:pt x="28" y="61"/>
                    <a:pt x="28" y="61"/>
                  </a:cubicBezTo>
                  <a:cubicBezTo>
                    <a:pt x="28" y="61"/>
                    <a:pt x="28" y="61"/>
                    <a:pt x="28" y="61"/>
                  </a:cubicBezTo>
                  <a:cubicBezTo>
                    <a:pt x="30" y="62"/>
                    <a:pt x="31" y="63"/>
                    <a:pt x="32" y="64"/>
                  </a:cubicBezTo>
                  <a:cubicBezTo>
                    <a:pt x="33" y="68"/>
                    <a:pt x="30" y="73"/>
                    <a:pt x="29" y="75"/>
                  </a:cubicBezTo>
                  <a:cubicBezTo>
                    <a:pt x="28" y="76"/>
                    <a:pt x="28" y="76"/>
                    <a:pt x="28" y="76"/>
                  </a:cubicBezTo>
                  <a:cubicBezTo>
                    <a:pt x="28" y="76"/>
                    <a:pt x="28" y="76"/>
                    <a:pt x="28" y="76"/>
                  </a:cubicBezTo>
                  <a:cubicBezTo>
                    <a:pt x="27" y="75"/>
                    <a:pt x="26" y="74"/>
                    <a:pt x="26" y="72"/>
                  </a:cubicBezTo>
                  <a:cubicBezTo>
                    <a:pt x="25" y="70"/>
                    <a:pt x="26" y="68"/>
                    <a:pt x="26" y="66"/>
                  </a:cubicBezTo>
                  <a:cubicBezTo>
                    <a:pt x="24" y="68"/>
                    <a:pt x="24" y="68"/>
                    <a:pt x="24" y="68"/>
                  </a:cubicBezTo>
                  <a:cubicBezTo>
                    <a:pt x="22" y="71"/>
                    <a:pt x="22" y="73"/>
                    <a:pt x="23" y="75"/>
                  </a:cubicBezTo>
                  <a:cubicBezTo>
                    <a:pt x="24" y="78"/>
                    <a:pt x="28" y="80"/>
                    <a:pt x="33" y="80"/>
                  </a:cubicBezTo>
                  <a:cubicBezTo>
                    <a:pt x="36" y="77"/>
                    <a:pt x="41" y="71"/>
                    <a:pt x="39" y="64"/>
                  </a:cubicBezTo>
                  <a:cubicBezTo>
                    <a:pt x="38" y="63"/>
                    <a:pt x="37" y="62"/>
                    <a:pt x="35" y="62"/>
                  </a:cubicBezTo>
                  <a:cubicBezTo>
                    <a:pt x="36" y="62"/>
                    <a:pt x="36" y="62"/>
                    <a:pt x="36" y="62"/>
                  </a:cubicBezTo>
                  <a:cubicBezTo>
                    <a:pt x="38" y="64"/>
                    <a:pt x="39" y="69"/>
                    <a:pt x="38" y="73"/>
                  </a:cubicBezTo>
                  <a:cubicBezTo>
                    <a:pt x="36" y="77"/>
                    <a:pt x="34" y="79"/>
                    <a:pt x="30" y="79"/>
                  </a:cubicBezTo>
                  <a:cubicBezTo>
                    <a:pt x="30" y="79"/>
                    <a:pt x="30" y="79"/>
                    <a:pt x="30" y="79"/>
                  </a:cubicBezTo>
                  <a:cubicBezTo>
                    <a:pt x="30" y="79"/>
                    <a:pt x="30" y="79"/>
                    <a:pt x="29" y="79"/>
                  </a:cubicBezTo>
                  <a:cubicBezTo>
                    <a:pt x="28" y="78"/>
                    <a:pt x="28" y="78"/>
                    <a:pt x="28" y="78"/>
                  </a:cubicBezTo>
                  <a:cubicBezTo>
                    <a:pt x="29" y="78"/>
                    <a:pt x="29" y="78"/>
                    <a:pt x="29" y="78"/>
                  </a:cubicBezTo>
                  <a:cubicBezTo>
                    <a:pt x="29" y="76"/>
                    <a:pt x="30" y="75"/>
                    <a:pt x="31" y="74"/>
                  </a:cubicBezTo>
                  <a:cubicBezTo>
                    <a:pt x="33" y="71"/>
                    <a:pt x="35" y="68"/>
                    <a:pt x="34" y="62"/>
                  </a:cubicBezTo>
                  <a:cubicBezTo>
                    <a:pt x="34" y="61"/>
                    <a:pt x="34" y="61"/>
                    <a:pt x="34" y="61"/>
                  </a:cubicBezTo>
                  <a:cubicBezTo>
                    <a:pt x="33" y="61"/>
                    <a:pt x="31" y="60"/>
                    <a:pt x="30" y="58"/>
                  </a:cubicBezTo>
                  <a:cubicBezTo>
                    <a:pt x="30" y="58"/>
                    <a:pt x="30" y="58"/>
                    <a:pt x="30" y="58"/>
                  </a:cubicBezTo>
                  <a:cubicBezTo>
                    <a:pt x="30" y="58"/>
                    <a:pt x="30" y="58"/>
                    <a:pt x="30" y="58"/>
                  </a:cubicBezTo>
                  <a:cubicBezTo>
                    <a:pt x="38" y="39"/>
                    <a:pt x="34" y="10"/>
                    <a:pt x="18" y="2"/>
                  </a:cubicBezTo>
                  <a:cubicBezTo>
                    <a:pt x="18" y="5"/>
                    <a:pt x="20" y="8"/>
                    <a:pt x="23" y="11"/>
                  </a:cubicBezTo>
                  <a:cubicBezTo>
                    <a:pt x="26" y="14"/>
                    <a:pt x="29" y="18"/>
                    <a:pt x="30" y="24"/>
                  </a:cubicBezTo>
                  <a:cubicBezTo>
                    <a:pt x="30" y="26"/>
                    <a:pt x="30" y="28"/>
                    <a:pt x="30" y="30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35" y="38"/>
                    <a:pt x="33" y="44"/>
                    <a:pt x="31" y="49"/>
                  </a:cubicBezTo>
                  <a:cubicBezTo>
                    <a:pt x="30" y="52"/>
                    <a:pt x="29" y="55"/>
                    <a:pt x="29" y="58"/>
                  </a:cubicBezTo>
                  <a:cubicBezTo>
                    <a:pt x="29" y="61"/>
                    <a:pt x="29" y="61"/>
                    <a:pt x="29" y="61"/>
                  </a:cubicBezTo>
                  <a:cubicBezTo>
                    <a:pt x="27" y="58"/>
                    <a:pt x="27" y="58"/>
                    <a:pt x="27" y="58"/>
                  </a:cubicBezTo>
                  <a:cubicBezTo>
                    <a:pt x="25" y="53"/>
                    <a:pt x="26" y="49"/>
                    <a:pt x="28" y="44"/>
                  </a:cubicBezTo>
                  <a:cubicBezTo>
                    <a:pt x="29" y="40"/>
                    <a:pt x="31" y="36"/>
                    <a:pt x="30" y="32"/>
                  </a:cubicBezTo>
                  <a:cubicBezTo>
                    <a:pt x="30" y="32"/>
                    <a:pt x="30" y="32"/>
                    <a:pt x="30" y="32"/>
                  </a:cubicBezTo>
                  <a:cubicBezTo>
                    <a:pt x="30" y="35"/>
                    <a:pt x="29" y="38"/>
                    <a:pt x="28" y="42"/>
                  </a:cubicBezTo>
                  <a:cubicBezTo>
                    <a:pt x="26" y="47"/>
                    <a:pt x="24" y="53"/>
                    <a:pt x="24" y="59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4" y="60"/>
                    <a:pt x="24" y="60"/>
                    <a:pt x="24" y="60"/>
                  </a:cubicBezTo>
                  <a:cubicBezTo>
                    <a:pt x="23" y="61"/>
                    <a:pt x="22" y="61"/>
                    <a:pt x="21" y="61"/>
                  </a:cubicBezTo>
                  <a:cubicBezTo>
                    <a:pt x="21" y="61"/>
                    <a:pt x="21" y="61"/>
                    <a:pt x="21" y="61"/>
                  </a:cubicBezTo>
                  <a:cubicBezTo>
                    <a:pt x="20" y="61"/>
                    <a:pt x="20" y="61"/>
                    <a:pt x="19" y="62"/>
                  </a:cubicBezTo>
                  <a:cubicBezTo>
                    <a:pt x="18" y="69"/>
                    <a:pt x="14" y="74"/>
                    <a:pt x="11" y="79"/>
                  </a:cubicBezTo>
                  <a:cubicBezTo>
                    <a:pt x="10" y="82"/>
                    <a:pt x="8" y="84"/>
                    <a:pt x="7" y="86"/>
                  </a:cubicBezTo>
                  <a:close/>
                  <a:moveTo>
                    <a:pt x="85" y="136"/>
                  </a:moveTo>
                  <a:cubicBezTo>
                    <a:pt x="86" y="136"/>
                    <a:pt x="87" y="137"/>
                    <a:pt x="89" y="137"/>
                  </a:cubicBezTo>
                  <a:cubicBezTo>
                    <a:pt x="93" y="137"/>
                    <a:pt x="97" y="135"/>
                    <a:pt x="101" y="133"/>
                  </a:cubicBezTo>
                  <a:cubicBezTo>
                    <a:pt x="105" y="132"/>
                    <a:pt x="108" y="131"/>
                    <a:pt x="110" y="131"/>
                  </a:cubicBezTo>
                  <a:cubicBezTo>
                    <a:pt x="111" y="131"/>
                    <a:pt x="111" y="131"/>
                    <a:pt x="111" y="131"/>
                  </a:cubicBezTo>
                  <a:cubicBezTo>
                    <a:pt x="113" y="129"/>
                    <a:pt x="116" y="127"/>
                    <a:pt x="118" y="126"/>
                  </a:cubicBezTo>
                  <a:cubicBezTo>
                    <a:pt x="120" y="125"/>
                    <a:pt x="122" y="125"/>
                    <a:pt x="123" y="124"/>
                  </a:cubicBezTo>
                  <a:cubicBezTo>
                    <a:pt x="122" y="124"/>
                    <a:pt x="122" y="123"/>
                    <a:pt x="121" y="123"/>
                  </a:cubicBezTo>
                  <a:cubicBezTo>
                    <a:pt x="117" y="123"/>
                    <a:pt x="111" y="126"/>
                    <a:pt x="106" y="129"/>
                  </a:cubicBezTo>
                  <a:cubicBezTo>
                    <a:pt x="99" y="132"/>
                    <a:pt x="92" y="136"/>
                    <a:pt x="85" y="136"/>
                  </a:cubicBezTo>
                  <a:close/>
                  <a:moveTo>
                    <a:pt x="64" y="126"/>
                  </a:moveTo>
                  <a:cubicBezTo>
                    <a:pt x="65" y="126"/>
                    <a:pt x="66" y="126"/>
                    <a:pt x="67" y="127"/>
                  </a:cubicBezTo>
                  <a:cubicBezTo>
                    <a:pt x="68" y="128"/>
                    <a:pt x="69" y="128"/>
                    <a:pt x="70" y="128"/>
                  </a:cubicBezTo>
                  <a:cubicBezTo>
                    <a:pt x="70" y="128"/>
                    <a:pt x="70" y="128"/>
                    <a:pt x="70" y="128"/>
                  </a:cubicBezTo>
                  <a:cubicBezTo>
                    <a:pt x="70" y="128"/>
                    <a:pt x="71" y="128"/>
                    <a:pt x="71" y="127"/>
                  </a:cubicBezTo>
                  <a:cubicBezTo>
                    <a:pt x="72" y="125"/>
                    <a:pt x="75" y="121"/>
                    <a:pt x="74" y="118"/>
                  </a:cubicBezTo>
                  <a:cubicBezTo>
                    <a:pt x="74" y="117"/>
                    <a:pt x="73" y="116"/>
                    <a:pt x="72" y="115"/>
                  </a:cubicBezTo>
                  <a:cubicBezTo>
                    <a:pt x="70" y="114"/>
                    <a:pt x="70" y="114"/>
                    <a:pt x="70" y="114"/>
                  </a:cubicBezTo>
                  <a:cubicBezTo>
                    <a:pt x="70" y="114"/>
                    <a:pt x="70" y="114"/>
                    <a:pt x="70" y="114"/>
                  </a:cubicBezTo>
                  <a:cubicBezTo>
                    <a:pt x="70" y="116"/>
                    <a:pt x="67" y="118"/>
                    <a:pt x="64" y="118"/>
                  </a:cubicBezTo>
                  <a:cubicBezTo>
                    <a:pt x="64" y="118"/>
                    <a:pt x="64" y="118"/>
                    <a:pt x="64" y="118"/>
                  </a:cubicBezTo>
                  <a:lnTo>
                    <a:pt x="64" y="126"/>
                  </a:lnTo>
                  <a:close/>
                  <a:moveTo>
                    <a:pt x="75" y="116"/>
                  </a:moveTo>
                  <a:cubicBezTo>
                    <a:pt x="75" y="117"/>
                    <a:pt x="75" y="117"/>
                    <a:pt x="75" y="118"/>
                  </a:cubicBezTo>
                  <a:cubicBezTo>
                    <a:pt x="76" y="121"/>
                    <a:pt x="74" y="125"/>
                    <a:pt x="72" y="128"/>
                  </a:cubicBezTo>
                  <a:cubicBezTo>
                    <a:pt x="75" y="126"/>
                    <a:pt x="77" y="121"/>
                    <a:pt x="77" y="118"/>
                  </a:cubicBezTo>
                  <a:cubicBezTo>
                    <a:pt x="76" y="118"/>
                    <a:pt x="76" y="117"/>
                    <a:pt x="75" y="116"/>
                  </a:cubicBezTo>
                  <a:close/>
                  <a:moveTo>
                    <a:pt x="70" y="114"/>
                  </a:moveTo>
                  <a:cubicBezTo>
                    <a:pt x="72" y="114"/>
                    <a:pt x="72" y="114"/>
                    <a:pt x="72" y="114"/>
                  </a:cubicBezTo>
                  <a:cubicBezTo>
                    <a:pt x="76" y="115"/>
                    <a:pt x="78" y="117"/>
                    <a:pt x="78" y="118"/>
                  </a:cubicBezTo>
                  <a:cubicBezTo>
                    <a:pt x="79" y="121"/>
                    <a:pt x="77" y="125"/>
                    <a:pt x="74" y="128"/>
                  </a:cubicBezTo>
                  <a:cubicBezTo>
                    <a:pt x="79" y="126"/>
                    <a:pt x="79" y="122"/>
                    <a:pt x="79" y="120"/>
                  </a:cubicBezTo>
                  <a:cubicBezTo>
                    <a:pt x="79" y="116"/>
                    <a:pt x="76" y="110"/>
                    <a:pt x="72" y="110"/>
                  </a:cubicBezTo>
                  <a:cubicBezTo>
                    <a:pt x="71" y="110"/>
                    <a:pt x="69" y="111"/>
                    <a:pt x="68" y="113"/>
                  </a:cubicBezTo>
                  <a:cubicBezTo>
                    <a:pt x="69" y="113"/>
                    <a:pt x="69" y="113"/>
                    <a:pt x="70" y="114"/>
                  </a:cubicBezTo>
                  <a:close/>
                  <a:moveTo>
                    <a:pt x="122" y="122"/>
                  </a:moveTo>
                  <a:cubicBezTo>
                    <a:pt x="123" y="122"/>
                    <a:pt x="124" y="122"/>
                    <a:pt x="125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5" y="124"/>
                    <a:pt x="124" y="125"/>
                    <a:pt x="123" y="125"/>
                  </a:cubicBezTo>
                  <a:cubicBezTo>
                    <a:pt x="127" y="124"/>
                    <a:pt x="131" y="123"/>
                    <a:pt x="136" y="123"/>
                  </a:cubicBezTo>
                  <a:cubicBezTo>
                    <a:pt x="139" y="123"/>
                    <a:pt x="141" y="123"/>
                    <a:pt x="143" y="124"/>
                  </a:cubicBezTo>
                  <a:cubicBezTo>
                    <a:pt x="140" y="122"/>
                    <a:pt x="136" y="121"/>
                    <a:pt x="131" y="121"/>
                  </a:cubicBezTo>
                  <a:cubicBezTo>
                    <a:pt x="128" y="121"/>
                    <a:pt x="125" y="121"/>
                    <a:pt x="122" y="122"/>
                  </a:cubicBezTo>
                  <a:close/>
                  <a:moveTo>
                    <a:pt x="72" y="109"/>
                  </a:moveTo>
                  <a:cubicBezTo>
                    <a:pt x="77" y="109"/>
                    <a:pt x="81" y="115"/>
                    <a:pt x="81" y="120"/>
                  </a:cubicBezTo>
                  <a:cubicBezTo>
                    <a:pt x="81" y="121"/>
                    <a:pt x="81" y="122"/>
                    <a:pt x="81" y="123"/>
                  </a:cubicBezTo>
                  <a:cubicBezTo>
                    <a:pt x="82" y="121"/>
                    <a:pt x="82" y="118"/>
                    <a:pt x="81" y="114"/>
                  </a:cubicBezTo>
                  <a:cubicBezTo>
                    <a:pt x="79" y="110"/>
                    <a:pt x="75" y="108"/>
                    <a:pt x="71" y="109"/>
                  </a:cubicBezTo>
                  <a:cubicBezTo>
                    <a:pt x="72" y="109"/>
                    <a:pt x="72" y="109"/>
                    <a:pt x="72" y="109"/>
                  </a:cubicBezTo>
                  <a:close/>
                  <a:moveTo>
                    <a:pt x="36" y="65"/>
                  </a:moveTo>
                  <a:cubicBezTo>
                    <a:pt x="36" y="69"/>
                    <a:pt x="34" y="72"/>
                    <a:pt x="32" y="74"/>
                  </a:cubicBezTo>
                  <a:cubicBezTo>
                    <a:pt x="32" y="75"/>
                    <a:pt x="31" y="76"/>
                    <a:pt x="31" y="77"/>
                  </a:cubicBezTo>
                  <a:cubicBezTo>
                    <a:pt x="34" y="77"/>
                    <a:pt x="36" y="74"/>
                    <a:pt x="36" y="73"/>
                  </a:cubicBezTo>
                  <a:cubicBezTo>
                    <a:pt x="37" y="70"/>
                    <a:pt x="37" y="67"/>
                    <a:pt x="36" y="65"/>
                  </a:cubicBezTo>
                  <a:close/>
                  <a:moveTo>
                    <a:pt x="28" y="63"/>
                  </a:moveTo>
                  <a:cubicBezTo>
                    <a:pt x="27" y="65"/>
                    <a:pt x="27" y="69"/>
                    <a:pt x="27" y="72"/>
                  </a:cubicBezTo>
                  <a:cubicBezTo>
                    <a:pt x="27" y="73"/>
                    <a:pt x="28" y="73"/>
                    <a:pt x="28" y="74"/>
                  </a:cubicBezTo>
                  <a:cubicBezTo>
                    <a:pt x="30" y="71"/>
                    <a:pt x="32" y="67"/>
                    <a:pt x="31" y="65"/>
                  </a:cubicBezTo>
                  <a:cubicBezTo>
                    <a:pt x="30" y="64"/>
                    <a:pt x="30" y="63"/>
                    <a:pt x="28" y="63"/>
                  </a:cubicBezTo>
                  <a:close/>
                  <a:moveTo>
                    <a:pt x="32" y="36"/>
                  </a:moveTo>
                  <a:cubicBezTo>
                    <a:pt x="31" y="39"/>
                    <a:pt x="30" y="42"/>
                    <a:pt x="29" y="44"/>
                  </a:cubicBezTo>
                  <a:cubicBezTo>
                    <a:pt x="28" y="48"/>
                    <a:pt x="27" y="51"/>
                    <a:pt x="28" y="55"/>
                  </a:cubicBezTo>
                  <a:cubicBezTo>
                    <a:pt x="28" y="53"/>
                    <a:pt x="29" y="51"/>
                    <a:pt x="29" y="49"/>
                  </a:cubicBezTo>
                  <a:cubicBezTo>
                    <a:pt x="31" y="45"/>
                    <a:pt x="32" y="41"/>
                    <a:pt x="32" y="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91" name="Freeform 47"/>
            <p:cNvSpPr>
              <a:spLocks noEditPoints="1"/>
            </p:cNvSpPr>
            <p:nvPr/>
          </p:nvSpPr>
          <p:spPr bwMode="auto">
            <a:xfrm>
              <a:off x="895350" y="3316288"/>
              <a:ext cx="363538" cy="328613"/>
            </a:xfrm>
            <a:custGeom>
              <a:avLst/>
              <a:gdLst>
                <a:gd name="T0" fmla="*/ 50 w 161"/>
                <a:gd name="T1" fmla="*/ 8 h 146"/>
                <a:gd name="T2" fmla="*/ 60 w 161"/>
                <a:gd name="T3" fmla="*/ 25 h 146"/>
                <a:gd name="T4" fmla="*/ 54 w 161"/>
                <a:gd name="T5" fmla="*/ 17 h 146"/>
                <a:gd name="T6" fmla="*/ 63 w 161"/>
                <a:gd name="T7" fmla="*/ 34 h 146"/>
                <a:gd name="T8" fmla="*/ 49 w 161"/>
                <a:gd name="T9" fmla="*/ 37 h 146"/>
                <a:gd name="T10" fmla="*/ 41 w 161"/>
                <a:gd name="T11" fmla="*/ 13 h 146"/>
                <a:gd name="T12" fmla="*/ 16 w 161"/>
                <a:gd name="T13" fmla="*/ 62 h 146"/>
                <a:gd name="T14" fmla="*/ 34 w 161"/>
                <a:gd name="T15" fmla="*/ 92 h 146"/>
                <a:gd name="T16" fmla="*/ 27 w 161"/>
                <a:gd name="T17" fmla="*/ 146 h 146"/>
                <a:gd name="T18" fmla="*/ 33 w 161"/>
                <a:gd name="T19" fmla="*/ 104 h 146"/>
                <a:gd name="T20" fmla="*/ 26 w 161"/>
                <a:gd name="T21" fmla="*/ 102 h 146"/>
                <a:gd name="T22" fmla="*/ 30 w 161"/>
                <a:gd name="T23" fmla="*/ 101 h 146"/>
                <a:gd name="T24" fmla="*/ 4 w 161"/>
                <a:gd name="T25" fmla="*/ 60 h 146"/>
                <a:gd name="T26" fmla="*/ 41 w 161"/>
                <a:gd name="T27" fmla="*/ 10 h 146"/>
                <a:gd name="T28" fmla="*/ 51 w 161"/>
                <a:gd name="T29" fmla="*/ 4 h 146"/>
                <a:gd name="T30" fmla="*/ 145 w 161"/>
                <a:gd name="T31" fmla="*/ 13 h 146"/>
                <a:gd name="T32" fmla="*/ 142 w 161"/>
                <a:gd name="T33" fmla="*/ 0 h 146"/>
                <a:gd name="T34" fmla="*/ 141 w 161"/>
                <a:gd name="T35" fmla="*/ 33 h 146"/>
                <a:gd name="T36" fmla="*/ 50 w 161"/>
                <a:gd name="T37" fmla="*/ 8 h 146"/>
                <a:gd name="T38" fmla="*/ 137 w 161"/>
                <a:gd name="T39" fmla="*/ 31 h 146"/>
                <a:gd name="T40" fmla="*/ 148 w 161"/>
                <a:gd name="T41" fmla="*/ 16 h 146"/>
                <a:gd name="T42" fmla="*/ 70 w 161"/>
                <a:gd name="T43" fmla="*/ 8 h 146"/>
                <a:gd name="T44" fmla="*/ 137 w 161"/>
                <a:gd name="T45" fmla="*/ 31 h 146"/>
                <a:gd name="T46" fmla="*/ 26 w 161"/>
                <a:gd name="T47" fmla="*/ 84 h 146"/>
                <a:gd name="T48" fmla="*/ 22 w 161"/>
                <a:gd name="T49" fmla="*/ 16 h 146"/>
                <a:gd name="T50" fmla="*/ 26 w 161"/>
                <a:gd name="T51" fmla="*/ 84 h 146"/>
                <a:gd name="T52" fmla="*/ 57 w 161"/>
                <a:gd name="T53" fmla="*/ 28 h 146"/>
                <a:gd name="T54" fmla="*/ 46 w 161"/>
                <a:gd name="T55" fmla="*/ 16 h 146"/>
                <a:gd name="T56" fmla="*/ 57 w 161"/>
                <a:gd name="T57" fmla="*/ 28 h 146"/>
                <a:gd name="T58" fmla="*/ 57 w 161"/>
                <a:gd name="T59" fmla="*/ 31 h 146"/>
                <a:gd name="T60" fmla="*/ 46 w 161"/>
                <a:gd name="T61" fmla="*/ 28 h 146"/>
                <a:gd name="T62" fmla="*/ 57 w 161"/>
                <a:gd name="T63" fmla="*/ 31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1" h="146">
                  <a:moveTo>
                    <a:pt x="50" y="8"/>
                  </a:moveTo>
                  <a:cubicBezTo>
                    <a:pt x="55" y="14"/>
                    <a:pt x="53" y="20"/>
                    <a:pt x="60" y="25"/>
                  </a:cubicBezTo>
                  <a:cubicBezTo>
                    <a:pt x="62" y="23"/>
                    <a:pt x="58" y="18"/>
                    <a:pt x="54" y="17"/>
                  </a:cubicBezTo>
                  <a:cubicBezTo>
                    <a:pt x="64" y="13"/>
                    <a:pt x="65" y="25"/>
                    <a:pt x="63" y="34"/>
                  </a:cubicBezTo>
                  <a:cubicBezTo>
                    <a:pt x="59" y="36"/>
                    <a:pt x="55" y="37"/>
                    <a:pt x="49" y="37"/>
                  </a:cubicBezTo>
                  <a:cubicBezTo>
                    <a:pt x="43" y="31"/>
                    <a:pt x="43" y="19"/>
                    <a:pt x="41" y="13"/>
                  </a:cubicBezTo>
                  <a:cubicBezTo>
                    <a:pt x="14" y="14"/>
                    <a:pt x="9" y="41"/>
                    <a:pt x="16" y="62"/>
                  </a:cubicBezTo>
                  <a:cubicBezTo>
                    <a:pt x="19" y="72"/>
                    <a:pt x="30" y="81"/>
                    <a:pt x="34" y="92"/>
                  </a:cubicBezTo>
                  <a:cubicBezTo>
                    <a:pt x="41" y="111"/>
                    <a:pt x="38" y="129"/>
                    <a:pt x="27" y="146"/>
                  </a:cubicBezTo>
                  <a:cubicBezTo>
                    <a:pt x="28" y="137"/>
                    <a:pt x="39" y="121"/>
                    <a:pt x="33" y="104"/>
                  </a:cubicBezTo>
                  <a:cubicBezTo>
                    <a:pt x="31" y="102"/>
                    <a:pt x="29" y="102"/>
                    <a:pt x="26" y="102"/>
                  </a:cubicBezTo>
                  <a:cubicBezTo>
                    <a:pt x="26" y="100"/>
                    <a:pt x="28" y="101"/>
                    <a:pt x="30" y="101"/>
                  </a:cubicBezTo>
                  <a:cubicBezTo>
                    <a:pt x="28" y="89"/>
                    <a:pt x="7" y="79"/>
                    <a:pt x="4" y="60"/>
                  </a:cubicBezTo>
                  <a:cubicBezTo>
                    <a:pt x="1" y="34"/>
                    <a:pt x="12" y="6"/>
                    <a:pt x="41" y="10"/>
                  </a:cubicBezTo>
                  <a:cubicBezTo>
                    <a:pt x="45" y="9"/>
                    <a:pt x="47" y="5"/>
                    <a:pt x="51" y="4"/>
                  </a:cubicBezTo>
                  <a:cubicBezTo>
                    <a:pt x="86" y="1"/>
                    <a:pt x="128" y="46"/>
                    <a:pt x="145" y="13"/>
                  </a:cubicBezTo>
                  <a:cubicBezTo>
                    <a:pt x="146" y="6"/>
                    <a:pt x="144" y="3"/>
                    <a:pt x="142" y="0"/>
                  </a:cubicBezTo>
                  <a:cubicBezTo>
                    <a:pt x="161" y="2"/>
                    <a:pt x="149" y="29"/>
                    <a:pt x="141" y="33"/>
                  </a:cubicBezTo>
                  <a:cubicBezTo>
                    <a:pt x="111" y="47"/>
                    <a:pt x="71" y="4"/>
                    <a:pt x="50" y="8"/>
                  </a:cubicBezTo>
                  <a:close/>
                  <a:moveTo>
                    <a:pt x="137" y="31"/>
                  </a:moveTo>
                  <a:cubicBezTo>
                    <a:pt x="142" y="29"/>
                    <a:pt x="151" y="17"/>
                    <a:pt x="148" y="16"/>
                  </a:cubicBezTo>
                  <a:cubicBezTo>
                    <a:pt x="130" y="43"/>
                    <a:pt x="93" y="14"/>
                    <a:pt x="70" y="8"/>
                  </a:cubicBezTo>
                  <a:cubicBezTo>
                    <a:pt x="87" y="21"/>
                    <a:pt x="105" y="33"/>
                    <a:pt x="137" y="31"/>
                  </a:cubicBezTo>
                  <a:close/>
                  <a:moveTo>
                    <a:pt x="26" y="84"/>
                  </a:moveTo>
                  <a:cubicBezTo>
                    <a:pt x="10" y="71"/>
                    <a:pt x="7" y="27"/>
                    <a:pt x="22" y="16"/>
                  </a:cubicBezTo>
                  <a:cubicBezTo>
                    <a:pt x="0" y="29"/>
                    <a:pt x="5" y="78"/>
                    <a:pt x="26" y="84"/>
                  </a:cubicBezTo>
                  <a:close/>
                  <a:moveTo>
                    <a:pt x="57" y="28"/>
                  </a:moveTo>
                  <a:cubicBezTo>
                    <a:pt x="55" y="22"/>
                    <a:pt x="53" y="16"/>
                    <a:pt x="46" y="16"/>
                  </a:cubicBezTo>
                  <a:cubicBezTo>
                    <a:pt x="46" y="23"/>
                    <a:pt x="50" y="27"/>
                    <a:pt x="57" y="28"/>
                  </a:cubicBezTo>
                  <a:close/>
                  <a:moveTo>
                    <a:pt x="57" y="31"/>
                  </a:moveTo>
                  <a:cubicBezTo>
                    <a:pt x="51" y="33"/>
                    <a:pt x="49" y="24"/>
                    <a:pt x="46" y="28"/>
                  </a:cubicBezTo>
                  <a:cubicBezTo>
                    <a:pt x="47" y="31"/>
                    <a:pt x="56" y="40"/>
                    <a:pt x="57" y="3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92" name="Freeform 48"/>
            <p:cNvSpPr>
              <a:spLocks noEditPoints="1"/>
            </p:cNvSpPr>
            <p:nvPr/>
          </p:nvSpPr>
          <p:spPr bwMode="auto">
            <a:xfrm>
              <a:off x="903288" y="3313113"/>
              <a:ext cx="336550" cy="338138"/>
            </a:xfrm>
            <a:custGeom>
              <a:avLst/>
              <a:gdLst>
                <a:gd name="T0" fmla="*/ 81 w 150"/>
                <a:gd name="T1" fmla="*/ 22 h 150"/>
                <a:gd name="T2" fmla="*/ 52 w 150"/>
                <a:gd name="T3" fmla="*/ 17 h 150"/>
                <a:gd name="T4" fmla="*/ 60 w 150"/>
                <a:gd name="T5" fmla="*/ 35 h 150"/>
                <a:gd name="T6" fmla="*/ 45 w 150"/>
                <a:gd name="T7" fmla="*/ 39 h 150"/>
                <a:gd name="T8" fmla="*/ 39 w 150"/>
                <a:gd name="T9" fmla="*/ 20 h 150"/>
                <a:gd name="T10" fmla="*/ 14 w 150"/>
                <a:gd name="T11" fmla="*/ 63 h 150"/>
                <a:gd name="T12" fmla="*/ 25 w 150"/>
                <a:gd name="T13" fmla="*/ 148 h 150"/>
                <a:gd name="T14" fmla="*/ 26 w 150"/>
                <a:gd name="T15" fmla="*/ 137 h 150"/>
                <a:gd name="T16" fmla="*/ 23 w 150"/>
                <a:gd name="T17" fmla="*/ 104 h 150"/>
                <a:gd name="T18" fmla="*/ 26 w 150"/>
                <a:gd name="T19" fmla="*/ 101 h 150"/>
                <a:gd name="T20" fmla="*/ 1 w 150"/>
                <a:gd name="T21" fmla="*/ 61 h 150"/>
                <a:gd name="T22" fmla="*/ 38 w 150"/>
                <a:gd name="T23" fmla="*/ 10 h 150"/>
                <a:gd name="T24" fmla="*/ 91 w 150"/>
                <a:gd name="T25" fmla="*/ 16 h 150"/>
                <a:gd name="T26" fmla="*/ 139 w 150"/>
                <a:gd name="T27" fmla="*/ 2 h 150"/>
                <a:gd name="T28" fmla="*/ 150 w 150"/>
                <a:gd name="T29" fmla="*/ 12 h 150"/>
                <a:gd name="T30" fmla="*/ 82 w 150"/>
                <a:gd name="T31" fmla="*/ 20 h 150"/>
                <a:gd name="T32" fmla="*/ 141 w 150"/>
                <a:gd name="T33" fmla="*/ 2 h 150"/>
                <a:gd name="T34" fmla="*/ 143 w 150"/>
                <a:gd name="T35" fmla="*/ 14 h 150"/>
                <a:gd name="T36" fmla="*/ 44 w 150"/>
                <a:gd name="T37" fmla="*/ 9 h 150"/>
                <a:gd name="T38" fmla="*/ 38 w 150"/>
                <a:gd name="T39" fmla="*/ 12 h 150"/>
                <a:gd name="T40" fmla="*/ 2 w 150"/>
                <a:gd name="T41" fmla="*/ 60 h 150"/>
                <a:gd name="T42" fmla="*/ 28 w 150"/>
                <a:gd name="T43" fmla="*/ 102 h 150"/>
                <a:gd name="T44" fmla="*/ 30 w 150"/>
                <a:gd name="T45" fmla="*/ 104 h 150"/>
                <a:gd name="T46" fmla="*/ 32 w 150"/>
                <a:gd name="T47" fmla="*/ 116 h 150"/>
                <a:gd name="T48" fmla="*/ 31 w 150"/>
                <a:gd name="T49" fmla="*/ 93 h 150"/>
                <a:gd name="T50" fmla="*/ 11 w 150"/>
                <a:gd name="T51" fmla="*/ 61 h 150"/>
                <a:gd name="T52" fmla="*/ 23 w 150"/>
                <a:gd name="T53" fmla="*/ 85 h 150"/>
                <a:gd name="T54" fmla="*/ 19 w 150"/>
                <a:gd name="T55" fmla="*/ 17 h 150"/>
                <a:gd name="T56" fmla="*/ 39 w 150"/>
                <a:gd name="T57" fmla="*/ 13 h 150"/>
                <a:gd name="T58" fmla="*/ 42 w 150"/>
                <a:gd name="T59" fmla="*/ 29 h 150"/>
                <a:gd name="T60" fmla="*/ 48 w 150"/>
                <a:gd name="T61" fmla="*/ 29 h 150"/>
                <a:gd name="T62" fmla="*/ 55 w 150"/>
                <a:gd name="T63" fmla="*/ 32 h 150"/>
                <a:gd name="T64" fmla="*/ 42 w 150"/>
                <a:gd name="T65" fmla="*/ 30 h 150"/>
                <a:gd name="T66" fmla="*/ 60 w 150"/>
                <a:gd name="T67" fmla="*/ 27 h 150"/>
                <a:gd name="T68" fmla="*/ 58 w 150"/>
                <a:gd name="T69" fmla="*/ 25 h 150"/>
                <a:gd name="T70" fmla="*/ 56 w 150"/>
                <a:gd name="T71" fmla="*/ 27 h 150"/>
                <a:gd name="T72" fmla="*/ 50 w 150"/>
                <a:gd name="T73" fmla="*/ 18 h 150"/>
                <a:gd name="T74" fmla="*/ 45 w 150"/>
                <a:gd name="T75" fmla="*/ 9 h 150"/>
                <a:gd name="T76" fmla="*/ 57 w 150"/>
                <a:gd name="T77" fmla="*/ 25 h 150"/>
                <a:gd name="T78" fmla="*/ 53 w 150"/>
                <a:gd name="T79" fmla="*/ 33 h 150"/>
                <a:gd name="T80" fmla="*/ 44 w 150"/>
                <a:gd name="T81" fmla="*/ 29 h 150"/>
                <a:gd name="T82" fmla="*/ 8 w 150"/>
                <a:gd name="T83" fmla="*/ 46 h 150"/>
                <a:gd name="T84" fmla="*/ 146 w 150"/>
                <a:gd name="T85" fmla="*/ 18 h 150"/>
                <a:gd name="T86" fmla="*/ 134 w 150"/>
                <a:gd name="T87" fmla="*/ 33 h 150"/>
                <a:gd name="T88" fmla="*/ 67 w 150"/>
                <a:gd name="T89" fmla="*/ 9 h 150"/>
                <a:gd name="T90" fmla="*/ 145 w 150"/>
                <a:gd name="T91" fmla="*/ 16 h 150"/>
                <a:gd name="T92" fmla="*/ 133 w 150"/>
                <a:gd name="T93" fmla="*/ 31 h 150"/>
                <a:gd name="T94" fmla="*/ 71 w 150"/>
                <a:gd name="T95" fmla="*/ 11 h 150"/>
                <a:gd name="T96" fmla="*/ 54 w 150"/>
                <a:gd name="T97" fmla="*/ 30 h 150"/>
                <a:gd name="T98" fmla="*/ 43 w 150"/>
                <a:gd name="T99" fmla="*/ 16 h 150"/>
                <a:gd name="T100" fmla="*/ 43 w 150"/>
                <a:gd name="T101" fmla="*/ 17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50" h="150">
                  <a:moveTo>
                    <a:pt x="150" y="12"/>
                  </a:moveTo>
                  <a:cubicBezTo>
                    <a:pt x="150" y="20"/>
                    <a:pt x="143" y="32"/>
                    <a:pt x="138" y="34"/>
                  </a:cubicBezTo>
                  <a:cubicBezTo>
                    <a:pt x="120" y="43"/>
                    <a:pt x="99" y="32"/>
                    <a:pt x="81" y="22"/>
                  </a:cubicBezTo>
                  <a:cubicBezTo>
                    <a:pt x="69" y="15"/>
                    <a:pt x="57" y="9"/>
                    <a:pt x="48" y="10"/>
                  </a:cubicBezTo>
                  <a:cubicBezTo>
                    <a:pt x="50" y="12"/>
                    <a:pt x="51" y="15"/>
                    <a:pt x="52" y="17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4" y="16"/>
                    <a:pt x="56" y="16"/>
                    <a:pt x="58" y="17"/>
                  </a:cubicBezTo>
                  <a:cubicBezTo>
                    <a:pt x="61" y="19"/>
                    <a:pt x="61" y="24"/>
                    <a:pt x="61" y="27"/>
                  </a:cubicBezTo>
                  <a:cubicBezTo>
                    <a:pt x="61" y="30"/>
                    <a:pt x="61" y="33"/>
                    <a:pt x="60" y="35"/>
                  </a:cubicBezTo>
                  <a:cubicBezTo>
                    <a:pt x="60" y="35"/>
                    <a:pt x="60" y="35"/>
                    <a:pt x="60" y="35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7" y="38"/>
                    <a:pt x="52" y="39"/>
                    <a:pt x="45" y="39"/>
                  </a:cubicBezTo>
                  <a:cubicBezTo>
                    <a:pt x="45" y="39"/>
                    <a:pt x="45" y="39"/>
                    <a:pt x="45" y="39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1" y="34"/>
                    <a:pt x="40" y="26"/>
                    <a:pt x="39" y="20"/>
                  </a:cubicBezTo>
                  <a:cubicBezTo>
                    <a:pt x="39" y="18"/>
                    <a:pt x="38" y="16"/>
                    <a:pt x="38" y="14"/>
                  </a:cubicBezTo>
                  <a:cubicBezTo>
                    <a:pt x="21" y="15"/>
                    <a:pt x="11" y="27"/>
                    <a:pt x="11" y="47"/>
                  </a:cubicBezTo>
                  <a:cubicBezTo>
                    <a:pt x="11" y="52"/>
                    <a:pt x="12" y="58"/>
                    <a:pt x="14" y="63"/>
                  </a:cubicBezTo>
                  <a:cubicBezTo>
                    <a:pt x="15" y="68"/>
                    <a:pt x="18" y="72"/>
                    <a:pt x="22" y="77"/>
                  </a:cubicBezTo>
                  <a:cubicBezTo>
                    <a:pt x="26" y="82"/>
                    <a:pt x="30" y="87"/>
                    <a:pt x="32" y="93"/>
                  </a:cubicBezTo>
                  <a:cubicBezTo>
                    <a:pt x="39" y="111"/>
                    <a:pt x="36" y="130"/>
                    <a:pt x="25" y="148"/>
                  </a:cubicBezTo>
                  <a:cubicBezTo>
                    <a:pt x="23" y="150"/>
                    <a:pt x="23" y="150"/>
                    <a:pt x="23" y="150"/>
                  </a:cubicBezTo>
                  <a:cubicBezTo>
                    <a:pt x="23" y="147"/>
                    <a:pt x="23" y="147"/>
                    <a:pt x="23" y="147"/>
                  </a:cubicBezTo>
                  <a:cubicBezTo>
                    <a:pt x="24" y="144"/>
                    <a:pt x="25" y="141"/>
                    <a:pt x="26" y="137"/>
                  </a:cubicBezTo>
                  <a:cubicBezTo>
                    <a:pt x="28" y="131"/>
                    <a:pt x="31" y="123"/>
                    <a:pt x="31" y="116"/>
                  </a:cubicBezTo>
                  <a:cubicBezTo>
                    <a:pt x="31" y="112"/>
                    <a:pt x="30" y="108"/>
                    <a:pt x="29" y="105"/>
                  </a:cubicBezTo>
                  <a:cubicBezTo>
                    <a:pt x="28" y="104"/>
                    <a:pt x="26" y="104"/>
                    <a:pt x="23" y="104"/>
                  </a:cubicBezTo>
                  <a:cubicBezTo>
                    <a:pt x="22" y="104"/>
                    <a:pt x="22" y="104"/>
                    <a:pt x="22" y="104"/>
                  </a:cubicBezTo>
                  <a:cubicBezTo>
                    <a:pt x="22" y="103"/>
                    <a:pt x="22" y="103"/>
                    <a:pt x="22" y="103"/>
                  </a:cubicBezTo>
                  <a:cubicBezTo>
                    <a:pt x="22" y="101"/>
                    <a:pt x="24" y="101"/>
                    <a:pt x="26" y="101"/>
                  </a:cubicBezTo>
                  <a:cubicBezTo>
                    <a:pt x="26" y="101"/>
                    <a:pt x="26" y="101"/>
                    <a:pt x="26" y="101"/>
                  </a:cubicBezTo>
                  <a:cubicBezTo>
                    <a:pt x="25" y="97"/>
                    <a:pt x="21" y="93"/>
                    <a:pt x="17" y="88"/>
                  </a:cubicBezTo>
                  <a:cubicBezTo>
                    <a:pt x="10" y="81"/>
                    <a:pt x="2" y="72"/>
                    <a:pt x="1" y="61"/>
                  </a:cubicBezTo>
                  <a:cubicBezTo>
                    <a:pt x="0" y="58"/>
                    <a:pt x="0" y="55"/>
                    <a:pt x="0" y="52"/>
                  </a:cubicBezTo>
                  <a:cubicBezTo>
                    <a:pt x="0" y="37"/>
                    <a:pt x="5" y="24"/>
                    <a:pt x="13" y="17"/>
                  </a:cubicBezTo>
                  <a:cubicBezTo>
                    <a:pt x="20" y="11"/>
                    <a:pt x="28" y="9"/>
                    <a:pt x="38" y="10"/>
                  </a:cubicBezTo>
                  <a:cubicBezTo>
                    <a:pt x="40" y="10"/>
                    <a:pt x="41" y="9"/>
                    <a:pt x="43" y="7"/>
                  </a:cubicBezTo>
                  <a:cubicBezTo>
                    <a:pt x="44" y="6"/>
                    <a:pt x="46" y="5"/>
                    <a:pt x="48" y="4"/>
                  </a:cubicBezTo>
                  <a:cubicBezTo>
                    <a:pt x="62" y="3"/>
                    <a:pt x="77" y="9"/>
                    <a:pt x="91" y="16"/>
                  </a:cubicBezTo>
                  <a:cubicBezTo>
                    <a:pt x="113" y="25"/>
                    <a:pt x="131" y="33"/>
                    <a:pt x="141" y="13"/>
                  </a:cubicBezTo>
                  <a:cubicBezTo>
                    <a:pt x="142" y="12"/>
                    <a:pt x="142" y="11"/>
                    <a:pt x="142" y="10"/>
                  </a:cubicBezTo>
                  <a:cubicBezTo>
                    <a:pt x="142" y="7"/>
                    <a:pt x="140" y="4"/>
                    <a:pt x="139" y="2"/>
                  </a:cubicBezTo>
                  <a:cubicBezTo>
                    <a:pt x="138" y="0"/>
                    <a:pt x="138" y="0"/>
                    <a:pt x="138" y="0"/>
                  </a:cubicBezTo>
                  <a:cubicBezTo>
                    <a:pt x="139" y="0"/>
                    <a:pt x="139" y="0"/>
                    <a:pt x="139" y="0"/>
                  </a:cubicBezTo>
                  <a:cubicBezTo>
                    <a:pt x="146" y="1"/>
                    <a:pt x="150" y="5"/>
                    <a:pt x="150" y="12"/>
                  </a:cubicBezTo>
                  <a:close/>
                  <a:moveTo>
                    <a:pt x="45" y="9"/>
                  </a:moveTo>
                  <a:cubicBezTo>
                    <a:pt x="47" y="9"/>
                    <a:pt x="47" y="9"/>
                    <a:pt x="47" y="9"/>
                  </a:cubicBezTo>
                  <a:cubicBezTo>
                    <a:pt x="56" y="7"/>
                    <a:pt x="68" y="13"/>
                    <a:pt x="82" y="20"/>
                  </a:cubicBezTo>
                  <a:cubicBezTo>
                    <a:pt x="100" y="30"/>
                    <a:pt x="120" y="41"/>
                    <a:pt x="138" y="33"/>
                  </a:cubicBezTo>
                  <a:cubicBezTo>
                    <a:pt x="142" y="31"/>
                    <a:pt x="148" y="20"/>
                    <a:pt x="148" y="12"/>
                  </a:cubicBezTo>
                  <a:cubicBezTo>
                    <a:pt x="148" y="8"/>
                    <a:pt x="147" y="3"/>
                    <a:pt x="141" y="2"/>
                  </a:cubicBezTo>
                  <a:cubicBezTo>
                    <a:pt x="142" y="4"/>
                    <a:pt x="143" y="7"/>
                    <a:pt x="143" y="10"/>
                  </a:cubicBezTo>
                  <a:cubicBezTo>
                    <a:pt x="143" y="11"/>
                    <a:pt x="143" y="13"/>
                    <a:pt x="143" y="14"/>
                  </a:cubicBezTo>
                  <a:cubicBezTo>
                    <a:pt x="143" y="14"/>
                    <a:pt x="143" y="14"/>
                    <a:pt x="143" y="14"/>
                  </a:cubicBezTo>
                  <a:cubicBezTo>
                    <a:pt x="132" y="35"/>
                    <a:pt x="112" y="26"/>
                    <a:pt x="91" y="17"/>
                  </a:cubicBezTo>
                  <a:cubicBezTo>
                    <a:pt x="76" y="11"/>
                    <a:pt x="62" y="5"/>
                    <a:pt x="48" y="6"/>
                  </a:cubicBezTo>
                  <a:cubicBezTo>
                    <a:pt x="46" y="6"/>
                    <a:pt x="45" y="7"/>
                    <a:pt x="44" y="9"/>
                  </a:cubicBezTo>
                  <a:cubicBezTo>
                    <a:pt x="42" y="10"/>
                    <a:pt x="41" y="11"/>
                    <a:pt x="39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29" y="10"/>
                    <a:pt x="20" y="13"/>
                    <a:pt x="14" y="18"/>
                  </a:cubicBezTo>
                  <a:cubicBezTo>
                    <a:pt x="6" y="25"/>
                    <a:pt x="2" y="37"/>
                    <a:pt x="2" y="52"/>
                  </a:cubicBezTo>
                  <a:cubicBezTo>
                    <a:pt x="2" y="55"/>
                    <a:pt x="2" y="58"/>
                    <a:pt x="2" y="60"/>
                  </a:cubicBezTo>
                  <a:cubicBezTo>
                    <a:pt x="4" y="72"/>
                    <a:pt x="11" y="80"/>
                    <a:pt x="18" y="87"/>
                  </a:cubicBezTo>
                  <a:cubicBezTo>
                    <a:pt x="23" y="92"/>
                    <a:pt x="27" y="97"/>
                    <a:pt x="28" y="102"/>
                  </a:cubicBezTo>
                  <a:cubicBezTo>
                    <a:pt x="28" y="102"/>
                    <a:pt x="28" y="102"/>
                    <a:pt x="28" y="102"/>
                  </a:cubicBezTo>
                  <a:cubicBezTo>
                    <a:pt x="27" y="102"/>
                    <a:pt x="27" y="102"/>
                    <a:pt x="27" y="102"/>
                  </a:cubicBezTo>
                  <a:cubicBezTo>
                    <a:pt x="27" y="102"/>
                    <a:pt x="27" y="102"/>
                    <a:pt x="27" y="102"/>
                  </a:cubicBezTo>
                  <a:cubicBezTo>
                    <a:pt x="28" y="103"/>
                    <a:pt x="29" y="103"/>
                    <a:pt x="30" y="104"/>
                  </a:cubicBezTo>
                  <a:cubicBezTo>
                    <a:pt x="31" y="104"/>
                    <a:pt x="31" y="104"/>
                    <a:pt x="31" y="104"/>
                  </a:cubicBezTo>
                  <a:cubicBezTo>
                    <a:pt x="31" y="104"/>
                    <a:pt x="31" y="104"/>
                    <a:pt x="31" y="104"/>
                  </a:cubicBezTo>
                  <a:cubicBezTo>
                    <a:pt x="32" y="108"/>
                    <a:pt x="32" y="112"/>
                    <a:pt x="32" y="116"/>
                  </a:cubicBezTo>
                  <a:cubicBezTo>
                    <a:pt x="32" y="124"/>
                    <a:pt x="30" y="131"/>
                    <a:pt x="28" y="138"/>
                  </a:cubicBezTo>
                  <a:cubicBezTo>
                    <a:pt x="27" y="140"/>
                    <a:pt x="26" y="141"/>
                    <a:pt x="26" y="143"/>
                  </a:cubicBezTo>
                  <a:cubicBezTo>
                    <a:pt x="35" y="127"/>
                    <a:pt x="37" y="110"/>
                    <a:pt x="31" y="93"/>
                  </a:cubicBezTo>
                  <a:cubicBezTo>
                    <a:pt x="28" y="88"/>
                    <a:pt x="25" y="83"/>
                    <a:pt x="21" y="78"/>
                  </a:cubicBezTo>
                  <a:cubicBezTo>
                    <a:pt x="17" y="73"/>
                    <a:pt x="14" y="69"/>
                    <a:pt x="12" y="64"/>
                  </a:cubicBezTo>
                  <a:cubicBezTo>
                    <a:pt x="12" y="63"/>
                    <a:pt x="12" y="62"/>
                    <a:pt x="11" y="61"/>
                  </a:cubicBezTo>
                  <a:cubicBezTo>
                    <a:pt x="13" y="71"/>
                    <a:pt x="17" y="79"/>
                    <a:pt x="23" y="84"/>
                  </a:cubicBezTo>
                  <a:cubicBezTo>
                    <a:pt x="26" y="86"/>
                    <a:pt x="26" y="86"/>
                    <a:pt x="26" y="86"/>
                  </a:cubicBezTo>
                  <a:cubicBezTo>
                    <a:pt x="23" y="85"/>
                    <a:pt x="23" y="85"/>
                    <a:pt x="23" y="85"/>
                  </a:cubicBezTo>
                  <a:cubicBezTo>
                    <a:pt x="10" y="82"/>
                    <a:pt x="4" y="64"/>
                    <a:pt x="4" y="49"/>
                  </a:cubicBezTo>
                  <a:cubicBezTo>
                    <a:pt x="4" y="34"/>
                    <a:pt x="9" y="21"/>
                    <a:pt x="18" y="16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5" y="21"/>
                    <a:pt x="12" y="28"/>
                    <a:pt x="10" y="37"/>
                  </a:cubicBezTo>
                  <a:cubicBezTo>
                    <a:pt x="13" y="22"/>
                    <a:pt x="23" y="14"/>
                    <a:pt x="38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40" y="15"/>
                    <a:pt x="40" y="18"/>
                    <a:pt x="40" y="20"/>
                  </a:cubicBezTo>
                  <a:cubicBezTo>
                    <a:pt x="41" y="23"/>
                    <a:pt x="41" y="26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3" y="28"/>
                    <a:pt x="44" y="27"/>
                    <a:pt x="44" y="27"/>
                  </a:cubicBezTo>
                  <a:cubicBezTo>
                    <a:pt x="46" y="27"/>
                    <a:pt x="47" y="28"/>
                    <a:pt x="48" y="29"/>
                  </a:cubicBezTo>
                  <a:cubicBezTo>
                    <a:pt x="50" y="31"/>
                    <a:pt x="52" y="32"/>
                    <a:pt x="54" y="31"/>
                  </a:cubicBezTo>
                  <a:cubicBezTo>
                    <a:pt x="55" y="31"/>
                    <a:pt x="55" y="31"/>
                    <a:pt x="55" y="31"/>
                  </a:cubicBezTo>
                  <a:cubicBezTo>
                    <a:pt x="55" y="32"/>
                    <a:pt x="55" y="32"/>
                    <a:pt x="55" y="32"/>
                  </a:cubicBezTo>
                  <a:cubicBezTo>
                    <a:pt x="54" y="35"/>
                    <a:pt x="53" y="36"/>
                    <a:pt x="52" y="37"/>
                  </a:cubicBezTo>
                  <a:cubicBezTo>
                    <a:pt x="48" y="38"/>
                    <a:pt x="43" y="32"/>
                    <a:pt x="42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3" y="33"/>
                    <a:pt x="44" y="35"/>
                    <a:pt x="46" y="37"/>
                  </a:cubicBezTo>
                  <a:cubicBezTo>
                    <a:pt x="52" y="38"/>
                    <a:pt x="56" y="37"/>
                    <a:pt x="59" y="35"/>
                  </a:cubicBezTo>
                  <a:cubicBezTo>
                    <a:pt x="60" y="32"/>
                    <a:pt x="60" y="30"/>
                    <a:pt x="60" y="27"/>
                  </a:cubicBezTo>
                  <a:cubicBezTo>
                    <a:pt x="60" y="23"/>
                    <a:pt x="59" y="20"/>
                    <a:pt x="57" y="18"/>
                  </a:cubicBezTo>
                  <a:cubicBezTo>
                    <a:pt x="56" y="18"/>
                    <a:pt x="55" y="18"/>
                    <a:pt x="53" y="18"/>
                  </a:cubicBezTo>
                  <a:cubicBezTo>
                    <a:pt x="56" y="19"/>
                    <a:pt x="58" y="22"/>
                    <a:pt x="58" y="25"/>
                  </a:cubicBezTo>
                  <a:cubicBezTo>
                    <a:pt x="58" y="26"/>
                    <a:pt x="58" y="26"/>
                    <a:pt x="57" y="27"/>
                  </a:cubicBezTo>
                  <a:cubicBezTo>
                    <a:pt x="57" y="27"/>
                    <a:pt x="57" y="27"/>
                    <a:pt x="57" y="27"/>
                  </a:cubicBezTo>
                  <a:cubicBezTo>
                    <a:pt x="56" y="27"/>
                    <a:pt x="56" y="27"/>
                    <a:pt x="56" y="27"/>
                  </a:cubicBezTo>
                  <a:cubicBezTo>
                    <a:pt x="53" y="24"/>
                    <a:pt x="52" y="21"/>
                    <a:pt x="51" y="19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50" y="18"/>
                    <a:pt x="50" y="18"/>
                    <a:pt x="50" y="18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49" y="15"/>
                    <a:pt x="49" y="12"/>
                    <a:pt x="46" y="10"/>
                  </a:cubicBezTo>
                  <a:lnTo>
                    <a:pt x="45" y="9"/>
                  </a:lnTo>
                  <a:close/>
                  <a:moveTo>
                    <a:pt x="57" y="25"/>
                  </a:moveTo>
                  <a:cubicBezTo>
                    <a:pt x="57" y="24"/>
                    <a:pt x="55" y="21"/>
                    <a:pt x="53" y="19"/>
                  </a:cubicBezTo>
                  <a:cubicBezTo>
                    <a:pt x="53" y="21"/>
                    <a:pt x="54" y="23"/>
                    <a:pt x="57" y="25"/>
                  </a:cubicBezTo>
                  <a:close/>
                  <a:moveTo>
                    <a:pt x="44" y="29"/>
                  </a:moveTo>
                  <a:cubicBezTo>
                    <a:pt x="45" y="32"/>
                    <a:pt x="49" y="36"/>
                    <a:pt x="51" y="35"/>
                  </a:cubicBezTo>
                  <a:cubicBezTo>
                    <a:pt x="52" y="35"/>
                    <a:pt x="53" y="34"/>
                    <a:pt x="53" y="33"/>
                  </a:cubicBezTo>
                  <a:cubicBezTo>
                    <a:pt x="51" y="33"/>
                    <a:pt x="49" y="32"/>
                    <a:pt x="47" y="30"/>
                  </a:cubicBezTo>
                  <a:cubicBezTo>
                    <a:pt x="46" y="30"/>
                    <a:pt x="45" y="29"/>
                    <a:pt x="45" y="29"/>
                  </a:cubicBezTo>
                  <a:cubicBezTo>
                    <a:pt x="44" y="29"/>
                    <a:pt x="44" y="29"/>
                    <a:pt x="44" y="29"/>
                  </a:cubicBezTo>
                  <a:close/>
                  <a:moveTo>
                    <a:pt x="5" y="49"/>
                  </a:moveTo>
                  <a:cubicBezTo>
                    <a:pt x="5" y="62"/>
                    <a:pt x="10" y="77"/>
                    <a:pt x="19" y="82"/>
                  </a:cubicBezTo>
                  <a:cubicBezTo>
                    <a:pt x="12" y="74"/>
                    <a:pt x="8" y="58"/>
                    <a:pt x="8" y="46"/>
                  </a:cubicBezTo>
                  <a:cubicBezTo>
                    <a:pt x="8" y="36"/>
                    <a:pt x="10" y="28"/>
                    <a:pt x="13" y="22"/>
                  </a:cubicBezTo>
                  <a:cubicBezTo>
                    <a:pt x="8" y="29"/>
                    <a:pt x="5" y="38"/>
                    <a:pt x="5" y="49"/>
                  </a:cubicBezTo>
                  <a:close/>
                  <a:moveTo>
                    <a:pt x="146" y="18"/>
                  </a:moveTo>
                  <a:cubicBezTo>
                    <a:pt x="146" y="18"/>
                    <a:pt x="146" y="18"/>
                    <a:pt x="146" y="18"/>
                  </a:cubicBezTo>
                  <a:cubicBezTo>
                    <a:pt x="146" y="21"/>
                    <a:pt x="139" y="31"/>
                    <a:pt x="134" y="33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03" y="35"/>
                    <a:pt x="85" y="24"/>
                    <a:pt x="66" y="10"/>
                  </a:cubicBezTo>
                  <a:cubicBezTo>
                    <a:pt x="63" y="8"/>
                    <a:pt x="63" y="8"/>
                    <a:pt x="63" y="8"/>
                  </a:cubicBezTo>
                  <a:cubicBezTo>
                    <a:pt x="67" y="9"/>
                    <a:pt x="67" y="9"/>
                    <a:pt x="67" y="9"/>
                  </a:cubicBezTo>
                  <a:cubicBezTo>
                    <a:pt x="73" y="10"/>
                    <a:pt x="80" y="13"/>
                    <a:pt x="88" y="17"/>
                  </a:cubicBezTo>
                  <a:cubicBezTo>
                    <a:pt x="108" y="26"/>
                    <a:pt x="131" y="36"/>
                    <a:pt x="144" y="16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6" y="16"/>
                    <a:pt x="146" y="16"/>
                    <a:pt x="146" y="18"/>
                  </a:cubicBezTo>
                  <a:close/>
                  <a:moveTo>
                    <a:pt x="133" y="31"/>
                  </a:moveTo>
                  <a:cubicBezTo>
                    <a:pt x="138" y="29"/>
                    <a:pt x="144" y="21"/>
                    <a:pt x="145" y="18"/>
                  </a:cubicBezTo>
                  <a:cubicBezTo>
                    <a:pt x="131" y="37"/>
                    <a:pt x="108" y="27"/>
                    <a:pt x="87" y="18"/>
                  </a:cubicBezTo>
                  <a:cubicBezTo>
                    <a:pt x="81" y="15"/>
                    <a:pt x="76" y="13"/>
                    <a:pt x="71" y="11"/>
                  </a:cubicBezTo>
                  <a:cubicBezTo>
                    <a:pt x="88" y="23"/>
                    <a:pt x="105" y="33"/>
                    <a:pt x="133" y="31"/>
                  </a:cubicBezTo>
                  <a:close/>
                  <a:moveTo>
                    <a:pt x="55" y="30"/>
                  </a:moveTo>
                  <a:cubicBezTo>
                    <a:pt x="54" y="30"/>
                    <a:pt x="54" y="30"/>
                    <a:pt x="54" y="30"/>
                  </a:cubicBezTo>
                  <a:cubicBezTo>
                    <a:pt x="47" y="29"/>
                    <a:pt x="42" y="25"/>
                    <a:pt x="42" y="17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3" y="16"/>
                    <a:pt x="43" y="16"/>
                    <a:pt x="43" y="16"/>
                  </a:cubicBezTo>
                  <a:cubicBezTo>
                    <a:pt x="50" y="17"/>
                    <a:pt x="53" y="23"/>
                    <a:pt x="55" y="29"/>
                  </a:cubicBezTo>
                  <a:lnTo>
                    <a:pt x="55" y="30"/>
                  </a:lnTo>
                  <a:close/>
                  <a:moveTo>
                    <a:pt x="43" y="17"/>
                  </a:moveTo>
                  <a:cubicBezTo>
                    <a:pt x="44" y="24"/>
                    <a:pt x="47" y="27"/>
                    <a:pt x="53" y="28"/>
                  </a:cubicBezTo>
                  <a:cubicBezTo>
                    <a:pt x="51" y="23"/>
                    <a:pt x="49" y="19"/>
                    <a:pt x="43" y="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93" name="Freeform 49"/>
            <p:cNvSpPr>
              <a:spLocks noEditPoints="1"/>
            </p:cNvSpPr>
            <p:nvPr/>
          </p:nvSpPr>
          <p:spPr bwMode="auto">
            <a:xfrm>
              <a:off x="4162425" y="3344863"/>
              <a:ext cx="334963" cy="328613"/>
            </a:xfrm>
            <a:custGeom>
              <a:avLst/>
              <a:gdLst>
                <a:gd name="T0" fmla="*/ 61 w 149"/>
                <a:gd name="T1" fmla="*/ 17 h 146"/>
                <a:gd name="T2" fmla="*/ 70 w 149"/>
                <a:gd name="T3" fmla="*/ 13 h 146"/>
                <a:gd name="T4" fmla="*/ 67 w 149"/>
                <a:gd name="T5" fmla="*/ 22 h 146"/>
                <a:gd name="T6" fmla="*/ 71 w 149"/>
                <a:gd name="T7" fmla="*/ 8 h 146"/>
                <a:gd name="T8" fmla="*/ 77 w 149"/>
                <a:gd name="T9" fmla="*/ 20 h 146"/>
                <a:gd name="T10" fmla="*/ 146 w 149"/>
                <a:gd name="T11" fmla="*/ 39 h 146"/>
                <a:gd name="T12" fmla="*/ 125 w 149"/>
                <a:gd name="T13" fmla="*/ 103 h 146"/>
                <a:gd name="T14" fmla="*/ 146 w 149"/>
                <a:gd name="T15" fmla="*/ 99 h 146"/>
                <a:gd name="T16" fmla="*/ 148 w 149"/>
                <a:gd name="T17" fmla="*/ 120 h 146"/>
                <a:gd name="T18" fmla="*/ 129 w 149"/>
                <a:gd name="T19" fmla="*/ 119 h 146"/>
                <a:gd name="T20" fmla="*/ 141 w 149"/>
                <a:gd name="T21" fmla="*/ 143 h 146"/>
                <a:gd name="T22" fmla="*/ 124 w 149"/>
                <a:gd name="T23" fmla="*/ 108 h 146"/>
                <a:gd name="T24" fmla="*/ 121 w 149"/>
                <a:gd name="T25" fmla="*/ 76 h 146"/>
                <a:gd name="T26" fmla="*/ 132 w 149"/>
                <a:gd name="T27" fmla="*/ 18 h 146"/>
                <a:gd name="T28" fmla="*/ 46 w 149"/>
                <a:gd name="T29" fmla="*/ 31 h 146"/>
                <a:gd name="T30" fmla="*/ 0 w 149"/>
                <a:gd name="T31" fmla="*/ 27 h 146"/>
                <a:gd name="T32" fmla="*/ 60 w 149"/>
                <a:gd name="T33" fmla="*/ 24 h 146"/>
                <a:gd name="T34" fmla="*/ 58 w 149"/>
                <a:gd name="T35" fmla="*/ 11 h 146"/>
                <a:gd name="T36" fmla="*/ 68 w 149"/>
                <a:gd name="T37" fmla="*/ 8 h 146"/>
                <a:gd name="T38" fmla="*/ 61 w 149"/>
                <a:gd name="T39" fmla="*/ 17 h 146"/>
                <a:gd name="T40" fmla="*/ 58 w 149"/>
                <a:gd name="T41" fmla="*/ 27 h 146"/>
                <a:gd name="T42" fmla="*/ 31 w 149"/>
                <a:gd name="T43" fmla="*/ 25 h 146"/>
                <a:gd name="T44" fmla="*/ 58 w 149"/>
                <a:gd name="T45" fmla="*/ 27 h 146"/>
                <a:gd name="T46" fmla="*/ 101 w 149"/>
                <a:gd name="T47" fmla="*/ 11 h 146"/>
                <a:gd name="T48" fmla="*/ 88 w 149"/>
                <a:gd name="T49" fmla="*/ 20 h 146"/>
                <a:gd name="T50" fmla="*/ 101 w 149"/>
                <a:gd name="T51" fmla="*/ 11 h 146"/>
                <a:gd name="T52" fmla="*/ 142 w 149"/>
                <a:gd name="T53" fmla="*/ 32 h 146"/>
                <a:gd name="T54" fmla="*/ 141 w 149"/>
                <a:gd name="T55" fmla="*/ 34 h 146"/>
                <a:gd name="T56" fmla="*/ 122 w 149"/>
                <a:gd name="T57" fmla="*/ 95 h 146"/>
                <a:gd name="T58" fmla="*/ 142 w 149"/>
                <a:gd name="T59" fmla="*/ 32 h 146"/>
                <a:gd name="T60" fmla="*/ 145 w 149"/>
                <a:gd name="T61" fmla="*/ 119 h 146"/>
                <a:gd name="T62" fmla="*/ 142 w 149"/>
                <a:gd name="T63" fmla="*/ 106 h 146"/>
                <a:gd name="T64" fmla="*/ 132 w 149"/>
                <a:gd name="T65" fmla="*/ 106 h 146"/>
                <a:gd name="T66" fmla="*/ 145 w 149"/>
                <a:gd name="T67" fmla="*/ 119 h 146"/>
                <a:gd name="T68" fmla="*/ 146 w 149"/>
                <a:gd name="T69" fmla="*/ 103 h 146"/>
                <a:gd name="T70" fmla="*/ 134 w 149"/>
                <a:gd name="T71" fmla="*/ 103 h 146"/>
                <a:gd name="T72" fmla="*/ 146 w 149"/>
                <a:gd name="T73" fmla="*/ 103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49" h="146">
                  <a:moveTo>
                    <a:pt x="61" y="17"/>
                  </a:moveTo>
                  <a:cubicBezTo>
                    <a:pt x="64" y="17"/>
                    <a:pt x="67" y="9"/>
                    <a:pt x="70" y="13"/>
                  </a:cubicBezTo>
                  <a:cubicBezTo>
                    <a:pt x="68" y="15"/>
                    <a:pt x="65" y="17"/>
                    <a:pt x="67" y="22"/>
                  </a:cubicBezTo>
                  <a:cubicBezTo>
                    <a:pt x="78" y="22"/>
                    <a:pt x="72" y="11"/>
                    <a:pt x="71" y="8"/>
                  </a:cubicBezTo>
                  <a:cubicBezTo>
                    <a:pt x="75" y="4"/>
                    <a:pt x="81" y="15"/>
                    <a:pt x="77" y="20"/>
                  </a:cubicBezTo>
                  <a:cubicBezTo>
                    <a:pt x="103" y="0"/>
                    <a:pt x="144" y="7"/>
                    <a:pt x="146" y="39"/>
                  </a:cubicBezTo>
                  <a:cubicBezTo>
                    <a:pt x="148" y="63"/>
                    <a:pt x="123" y="79"/>
                    <a:pt x="125" y="103"/>
                  </a:cubicBezTo>
                  <a:cubicBezTo>
                    <a:pt x="130" y="105"/>
                    <a:pt x="138" y="94"/>
                    <a:pt x="146" y="99"/>
                  </a:cubicBezTo>
                  <a:cubicBezTo>
                    <a:pt x="149" y="104"/>
                    <a:pt x="147" y="114"/>
                    <a:pt x="148" y="120"/>
                  </a:cubicBezTo>
                  <a:cubicBezTo>
                    <a:pt x="142" y="125"/>
                    <a:pt x="135" y="122"/>
                    <a:pt x="129" y="119"/>
                  </a:cubicBezTo>
                  <a:cubicBezTo>
                    <a:pt x="129" y="131"/>
                    <a:pt x="129" y="143"/>
                    <a:pt x="141" y="143"/>
                  </a:cubicBezTo>
                  <a:cubicBezTo>
                    <a:pt x="120" y="146"/>
                    <a:pt x="125" y="125"/>
                    <a:pt x="124" y="108"/>
                  </a:cubicBezTo>
                  <a:cubicBezTo>
                    <a:pt x="123" y="95"/>
                    <a:pt x="118" y="88"/>
                    <a:pt x="121" y="76"/>
                  </a:cubicBezTo>
                  <a:cubicBezTo>
                    <a:pt x="125" y="57"/>
                    <a:pt x="149" y="40"/>
                    <a:pt x="132" y="18"/>
                  </a:cubicBezTo>
                  <a:cubicBezTo>
                    <a:pt x="101" y="5"/>
                    <a:pt x="76" y="33"/>
                    <a:pt x="46" y="31"/>
                  </a:cubicBezTo>
                  <a:cubicBezTo>
                    <a:pt x="31" y="30"/>
                    <a:pt x="16" y="16"/>
                    <a:pt x="0" y="27"/>
                  </a:cubicBezTo>
                  <a:cubicBezTo>
                    <a:pt x="14" y="12"/>
                    <a:pt x="37" y="23"/>
                    <a:pt x="60" y="24"/>
                  </a:cubicBezTo>
                  <a:cubicBezTo>
                    <a:pt x="62" y="22"/>
                    <a:pt x="58" y="15"/>
                    <a:pt x="58" y="11"/>
                  </a:cubicBezTo>
                  <a:cubicBezTo>
                    <a:pt x="61" y="10"/>
                    <a:pt x="64" y="4"/>
                    <a:pt x="68" y="8"/>
                  </a:cubicBezTo>
                  <a:cubicBezTo>
                    <a:pt x="67" y="9"/>
                    <a:pt x="59" y="9"/>
                    <a:pt x="61" y="17"/>
                  </a:cubicBezTo>
                  <a:close/>
                  <a:moveTo>
                    <a:pt x="58" y="27"/>
                  </a:moveTo>
                  <a:cubicBezTo>
                    <a:pt x="49" y="25"/>
                    <a:pt x="41" y="22"/>
                    <a:pt x="31" y="25"/>
                  </a:cubicBezTo>
                  <a:cubicBezTo>
                    <a:pt x="41" y="26"/>
                    <a:pt x="49" y="32"/>
                    <a:pt x="58" y="27"/>
                  </a:cubicBezTo>
                  <a:close/>
                  <a:moveTo>
                    <a:pt x="101" y="11"/>
                  </a:moveTo>
                  <a:cubicBezTo>
                    <a:pt x="98" y="14"/>
                    <a:pt x="85" y="15"/>
                    <a:pt x="88" y="20"/>
                  </a:cubicBezTo>
                  <a:cubicBezTo>
                    <a:pt x="90" y="15"/>
                    <a:pt x="104" y="16"/>
                    <a:pt x="101" y="11"/>
                  </a:cubicBezTo>
                  <a:close/>
                  <a:moveTo>
                    <a:pt x="142" y="32"/>
                  </a:moveTo>
                  <a:cubicBezTo>
                    <a:pt x="140" y="29"/>
                    <a:pt x="138" y="30"/>
                    <a:pt x="141" y="34"/>
                  </a:cubicBezTo>
                  <a:cubicBezTo>
                    <a:pt x="139" y="59"/>
                    <a:pt x="121" y="67"/>
                    <a:pt x="122" y="95"/>
                  </a:cubicBezTo>
                  <a:cubicBezTo>
                    <a:pt x="127" y="73"/>
                    <a:pt x="146" y="59"/>
                    <a:pt x="142" y="32"/>
                  </a:cubicBezTo>
                  <a:close/>
                  <a:moveTo>
                    <a:pt x="145" y="119"/>
                  </a:moveTo>
                  <a:cubicBezTo>
                    <a:pt x="145" y="113"/>
                    <a:pt x="145" y="109"/>
                    <a:pt x="142" y="106"/>
                  </a:cubicBezTo>
                  <a:cubicBezTo>
                    <a:pt x="139" y="106"/>
                    <a:pt x="135" y="106"/>
                    <a:pt x="132" y="106"/>
                  </a:cubicBezTo>
                  <a:cubicBezTo>
                    <a:pt x="126" y="113"/>
                    <a:pt x="134" y="121"/>
                    <a:pt x="145" y="119"/>
                  </a:cubicBezTo>
                  <a:close/>
                  <a:moveTo>
                    <a:pt x="146" y="103"/>
                  </a:moveTo>
                  <a:cubicBezTo>
                    <a:pt x="142" y="100"/>
                    <a:pt x="137" y="100"/>
                    <a:pt x="134" y="103"/>
                  </a:cubicBezTo>
                  <a:cubicBezTo>
                    <a:pt x="139" y="101"/>
                    <a:pt x="144" y="107"/>
                    <a:pt x="146" y="10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94" name="Freeform 50"/>
            <p:cNvSpPr>
              <a:spLocks noEditPoints="1"/>
            </p:cNvSpPr>
            <p:nvPr/>
          </p:nvSpPr>
          <p:spPr bwMode="auto">
            <a:xfrm>
              <a:off x="4162425" y="3359150"/>
              <a:ext cx="334963" cy="309563"/>
            </a:xfrm>
            <a:custGeom>
              <a:avLst/>
              <a:gdLst>
                <a:gd name="T0" fmla="*/ 69 w 149"/>
                <a:gd name="T1" fmla="*/ 3 h 138"/>
                <a:gd name="T2" fmla="*/ 64 w 149"/>
                <a:gd name="T3" fmla="*/ 7 h 138"/>
                <a:gd name="T4" fmla="*/ 70 w 149"/>
                <a:gd name="T5" fmla="*/ 7 h 138"/>
                <a:gd name="T6" fmla="*/ 70 w 149"/>
                <a:gd name="T7" fmla="*/ 3 h 138"/>
                <a:gd name="T8" fmla="*/ 73 w 149"/>
                <a:gd name="T9" fmla="*/ 1 h 138"/>
                <a:gd name="T10" fmla="*/ 147 w 149"/>
                <a:gd name="T11" fmla="*/ 33 h 138"/>
                <a:gd name="T12" fmla="*/ 142 w 149"/>
                <a:gd name="T13" fmla="*/ 91 h 138"/>
                <a:gd name="T14" fmla="*/ 149 w 149"/>
                <a:gd name="T15" fmla="*/ 114 h 138"/>
                <a:gd name="T16" fmla="*/ 130 w 149"/>
                <a:gd name="T17" fmla="*/ 114 h 138"/>
                <a:gd name="T18" fmla="*/ 137 w 149"/>
                <a:gd name="T19" fmla="*/ 138 h 138"/>
                <a:gd name="T20" fmla="*/ 122 w 149"/>
                <a:gd name="T21" fmla="*/ 94 h 138"/>
                <a:gd name="T22" fmla="*/ 129 w 149"/>
                <a:gd name="T23" fmla="*/ 51 h 138"/>
                <a:gd name="T24" fmla="*/ 49 w 149"/>
                <a:gd name="T25" fmla="*/ 26 h 138"/>
                <a:gd name="T26" fmla="*/ 1 w 149"/>
                <a:gd name="T27" fmla="*/ 21 h 138"/>
                <a:gd name="T28" fmla="*/ 39 w 149"/>
                <a:gd name="T29" fmla="*/ 15 h 138"/>
                <a:gd name="T30" fmla="*/ 58 w 149"/>
                <a:gd name="T31" fmla="*/ 5 h 138"/>
                <a:gd name="T32" fmla="*/ 67 w 149"/>
                <a:gd name="T33" fmla="*/ 2 h 138"/>
                <a:gd name="T34" fmla="*/ 60 w 149"/>
                <a:gd name="T35" fmla="*/ 10 h 138"/>
                <a:gd name="T36" fmla="*/ 77 w 149"/>
                <a:gd name="T37" fmla="*/ 14 h 138"/>
                <a:gd name="T38" fmla="*/ 73 w 149"/>
                <a:gd name="T39" fmla="*/ 15 h 138"/>
                <a:gd name="T40" fmla="*/ 68 w 149"/>
                <a:gd name="T41" fmla="*/ 8 h 138"/>
                <a:gd name="T42" fmla="*/ 61 w 149"/>
                <a:gd name="T43" fmla="*/ 12 h 138"/>
                <a:gd name="T44" fmla="*/ 60 w 149"/>
                <a:gd name="T45" fmla="*/ 19 h 138"/>
                <a:gd name="T46" fmla="*/ 7 w 149"/>
                <a:gd name="T47" fmla="*/ 17 h 138"/>
                <a:gd name="T48" fmla="*/ 40 w 149"/>
                <a:gd name="T49" fmla="*/ 17 h 138"/>
                <a:gd name="T50" fmla="*/ 60 w 149"/>
                <a:gd name="T51" fmla="*/ 20 h 138"/>
                <a:gd name="T52" fmla="*/ 31 w 149"/>
                <a:gd name="T53" fmla="*/ 20 h 138"/>
                <a:gd name="T54" fmla="*/ 49 w 149"/>
                <a:gd name="T55" fmla="*/ 24 h 138"/>
                <a:gd name="T56" fmla="*/ 87 w 149"/>
                <a:gd name="T57" fmla="*/ 12 h 138"/>
                <a:gd name="T58" fmla="*/ 77 w 149"/>
                <a:gd name="T59" fmla="*/ 14 h 138"/>
                <a:gd name="T60" fmla="*/ 124 w 149"/>
                <a:gd name="T61" fmla="*/ 97 h 138"/>
                <a:gd name="T62" fmla="*/ 101 w 149"/>
                <a:gd name="T63" fmla="*/ 4 h 138"/>
                <a:gd name="T64" fmla="*/ 89 w 149"/>
                <a:gd name="T65" fmla="*/ 14 h 138"/>
                <a:gd name="T66" fmla="*/ 133 w 149"/>
                <a:gd name="T67" fmla="*/ 12 h 138"/>
                <a:gd name="T68" fmla="*/ 131 w 149"/>
                <a:gd name="T69" fmla="*/ 55 h 138"/>
                <a:gd name="T70" fmla="*/ 140 w 149"/>
                <a:gd name="T71" fmla="*/ 24 h 138"/>
                <a:gd name="T72" fmla="*/ 123 w 149"/>
                <a:gd name="T73" fmla="*/ 89 h 138"/>
                <a:gd name="T74" fmla="*/ 135 w 149"/>
                <a:gd name="T75" fmla="*/ 137 h 138"/>
                <a:gd name="T76" fmla="*/ 141 w 149"/>
                <a:gd name="T77" fmla="*/ 116 h 138"/>
                <a:gd name="T78" fmla="*/ 147 w 149"/>
                <a:gd name="T79" fmla="*/ 98 h 138"/>
                <a:gd name="T80" fmla="*/ 131 w 149"/>
                <a:gd name="T81" fmla="*/ 99 h 138"/>
                <a:gd name="T82" fmla="*/ 146 w 149"/>
                <a:gd name="T83" fmla="*/ 94 h 138"/>
                <a:gd name="T84" fmla="*/ 88 w 149"/>
                <a:gd name="T85" fmla="*/ 12 h 138"/>
                <a:gd name="T86" fmla="*/ 95 w 149"/>
                <a:gd name="T87" fmla="*/ 9 h 138"/>
                <a:gd name="T88" fmla="*/ 40 w 149"/>
                <a:gd name="T89" fmla="*/ 19 h 138"/>
                <a:gd name="T90" fmla="*/ 56 w 149"/>
                <a:gd name="T91" fmla="*/ 21 h 138"/>
                <a:gd name="T92" fmla="*/ 141 w 149"/>
                <a:gd name="T93" fmla="*/ 28 h 138"/>
                <a:gd name="T94" fmla="*/ 131 w 149"/>
                <a:gd name="T95" fmla="*/ 66 h 138"/>
                <a:gd name="T96" fmla="*/ 141 w 149"/>
                <a:gd name="T97" fmla="*/ 97 h 138"/>
                <a:gd name="T98" fmla="*/ 143 w 149"/>
                <a:gd name="T99" fmla="*/ 100 h 138"/>
                <a:gd name="T100" fmla="*/ 130 w 149"/>
                <a:gd name="T101" fmla="*/ 108 h 138"/>
                <a:gd name="T102" fmla="*/ 131 w 149"/>
                <a:gd name="T103" fmla="*/ 107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49" h="138">
                  <a:moveTo>
                    <a:pt x="65" y="0"/>
                  </a:moveTo>
                  <a:cubicBezTo>
                    <a:pt x="66" y="0"/>
                    <a:pt x="68" y="1"/>
                    <a:pt x="69" y="2"/>
                  </a:cubicBezTo>
                  <a:cubicBezTo>
                    <a:pt x="69" y="2"/>
                    <a:pt x="69" y="2"/>
                    <a:pt x="69" y="2"/>
                  </a:cubicBezTo>
                  <a:cubicBezTo>
                    <a:pt x="69" y="3"/>
                    <a:pt x="69" y="3"/>
                    <a:pt x="69" y="3"/>
                  </a:cubicBezTo>
                  <a:cubicBezTo>
                    <a:pt x="68" y="3"/>
                    <a:pt x="68" y="3"/>
                    <a:pt x="67" y="4"/>
                  </a:cubicBezTo>
                  <a:cubicBezTo>
                    <a:pt x="65" y="4"/>
                    <a:pt x="63" y="4"/>
                    <a:pt x="62" y="6"/>
                  </a:cubicBezTo>
                  <a:cubicBezTo>
                    <a:pt x="62" y="7"/>
                    <a:pt x="61" y="8"/>
                    <a:pt x="62" y="10"/>
                  </a:cubicBezTo>
                  <a:cubicBezTo>
                    <a:pt x="63" y="9"/>
                    <a:pt x="63" y="8"/>
                    <a:pt x="64" y="7"/>
                  </a:cubicBezTo>
                  <a:cubicBezTo>
                    <a:pt x="66" y="6"/>
                    <a:pt x="67" y="5"/>
                    <a:pt x="68" y="5"/>
                  </a:cubicBezTo>
                  <a:cubicBezTo>
                    <a:pt x="69" y="5"/>
                    <a:pt x="70" y="5"/>
                    <a:pt x="70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70" y="8"/>
                    <a:pt x="69" y="8"/>
                    <a:pt x="69" y="9"/>
                  </a:cubicBezTo>
                  <a:cubicBezTo>
                    <a:pt x="68" y="11"/>
                    <a:pt x="67" y="12"/>
                    <a:pt x="67" y="16"/>
                  </a:cubicBezTo>
                  <a:cubicBezTo>
                    <a:pt x="70" y="16"/>
                    <a:pt x="71" y="15"/>
                    <a:pt x="72" y="14"/>
                  </a:cubicBezTo>
                  <a:cubicBezTo>
                    <a:pt x="74" y="11"/>
                    <a:pt x="71" y="5"/>
                    <a:pt x="70" y="3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71" y="2"/>
                    <a:pt x="71" y="2"/>
                    <a:pt x="71" y="2"/>
                  </a:cubicBezTo>
                  <a:cubicBezTo>
                    <a:pt x="71" y="1"/>
                    <a:pt x="72" y="1"/>
                    <a:pt x="73" y="1"/>
                  </a:cubicBezTo>
                  <a:cubicBezTo>
                    <a:pt x="73" y="1"/>
                    <a:pt x="73" y="1"/>
                    <a:pt x="73" y="1"/>
                  </a:cubicBezTo>
                  <a:cubicBezTo>
                    <a:pt x="75" y="1"/>
                    <a:pt x="77" y="3"/>
                    <a:pt x="78" y="5"/>
                  </a:cubicBezTo>
                  <a:cubicBezTo>
                    <a:pt x="79" y="7"/>
                    <a:pt x="79" y="9"/>
                    <a:pt x="79" y="11"/>
                  </a:cubicBezTo>
                  <a:cubicBezTo>
                    <a:pt x="88" y="5"/>
                    <a:pt x="99" y="2"/>
                    <a:pt x="110" y="2"/>
                  </a:cubicBezTo>
                  <a:cubicBezTo>
                    <a:pt x="131" y="2"/>
                    <a:pt x="145" y="14"/>
                    <a:pt x="147" y="33"/>
                  </a:cubicBezTo>
                  <a:cubicBezTo>
                    <a:pt x="148" y="45"/>
                    <a:pt x="142" y="55"/>
                    <a:pt x="137" y="65"/>
                  </a:cubicBezTo>
                  <a:cubicBezTo>
                    <a:pt x="131" y="75"/>
                    <a:pt x="125" y="85"/>
                    <a:pt x="126" y="97"/>
                  </a:cubicBezTo>
                  <a:cubicBezTo>
                    <a:pt x="127" y="97"/>
                    <a:pt x="130" y="96"/>
                    <a:pt x="132" y="95"/>
                  </a:cubicBezTo>
                  <a:cubicBezTo>
                    <a:pt x="135" y="93"/>
                    <a:pt x="138" y="91"/>
                    <a:pt x="142" y="91"/>
                  </a:cubicBezTo>
                  <a:cubicBezTo>
                    <a:pt x="144" y="91"/>
                    <a:pt x="145" y="92"/>
                    <a:pt x="147" y="93"/>
                  </a:cubicBezTo>
                  <a:cubicBezTo>
                    <a:pt x="147" y="93"/>
                    <a:pt x="147" y="93"/>
                    <a:pt x="147" y="93"/>
                  </a:cubicBezTo>
                  <a:cubicBezTo>
                    <a:pt x="149" y="96"/>
                    <a:pt x="149" y="101"/>
                    <a:pt x="149" y="106"/>
                  </a:cubicBezTo>
                  <a:cubicBezTo>
                    <a:pt x="148" y="109"/>
                    <a:pt x="148" y="112"/>
                    <a:pt x="149" y="114"/>
                  </a:cubicBezTo>
                  <a:cubicBezTo>
                    <a:pt x="149" y="115"/>
                    <a:pt x="149" y="115"/>
                    <a:pt x="149" y="115"/>
                  </a:cubicBezTo>
                  <a:cubicBezTo>
                    <a:pt x="148" y="115"/>
                    <a:pt x="148" y="115"/>
                    <a:pt x="148" y="115"/>
                  </a:cubicBezTo>
                  <a:cubicBezTo>
                    <a:pt x="146" y="117"/>
                    <a:pt x="143" y="118"/>
                    <a:pt x="141" y="118"/>
                  </a:cubicBezTo>
                  <a:cubicBezTo>
                    <a:pt x="137" y="118"/>
                    <a:pt x="134" y="116"/>
                    <a:pt x="130" y="114"/>
                  </a:cubicBezTo>
                  <a:cubicBezTo>
                    <a:pt x="130" y="115"/>
                    <a:pt x="130" y="115"/>
                    <a:pt x="130" y="115"/>
                  </a:cubicBezTo>
                  <a:cubicBezTo>
                    <a:pt x="130" y="126"/>
                    <a:pt x="130" y="136"/>
                    <a:pt x="141" y="136"/>
                  </a:cubicBezTo>
                  <a:cubicBezTo>
                    <a:pt x="141" y="138"/>
                    <a:pt x="141" y="138"/>
                    <a:pt x="141" y="138"/>
                  </a:cubicBezTo>
                  <a:cubicBezTo>
                    <a:pt x="139" y="138"/>
                    <a:pt x="138" y="138"/>
                    <a:pt x="137" y="138"/>
                  </a:cubicBezTo>
                  <a:cubicBezTo>
                    <a:pt x="123" y="138"/>
                    <a:pt x="123" y="125"/>
                    <a:pt x="123" y="112"/>
                  </a:cubicBezTo>
                  <a:cubicBezTo>
                    <a:pt x="123" y="108"/>
                    <a:pt x="123" y="105"/>
                    <a:pt x="123" y="102"/>
                  </a:cubicBezTo>
                  <a:cubicBezTo>
                    <a:pt x="123" y="99"/>
                    <a:pt x="122" y="96"/>
                    <a:pt x="122" y="94"/>
                  </a:cubicBezTo>
                  <a:cubicBezTo>
                    <a:pt x="122" y="94"/>
                    <a:pt x="122" y="94"/>
                    <a:pt x="122" y="94"/>
                  </a:cubicBezTo>
                  <a:cubicBezTo>
                    <a:pt x="122" y="93"/>
                    <a:pt x="122" y="93"/>
                    <a:pt x="122" y="93"/>
                  </a:cubicBezTo>
                  <a:cubicBezTo>
                    <a:pt x="121" y="92"/>
                    <a:pt x="121" y="91"/>
                    <a:pt x="121" y="90"/>
                  </a:cubicBezTo>
                  <a:cubicBezTo>
                    <a:pt x="120" y="84"/>
                    <a:pt x="118" y="78"/>
                    <a:pt x="120" y="70"/>
                  </a:cubicBezTo>
                  <a:cubicBezTo>
                    <a:pt x="122" y="64"/>
                    <a:pt x="125" y="57"/>
                    <a:pt x="129" y="51"/>
                  </a:cubicBezTo>
                  <a:cubicBezTo>
                    <a:pt x="136" y="39"/>
                    <a:pt x="143" y="27"/>
                    <a:pt x="132" y="13"/>
                  </a:cubicBezTo>
                  <a:cubicBezTo>
                    <a:pt x="126" y="11"/>
                    <a:pt x="121" y="10"/>
                    <a:pt x="115" y="10"/>
                  </a:cubicBezTo>
                  <a:cubicBezTo>
                    <a:pt x="104" y="10"/>
                    <a:pt x="93" y="14"/>
                    <a:pt x="83" y="18"/>
                  </a:cubicBezTo>
                  <a:cubicBezTo>
                    <a:pt x="72" y="22"/>
                    <a:pt x="61" y="26"/>
                    <a:pt x="49" y="26"/>
                  </a:cubicBezTo>
                  <a:cubicBezTo>
                    <a:pt x="48" y="26"/>
                    <a:pt x="47" y="26"/>
                    <a:pt x="45" y="26"/>
                  </a:cubicBezTo>
                  <a:cubicBezTo>
                    <a:pt x="40" y="25"/>
                    <a:pt x="35" y="23"/>
                    <a:pt x="30" y="22"/>
                  </a:cubicBezTo>
                  <a:cubicBezTo>
                    <a:pt x="25" y="19"/>
                    <a:pt x="19" y="17"/>
                    <a:pt x="13" y="17"/>
                  </a:cubicBezTo>
                  <a:cubicBezTo>
                    <a:pt x="9" y="17"/>
                    <a:pt x="4" y="19"/>
                    <a:pt x="1" y="21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5" y="15"/>
                    <a:pt x="11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6" y="13"/>
                    <a:pt x="33" y="14"/>
                    <a:pt x="39" y="15"/>
                  </a:cubicBezTo>
                  <a:cubicBezTo>
                    <a:pt x="46" y="16"/>
                    <a:pt x="53" y="17"/>
                    <a:pt x="59" y="17"/>
                  </a:cubicBezTo>
                  <a:cubicBezTo>
                    <a:pt x="61" y="16"/>
                    <a:pt x="60" y="13"/>
                    <a:pt x="59" y="10"/>
                  </a:cubicBezTo>
                  <a:cubicBezTo>
                    <a:pt x="58" y="8"/>
                    <a:pt x="58" y="7"/>
                    <a:pt x="58" y="5"/>
                  </a:cubicBezTo>
                  <a:cubicBezTo>
                    <a:pt x="58" y="5"/>
                    <a:pt x="58" y="5"/>
                    <a:pt x="58" y="5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9" y="4"/>
                    <a:pt x="59" y="3"/>
                    <a:pt x="60" y="3"/>
                  </a:cubicBezTo>
                  <a:cubicBezTo>
                    <a:pt x="62" y="1"/>
                    <a:pt x="63" y="0"/>
                    <a:pt x="65" y="0"/>
                  </a:cubicBezTo>
                  <a:close/>
                  <a:moveTo>
                    <a:pt x="67" y="2"/>
                  </a:moveTo>
                  <a:cubicBezTo>
                    <a:pt x="65" y="1"/>
                    <a:pt x="63" y="2"/>
                    <a:pt x="61" y="4"/>
                  </a:cubicBezTo>
                  <a:cubicBezTo>
                    <a:pt x="60" y="4"/>
                    <a:pt x="60" y="5"/>
                    <a:pt x="59" y="5"/>
                  </a:cubicBezTo>
                  <a:cubicBezTo>
                    <a:pt x="59" y="7"/>
                    <a:pt x="60" y="8"/>
                    <a:pt x="60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0" y="8"/>
                    <a:pt x="60" y="7"/>
                    <a:pt x="61" y="5"/>
                  </a:cubicBezTo>
                  <a:cubicBezTo>
                    <a:pt x="62" y="3"/>
                    <a:pt x="65" y="3"/>
                    <a:pt x="66" y="2"/>
                  </a:cubicBezTo>
                  <a:cubicBezTo>
                    <a:pt x="66" y="2"/>
                    <a:pt x="67" y="2"/>
                    <a:pt x="67" y="2"/>
                  </a:cubicBezTo>
                  <a:close/>
                  <a:moveTo>
                    <a:pt x="77" y="14"/>
                  </a:moveTo>
                  <a:cubicBezTo>
                    <a:pt x="76" y="13"/>
                    <a:pt x="76" y="13"/>
                    <a:pt x="76" y="13"/>
                  </a:cubicBezTo>
                  <a:cubicBezTo>
                    <a:pt x="78" y="11"/>
                    <a:pt x="78" y="8"/>
                    <a:pt x="77" y="6"/>
                  </a:cubicBezTo>
                  <a:cubicBezTo>
                    <a:pt x="75" y="3"/>
                    <a:pt x="73" y="1"/>
                    <a:pt x="72" y="2"/>
                  </a:cubicBezTo>
                  <a:cubicBezTo>
                    <a:pt x="73" y="5"/>
                    <a:pt x="76" y="11"/>
                    <a:pt x="73" y="15"/>
                  </a:cubicBezTo>
                  <a:cubicBezTo>
                    <a:pt x="72" y="16"/>
                    <a:pt x="70" y="17"/>
                    <a:pt x="67" y="17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5" y="12"/>
                    <a:pt x="66" y="10"/>
                    <a:pt x="68" y="8"/>
                  </a:cubicBezTo>
                  <a:cubicBezTo>
                    <a:pt x="68" y="8"/>
                    <a:pt x="68" y="7"/>
                    <a:pt x="69" y="7"/>
                  </a:cubicBezTo>
                  <a:cubicBezTo>
                    <a:pt x="69" y="6"/>
                    <a:pt x="68" y="6"/>
                    <a:pt x="68" y="6"/>
                  </a:cubicBezTo>
                  <a:cubicBezTo>
                    <a:pt x="67" y="6"/>
                    <a:pt x="66" y="7"/>
                    <a:pt x="65" y="8"/>
                  </a:cubicBezTo>
                  <a:cubicBezTo>
                    <a:pt x="64" y="10"/>
                    <a:pt x="63" y="11"/>
                    <a:pt x="61" y="12"/>
                  </a:cubicBezTo>
                  <a:cubicBezTo>
                    <a:pt x="61" y="12"/>
                    <a:pt x="61" y="12"/>
                    <a:pt x="61" y="12"/>
                  </a:cubicBezTo>
                  <a:cubicBezTo>
                    <a:pt x="61" y="14"/>
                    <a:pt x="62" y="17"/>
                    <a:pt x="60" y="18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53" y="18"/>
                    <a:pt x="46" y="17"/>
                    <a:pt x="39" y="16"/>
                  </a:cubicBezTo>
                  <a:cubicBezTo>
                    <a:pt x="32" y="15"/>
                    <a:pt x="26" y="14"/>
                    <a:pt x="20" y="14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15" y="14"/>
                    <a:pt x="11" y="15"/>
                    <a:pt x="7" y="17"/>
                  </a:cubicBezTo>
                  <a:cubicBezTo>
                    <a:pt x="9" y="16"/>
                    <a:pt x="11" y="16"/>
                    <a:pt x="13" y="16"/>
                  </a:cubicBezTo>
                  <a:cubicBezTo>
                    <a:pt x="18" y="16"/>
                    <a:pt x="24" y="18"/>
                    <a:pt x="29" y="19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4" y="18"/>
                    <a:pt x="37" y="17"/>
                    <a:pt x="40" y="17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5" y="17"/>
                    <a:pt x="49" y="18"/>
                    <a:pt x="54" y="19"/>
                  </a:cubicBezTo>
                  <a:cubicBezTo>
                    <a:pt x="55" y="19"/>
                    <a:pt x="57" y="20"/>
                    <a:pt x="58" y="20"/>
                  </a:cubicBezTo>
                  <a:cubicBezTo>
                    <a:pt x="60" y="20"/>
                    <a:pt x="60" y="20"/>
                    <a:pt x="60" y="20"/>
                  </a:cubicBezTo>
                  <a:cubicBezTo>
                    <a:pt x="59" y="21"/>
                    <a:pt x="59" y="21"/>
                    <a:pt x="59" y="21"/>
                  </a:cubicBezTo>
                  <a:cubicBezTo>
                    <a:pt x="56" y="23"/>
                    <a:pt x="53" y="24"/>
                    <a:pt x="50" y="24"/>
                  </a:cubicBezTo>
                  <a:cubicBezTo>
                    <a:pt x="47" y="24"/>
                    <a:pt x="43" y="23"/>
                    <a:pt x="40" y="22"/>
                  </a:cubicBezTo>
                  <a:cubicBezTo>
                    <a:pt x="37" y="21"/>
                    <a:pt x="34" y="20"/>
                    <a:pt x="31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1" y="20"/>
                    <a:pt x="31" y="20"/>
                  </a:cubicBezTo>
                  <a:cubicBezTo>
                    <a:pt x="36" y="22"/>
                    <a:pt x="41" y="24"/>
                    <a:pt x="46" y="24"/>
                  </a:cubicBezTo>
                  <a:cubicBezTo>
                    <a:pt x="47" y="24"/>
                    <a:pt x="48" y="24"/>
                    <a:pt x="49" y="24"/>
                  </a:cubicBezTo>
                  <a:cubicBezTo>
                    <a:pt x="61" y="24"/>
                    <a:pt x="72" y="20"/>
                    <a:pt x="82" y="16"/>
                  </a:cubicBezTo>
                  <a:cubicBezTo>
                    <a:pt x="84" y="16"/>
                    <a:pt x="86" y="15"/>
                    <a:pt x="88" y="14"/>
                  </a:cubicBezTo>
                  <a:cubicBezTo>
                    <a:pt x="88" y="14"/>
                    <a:pt x="88" y="14"/>
                    <a:pt x="88" y="14"/>
                  </a:cubicBezTo>
                  <a:cubicBezTo>
                    <a:pt x="87" y="13"/>
                    <a:pt x="87" y="12"/>
                    <a:pt x="87" y="12"/>
                  </a:cubicBezTo>
                  <a:cubicBezTo>
                    <a:pt x="88" y="10"/>
                    <a:pt x="91" y="9"/>
                    <a:pt x="94" y="7"/>
                  </a:cubicBezTo>
                  <a:cubicBezTo>
                    <a:pt x="97" y="7"/>
                    <a:pt x="99" y="6"/>
                    <a:pt x="100" y="5"/>
                  </a:cubicBezTo>
                  <a:cubicBezTo>
                    <a:pt x="101" y="4"/>
                    <a:pt x="101" y="4"/>
                    <a:pt x="101" y="4"/>
                  </a:cubicBezTo>
                  <a:cubicBezTo>
                    <a:pt x="92" y="6"/>
                    <a:pt x="84" y="9"/>
                    <a:pt x="77" y="14"/>
                  </a:cubicBezTo>
                  <a:close/>
                  <a:moveTo>
                    <a:pt x="126" y="98"/>
                  </a:moveTo>
                  <a:cubicBezTo>
                    <a:pt x="126" y="98"/>
                    <a:pt x="125" y="98"/>
                    <a:pt x="125" y="98"/>
                  </a:cubicBezTo>
                  <a:cubicBezTo>
                    <a:pt x="124" y="98"/>
                    <a:pt x="124" y="98"/>
                    <a:pt x="124" y="98"/>
                  </a:cubicBezTo>
                  <a:cubicBezTo>
                    <a:pt x="124" y="97"/>
                    <a:pt x="124" y="97"/>
                    <a:pt x="124" y="97"/>
                  </a:cubicBezTo>
                  <a:cubicBezTo>
                    <a:pt x="123" y="85"/>
                    <a:pt x="129" y="74"/>
                    <a:pt x="135" y="64"/>
                  </a:cubicBezTo>
                  <a:cubicBezTo>
                    <a:pt x="141" y="54"/>
                    <a:pt x="147" y="45"/>
                    <a:pt x="146" y="34"/>
                  </a:cubicBezTo>
                  <a:cubicBezTo>
                    <a:pt x="144" y="15"/>
                    <a:pt x="130" y="4"/>
                    <a:pt x="110" y="4"/>
                  </a:cubicBezTo>
                  <a:cubicBezTo>
                    <a:pt x="107" y="4"/>
                    <a:pt x="104" y="4"/>
                    <a:pt x="101" y="4"/>
                  </a:cubicBezTo>
                  <a:cubicBezTo>
                    <a:pt x="102" y="5"/>
                    <a:pt x="102" y="5"/>
                    <a:pt x="102" y="5"/>
                  </a:cubicBezTo>
                  <a:cubicBezTo>
                    <a:pt x="102" y="6"/>
                    <a:pt x="102" y="6"/>
                    <a:pt x="102" y="7"/>
                  </a:cubicBezTo>
                  <a:cubicBezTo>
                    <a:pt x="101" y="9"/>
                    <a:pt x="99" y="10"/>
                    <a:pt x="96" y="11"/>
                  </a:cubicBezTo>
                  <a:cubicBezTo>
                    <a:pt x="93" y="11"/>
                    <a:pt x="90" y="12"/>
                    <a:pt x="89" y="14"/>
                  </a:cubicBezTo>
                  <a:cubicBezTo>
                    <a:pt x="97" y="11"/>
                    <a:pt x="106" y="8"/>
                    <a:pt x="115" y="8"/>
                  </a:cubicBezTo>
                  <a:cubicBezTo>
                    <a:pt x="121" y="8"/>
                    <a:pt x="127" y="9"/>
                    <a:pt x="132" y="12"/>
                  </a:cubicBezTo>
                  <a:cubicBezTo>
                    <a:pt x="133" y="12"/>
                    <a:pt x="133" y="12"/>
                    <a:pt x="133" y="12"/>
                  </a:cubicBezTo>
                  <a:cubicBezTo>
                    <a:pt x="133" y="12"/>
                    <a:pt x="133" y="12"/>
                    <a:pt x="133" y="12"/>
                  </a:cubicBezTo>
                  <a:cubicBezTo>
                    <a:pt x="145" y="27"/>
                    <a:pt x="137" y="40"/>
                    <a:pt x="130" y="52"/>
                  </a:cubicBezTo>
                  <a:cubicBezTo>
                    <a:pt x="126" y="58"/>
                    <a:pt x="123" y="64"/>
                    <a:pt x="122" y="71"/>
                  </a:cubicBezTo>
                  <a:cubicBezTo>
                    <a:pt x="120" y="76"/>
                    <a:pt x="121" y="80"/>
                    <a:pt x="121" y="84"/>
                  </a:cubicBezTo>
                  <a:cubicBezTo>
                    <a:pt x="122" y="72"/>
                    <a:pt x="126" y="63"/>
                    <a:pt x="131" y="55"/>
                  </a:cubicBezTo>
                  <a:cubicBezTo>
                    <a:pt x="135" y="47"/>
                    <a:pt x="139" y="39"/>
                    <a:pt x="140" y="28"/>
                  </a:cubicBezTo>
                  <a:cubicBezTo>
                    <a:pt x="139" y="27"/>
                    <a:pt x="138" y="25"/>
                    <a:pt x="139" y="24"/>
                  </a:cubicBezTo>
                  <a:cubicBezTo>
                    <a:pt x="139" y="24"/>
                    <a:pt x="139" y="24"/>
                    <a:pt x="140" y="24"/>
                  </a:cubicBezTo>
                  <a:cubicBezTo>
                    <a:pt x="140" y="24"/>
                    <a:pt x="140" y="24"/>
                    <a:pt x="140" y="24"/>
                  </a:cubicBezTo>
                  <a:cubicBezTo>
                    <a:pt x="141" y="24"/>
                    <a:pt x="142" y="24"/>
                    <a:pt x="143" y="26"/>
                  </a:cubicBezTo>
                  <a:cubicBezTo>
                    <a:pt x="143" y="26"/>
                    <a:pt x="143" y="26"/>
                    <a:pt x="143" y="26"/>
                  </a:cubicBezTo>
                  <a:cubicBezTo>
                    <a:pt x="145" y="43"/>
                    <a:pt x="139" y="55"/>
                    <a:pt x="133" y="66"/>
                  </a:cubicBezTo>
                  <a:cubicBezTo>
                    <a:pt x="129" y="73"/>
                    <a:pt x="125" y="81"/>
                    <a:pt x="123" y="89"/>
                  </a:cubicBezTo>
                  <a:cubicBezTo>
                    <a:pt x="123" y="90"/>
                    <a:pt x="123" y="90"/>
                    <a:pt x="123" y="90"/>
                  </a:cubicBezTo>
                  <a:cubicBezTo>
                    <a:pt x="123" y="94"/>
                    <a:pt x="124" y="97"/>
                    <a:pt x="124" y="102"/>
                  </a:cubicBezTo>
                  <a:cubicBezTo>
                    <a:pt x="125" y="105"/>
                    <a:pt x="125" y="108"/>
                    <a:pt x="125" y="112"/>
                  </a:cubicBezTo>
                  <a:cubicBezTo>
                    <a:pt x="125" y="124"/>
                    <a:pt x="125" y="135"/>
                    <a:pt x="135" y="137"/>
                  </a:cubicBezTo>
                  <a:cubicBezTo>
                    <a:pt x="129" y="133"/>
                    <a:pt x="129" y="124"/>
                    <a:pt x="129" y="115"/>
                  </a:cubicBezTo>
                  <a:cubicBezTo>
                    <a:pt x="129" y="112"/>
                    <a:pt x="129" y="112"/>
                    <a:pt x="129" y="112"/>
                  </a:cubicBezTo>
                  <a:cubicBezTo>
                    <a:pt x="130" y="112"/>
                    <a:pt x="130" y="112"/>
                    <a:pt x="130" y="112"/>
                  </a:cubicBezTo>
                  <a:cubicBezTo>
                    <a:pt x="133" y="115"/>
                    <a:pt x="137" y="116"/>
                    <a:pt x="141" y="116"/>
                  </a:cubicBezTo>
                  <a:cubicBezTo>
                    <a:pt x="143" y="116"/>
                    <a:pt x="145" y="115"/>
                    <a:pt x="147" y="114"/>
                  </a:cubicBezTo>
                  <a:cubicBezTo>
                    <a:pt x="147" y="112"/>
                    <a:pt x="147" y="109"/>
                    <a:pt x="147" y="106"/>
                  </a:cubicBezTo>
                  <a:cubicBezTo>
                    <a:pt x="147" y="103"/>
                    <a:pt x="147" y="100"/>
                    <a:pt x="147" y="98"/>
                  </a:cubicBezTo>
                  <a:cubicBezTo>
                    <a:pt x="147" y="98"/>
                    <a:pt x="147" y="98"/>
                    <a:pt x="147" y="98"/>
                  </a:cubicBezTo>
                  <a:cubicBezTo>
                    <a:pt x="146" y="99"/>
                    <a:pt x="145" y="99"/>
                    <a:pt x="144" y="99"/>
                  </a:cubicBezTo>
                  <a:cubicBezTo>
                    <a:pt x="143" y="99"/>
                    <a:pt x="142" y="99"/>
                    <a:pt x="141" y="99"/>
                  </a:cubicBezTo>
                  <a:cubicBezTo>
                    <a:pt x="138" y="98"/>
                    <a:pt x="136" y="97"/>
                    <a:pt x="134" y="98"/>
                  </a:cubicBezTo>
                  <a:cubicBezTo>
                    <a:pt x="131" y="99"/>
                    <a:pt x="131" y="99"/>
                    <a:pt x="131" y="99"/>
                  </a:cubicBezTo>
                  <a:cubicBezTo>
                    <a:pt x="133" y="97"/>
                    <a:pt x="133" y="97"/>
                    <a:pt x="133" y="97"/>
                  </a:cubicBezTo>
                  <a:cubicBezTo>
                    <a:pt x="137" y="93"/>
                    <a:pt x="142" y="93"/>
                    <a:pt x="147" y="97"/>
                  </a:cubicBezTo>
                  <a:cubicBezTo>
                    <a:pt x="147" y="97"/>
                    <a:pt x="147" y="97"/>
                    <a:pt x="147" y="97"/>
                  </a:cubicBezTo>
                  <a:cubicBezTo>
                    <a:pt x="147" y="96"/>
                    <a:pt x="146" y="95"/>
                    <a:pt x="146" y="94"/>
                  </a:cubicBezTo>
                  <a:cubicBezTo>
                    <a:pt x="145" y="93"/>
                    <a:pt x="143" y="93"/>
                    <a:pt x="142" y="93"/>
                  </a:cubicBezTo>
                  <a:cubicBezTo>
                    <a:pt x="139" y="93"/>
                    <a:pt x="136" y="94"/>
                    <a:pt x="133" y="96"/>
                  </a:cubicBezTo>
                  <a:cubicBezTo>
                    <a:pt x="130" y="97"/>
                    <a:pt x="128" y="98"/>
                    <a:pt x="126" y="98"/>
                  </a:cubicBezTo>
                  <a:close/>
                  <a:moveTo>
                    <a:pt x="88" y="12"/>
                  </a:moveTo>
                  <a:cubicBezTo>
                    <a:pt x="90" y="11"/>
                    <a:pt x="93" y="10"/>
                    <a:pt x="95" y="9"/>
                  </a:cubicBezTo>
                  <a:cubicBezTo>
                    <a:pt x="98" y="8"/>
                    <a:pt x="100" y="8"/>
                    <a:pt x="101" y="7"/>
                  </a:cubicBezTo>
                  <a:cubicBezTo>
                    <a:pt x="101" y="7"/>
                    <a:pt x="101" y="6"/>
                    <a:pt x="101" y="6"/>
                  </a:cubicBezTo>
                  <a:cubicBezTo>
                    <a:pt x="99" y="7"/>
                    <a:pt x="97" y="8"/>
                    <a:pt x="95" y="9"/>
                  </a:cubicBezTo>
                  <a:cubicBezTo>
                    <a:pt x="92" y="10"/>
                    <a:pt x="89" y="11"/>
                    <a:pt x="88" y="12"/>
                  </a:cubicBezTo>
                  <a:close/>
                  <a:moveTo>
                    <a:pt x="56" y="21"/>
                  </a:moveTo>
                  <a:cubicBezTo>
                    <a:pt x="55" y="21"/>
                    <a:pt x="54" y="21"/>
                    <a:pt x="53" y="20"/>
                  </a:cubicBezTo>
                  <a:cubicBezTo>
                    <a:pt x="49" y="19"/>
                    <a:pt x="45" y="19"/>
                    <a:pt x="40" y="19"/>
                  </a:cubicBezTo>
                  <a:cubicBezTo>
                    <a:pt x="39" y="19"/>
                    <a:pt x="37" y="19"/>
                    <a:pt x="35" y="19"/>
                  </a:cubicBezTo>
                  <a:cubicBezTo>
                    <a:pt x="37" y="20"/>
                    <a:pt x="38" y="20"/>
                    <a:pt x="40" y="20"/>
                  </a:cubicBezTo>
                  <a:cubicBezTo>
                    <a:pt x="44" y="21"/>
                    <a:pt x="47" y="22"/>
                    <a:pt x="50" y="22"/>
                  </a:cubicBezTo>
                  <a:cubicBezTo>
                    <a:pt x="52" y="22"/>
                    <a:pt x="54" y="22"/>
                    <a:pt x="56" y="21"/>
                  </a:cubicBezTo>
                  <a:close/>
                  <a:moveTo>
                    <a:pt x="141" y="27"/>
                  </a:moveTo>
                  <a:cubicBezTo>
                    <a:pt x="141" y="26"/>
                    <a:pt x="141" y="26"/>
                    <a:pt x="140" y="25"/>
                  </a:cubicBezTo>
                  <a:cubicBezTo>
                    <a:pt x="141" y="26"/>
                    <a:pt x="141" y="27"/>
                    <a:pt x="141" y="27"/>
                  </a:cubicBezTo>
                  <a:cubicBezTo>
                    <a:pt x="141" y="28"/>
                    <a:pt x="141" y="28"/>
                    <a:pt x="141" y="28"/>
                  </a:cubicBezTo>
                  <a:cubicBezTo>
                    <a:pt x="141" y="28"/>
                    <a:pt x="141" y="28"/>
                    <a:pt x="141" y="28"/>
                  </a:cubicBezTo>
                  <a:cubicBezTo>
                    <a:pt x="141" y="40"/>
                    <a:pt x="136" y="48"/>
                    <a:pt x="132" y="56"/>
                  </a:cubicBezTo>
                  <a:cubicBezTo>
                    <a:pt x="128" y="64"/>
                    <a:pt x="123" y="72"/>
                    <a:pt x="123" y="84"/>
                  </a:cubicBezTo>
                  <a:cubicBezTo>
                    <a:pt x="125" y="77"/>
                    <a:pt x="128" y="71"/>
                    <a:pt x="131" y="66"/>
                  </a:cubicBezTo>
                  <a:cubicBezTo>
                    <a:pt x="138" y="54"/>
                    <a:pt x="144" y="43"/>
                    <a:pt x="141" y="27"/>
                  </a:cubicBezTo>
                  <a:close/>
                  <a:moveTo>
                    <a:pt x="145" y="98"/>
                  </a:moveTo>
                  <a:cubicBezTo>
                    <a:pt x="142" y="95"/>
                    <a:pt x="139" y="95"/>
                    <a:pt x="136" y="96"/>
                  </a:cubicBezTo>
                  <a:cubicBezTo>
                    <a:pt x="138" y="96"/>
                    <a:pt x="140" y="97"/>
                    <a:pt x="141" y="97"/>
                  </a:cubicBezTo>
                  <a:cubicBezTo>
                    <a:pt x="143" y="98"/>
                    <a:pt x="144" y="98"/>
                    <a:pt x="145" y="98"/>
                  </a:cubicBezTo>
                  <a:close/>
                  <a:moveTo>
                    <a:pt x="132" y="100"/>
                  </a:moveTo>
                  <a:cubicBezTo>
                    <a:pt x="142" y="100"/>
                    <a:pt x="142" y="100"/>
                    <a:pt x="142" y="100"/>
                  </a:cubicBezTo>
                  <a:cubicBezTo>
                    <a:pt x="143" y="100"/>
                    <a:pt x="143" y="100"/>
                    <a:pt x="143" y="100"/>
                  </a:cubicBezTo>
                  <a:cubicBezTo>
                    <a:pt x="146" y="102"/>
                    <a:pt x="146" y="108"/>
                    <a:pt x="146" y="113"/>
                  </a:cubicBezTo>
                  <a:cubicBezTo>
                    <a:pt x="146" y="114"/>
                    <a:pt x="146" y="114"/>
                    <a:pt x="146" y="114"/>
                  </a:cubicBezTo>
                  <a:cubicBezTo>
                    <a:pt x="145" y="114"/>
                    <a:pt x="145" y="114"/>
                    <a:pt x="145" y="114"/>
                  </a:cubicBezTo>
                  <a:cubicBezTo>
                    <a:pt x="138" y="115"/>
                    <a:pt x="132" y="112"/>
                    <a:pt x="130" y="108"/>
                  </a:cubicBezTo>
                  <a:cubicBezTo>
                    <a:pt x="129" y="105"/>
                    <a:pt x="129" y="102"/>
                    <a:pt x="132" y="100"/>
                  </a:cubicBezTo>
                  <a:close/>
                  <a:moveTo>
                    <a:pt x="142" y="101"/>
                  </a:moveTo>
                  <a:cubicBezTo>
                    <a:pt x="133" y="101"/>
                    <a:pt x="133" y="101"/>
                    <a:pt x="133" y="101"/>
                  </a:cubicBezTo>
                  <a:cubicBezTo>
                    <a:pt x="131" y="103"/>
                    <a:pt x="130" y="105"/>
                    <a:pt x="131" y="107"/>
                  </a:cubicBezTo>
                  <a:cubicBezTo>
                    <a:pt x="133" y="111"/>
                    <a:pt x="138" y="113"/>
                    <a:pt x="144" y="112"/>
                  </a:cubicBezTo>
                  <a:cubicBezTo>
                    <a:pt x="145" y="106"/>
                    <a:pt x="144" y="103"/>
                    <a:pt x="142" y="10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95" name="Freeform 51"/>
            <p:cNvSpPr>
              <a:spLocks noEditPoints="1"/>
            </p:cNvSpPr>
            <p:nvPr/>
          </p:nvSpPr>
          <p:spPr bwMode="auto">
            <a:xfrm>
              <a:off x="4205288" y="5753100"/>
              <a:ext cx="303213" cy="344488"/>
            </a:xfrm>
            <a:custGeom>
              <a:avLst/>
              <a:gdLst>
                <a:gd name="T0" fmla="*/ 47 w 135"/>
                <a:gd name="T1" fmla="*/ 133 h 153"/>
                <a:gd name="T2" fmla="*/ 91 w 135"/>
                <a:gd name="T3" fmla="*/ 114 h 153"/>
                <a:gd name="T4" fmla="*/ 47 w 135"/>
                <a:gd name="T5" fmla="*/ 138 h 153"/>
                <a:gd name="T6" fmla="*/ 0 w 135"/>
                <a:gd name="T7" fmla="*/ 124 h 153"/>
                <a:gd name="T8" fmla="*/ 4 w 135"/>
                <a:gd name="T9" fmla="*/ 133 h 153"/>
                <a:gd name="T10" fmla="*/ 97 w 135"/>
                <a:gd name="T11" fmla="*/ 109 h 153"/>
                <a:gd name="T12" fmla="*/ 100 w 135"/>
                <a:gd name="T13" fmla="*/ 94 h 153"/>
                <a:gd name="T14" fmla="*/ 125 w 135"/>
                <a:gd name="T15" fmla="*/ 22 h 153"/>
                <a:gd name="T16" fmla="*/ 101 w 135"/>
                <a:gd name="T17" fmla="*/ 15 h 153"/>
                <a:gd name="T18" fmla="*/ 114 w 135"/>
                <a:gd name="T19" fmla="*/ 5 h 153"/>
                <a:gd name="T20" fmla="*/ 132 w 135"/>
                <a:gd name="T21" fmla="*/ 30 h 153"/>
                <a:gd name="T22" fmla="*/ 107 w 135"/>
                <a:gd name="T23" fmla="*/ 106 h 153"/>
                <a:gd name="T24" fmla="*/ 100 w 135"/>
                <a:gd name="T25" fmla="*/ 137 h 153"/>
                <a:gd name="T26" fmla="*/ 95 w 135"/>
                <a:gd name="T27" fmla="*/ 113 h 153"/>
                <a:gd name="T28" fmla="*/ 47 w 135"/>
                <a:gd name="T29" fmla="*/ 133 h 153"/>
                <a:gd name="T30" fmla="*/ 102 w 135"/>
                <a:gd name="T31" fmla="*/ 107 h 153"/>
                <a:gd name="T32" fmla="*/ 128 w 135"/>
                <a:gd name="T33" fmla="*/ 36 h 153"/>
                <a:gd name="T34" fmla="*/ 102 w 135"/>
                <a:gd name="T35" fmla="*/ 107 h 153"/>
                <a:gd name="T36" fmla="*/ 114 w 135"/>
                <a:gd name="T37" fmla="*/ 110 h 153"/>
                <a:gd name="T38" fmla="*/ 118 w 135"/>
                <a:gd name="T39" fmla="*/ 128 h 153"/>
                <a:gd name="T40" fmla="*/ 114 w 135"/>
                <a:gd name="T41" fmla="*/ 110 h 153"/>
                <a:gd name="T42" fmla="*/ 104 w 135"/>
                <a:gd name="T43" fmla="*/ 110 h 153"/>
                <a:gd name="T44" fmla="*/ 102 w 135"/>
                <a:gd name="T45" fmla="*/ 131 h 153"/>
                <a:gd name="T46" fmla="*/ 115 w 135"/>
                <a:gd name="T47" fmla="*/ 133 h 153"/>
                <a:gd name="T48" fmla="*/ 104 w 135"/>
                <a:gd name="T49" fmla="*/ 110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35" h="153">
                  <a:moveTo>
                    <a:pt x="47" y="133"/>
                  </a:moveTo>
                  <a:cubicBezTo>
                    <a:pt x="62" y="133"/>
                    <a:pt x="76" y="119"/>
                    <a:pt x="91" y="114"/>
                  </a:cubicBezTo>
                  <a:cubicBezTo>
                    <a:pt x="82" y="120"/>
                    <a:pt x="63" y="134"/>
                    <a:pt x="47" y="138"/>
                  </a:cubicBezTo>
                  <a:cubicBezTo>
                    <a:pt x="28" y="143"/>
                    <a:pt x="0" y="144"/>
                    <a:pt x="0" y="124"/>
                  </a:cubicBezTo>
                  <a:cubicBezTo>
                    <a:pt x="6" y="123"/>
                    <a:pt x="1" y="132"/>
                    <a:pt x="4" y="133"/>
                  </a:cubicBezTo>
                  <a:cubicBezTo>
                    <a:pt x="38" y="148"/>
                    <a:pt x="65" y="113"/>
                    <a:pt x="97" y="109"/>
                  </a:cubicBezTo>
                  <a:cubicBezTo>
                    <a:pt x="98" y="104"/>
                    <a:pt x="100" y="100"/>
                    <a:pt x="100" y="94"/>
                  </a:cubicBezTo>
                  <a:cubicBezTo>
                    <a:pt x="109" y="85"/>
                    <a:pt x="131" y="46"/>
                    <a:pt x="125" y="22"/>
                  </a:cubicBezTo>
                  <a:cubicBezTo>
                    <a:pt x="123" y="12"/>
                    <a:pt x="109" y="0"/>
                    <a:pt x="101" y="15"/>
                  </a:cubicBezTo>
                  <a:cubicBezTo>
                    <a:pt x="97" y="9"/>
                    <a:pt x="107" y="4"/>
                    <a:pt x="114" y="5"/>
                  </a:cubicBezTo>
                  <a:cubicBezTo>
                    <a:pt x="125" y="6"/>
                    <a:pt x="131" y="18"/>
                    <a:pt x="132" y="30"/>
                  </a:cubicBezTo>
                  <a:cubicBezTo>
                    <a:pt x="135" y="56"/>
                    <a:pt x="111" y="90"/>
                    <a:pt x="107" y="106"/>
                  </a:cubicBezTo>
                  <a:cubicBezTo>
                    <a:pt x="133" y="105"/>
                    <a:pt x="126" y="153"/>
                    <a:pt x="100" y="137"/>
                  </a:cubicBezTo>
                  <a:cubicBezTo>
                    <a:pt x="97" y="130"/>
                    <a:pt x="98" y="120"/>
                    <a:pt x="95" y="113"/>
                  </a:cubicBezTo>
                  <a:cubicBezTo>
                    <a:pt x="78" y="113"/>
                    <a:pt x="63" y="127"/>
                    <a:pt x="47" y="133"/>
                  </a:cubicBezTo>
                  <a:close/>
                  <a:moveTo>
                    <a:pt x="102" y="107"/>
                  </a:moveTo>
                  <a:cubicBezTo>
                    <a:pt x="112" y="84"/>
                    <a:pt x="130" y="63"/>
                    <a:pt x="128" y="36"/>
                  </a:cubicBezTo>
                  <a:cubicBezTo>
                    <a:pt x="126" y="65"/>
                    <a:pt x="105" y="83"/>
                    <a:pt x="102" y="107"/>
                  </a:cubicBezTo>
                  <a:close/>
                  <a:moveTo>
                    <a:pt x="114" y="110"/>
                  </a:moveTo>
                  <a:cubicBezTo>
                    <a:pt x="117" y="118"/>
                    <a:pt x="121" y="121"/>
                    <a:pt x="118" y="128"/>
                  </a:cubicBezTo>
                  <a:cubicBezTo>
                    <a:pt x="128" y="125"/>
                    <a:pt x="119" y="112"/>
                    <a:pt x="114" y="110"/>
                  </a:cubicBezTo>
                  <a:close/>
                  <a:moveTo>
                    <a:pt x="104" y="110"/>
                  </a:moveTo>
                  <a:cubicBezTo>
                    <a:pt x="100" y="114"/>
                    <a:pt x="100" y="125"/>
                    <a:pt x="102" y="131"/>
                  </a:cubicBezTo>
                  <a:cubicBezTo>
                    <a:pt x="108" y="132"/>
                    <a:pt x="110" y="135"/>
                    <a:pt x="115" y="133"/>
                  </a:cubicBezTo>
                  <a:cubicBezTo>
                    <a:pt x="120" y="121"/>
                    <a:pt x="114" y="111"/>
                    <a:pt x="104" y="1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96" name="Freeform 52"/>
            <p:cNvSpPr>
              <a:spLocks noEditPoints="1"/>
            </p:cNvSpPr>
            <p:nvPr/>
          </p:nvSpPr>
          <p:spPr bwMode="auto">
            <a:xfrm>
              <a:off x="4202113" y="5762625"/>
              <a:ext cx="306388" cy="311150"/>
            </a:xfrm>
            <a:custGeom>
              <a:avLst/>
              <a:gdLst>
                <a:gd name="T0" fmla="*/ 0 w 136"/>
                <a:gd name="T1" fmla="*/ 120 h 138"/>
                <a:gd name="T2" fmla="*/ 4 w 136"/>
                <a:gd name="T3" fmla="*/ 120 h 138"/>
                <a:gd name="T4" fmla="*/ 23 w 136"/>
                <a:gd name="T5" fmla="*/ 132 h 138"/>
                <a:gd name="T6" fmla="*/ 97 w 136"/>
                <a:gd name="T7" fmla="*/ 104 h 138"/>
                <a:gd name="T8" fmla="*/ 100 w 136"/>
                <a:gd name="T9" fmla="*/ 90 h 138"/>
                <a:gd name="T10" fmla="*/ 103 w 136"/>
                <a:gd name="T11" fmla="*/ 11 h 138"/>
                <a:gd name="T12" fmla="*/ 101 w 136"/>
                <a:gd name="T13" fmla="*/ 6 h 138"/>
                <a:gd name="T14" fmla="*/ 134 w 136"/>
                <a:gd name="T15" fmla="*/ 26 h 138"/>
                <a:gd name="T16" fmla="*/ 125 w 136"/>
                <a:gd name="T17" fmla="*/ 119 h 138"/>
                <a:gd name="T18" fmla="*/ 100 w 136"/>
                <a:gd name="T19" fmla="*/ 133 h 138"/>
                <a:gd name="T20" fmla="*/ 96 w 136"/>
                <a:gd name="T21" fmla="*/ 110 h 138"/>
                <a:gd name="T22" fmla="*/ 87 w 136"/>
                <a:gd name="T23" fmla="*/ 115 h 138"/>
                <a:gd name="T24" fmla="*/ 5 w 136"/>
                <a:gd name="T25" fmla="*/ 129 h 138"/>
                <a:gd name="T26" fmla="*/ 48 w 136"/>
                <a:gd name="T27" fmla="*/ 134 h 138"/>
                <a:gd name="T28" fmla="*/ 48 w 136"/>
                <a:gd name="T29" fmla="*/ 129 h 138"/>
                <a:gd name="T30" fmla="*/ 65 w 136"/>
                <a:gd name="T31" fmla="*/ 120 h 138"/>
                <a:gd name="T32" fmla="*/ 97 w 136"/>
                <a:gd name="T33" fmla="*/ 108 h 138"/>
                <a:gd name="T34" fmla="*/ 97 w 136"/>
                <a:gd name="T35" fmla="*/ 109 h 138"/>
                <a:gd name="T36" fmla="*/ 111 w 136"/>
                <a:gd name="T37" fmla="*/ 135 h 138"/>
                <a:gd name="T38" fmla="*/ 118 w 136"/>
                <a:gd name="T39" fmla="*/ 125 h 138"/>
                <a:gd name="T40" fmla="*/ 117 w 136"/>
                <a:gd name="T41" fmla="*/ 129 h 138"/>
                <a:gd name="T42" fmla="*/ 108 w 136"/>
                <a:gd name="T43" fmla="*/ 129 h 138"/>
                <a:gd name="T44" fmla="*/ 103 w 136"/>
                <a:gd name="T45" fmla="*/ 128 h 138"/>
                <a:gd name="T46" fmla="*/ 105 w 136"/>
                <a:gd name="T47" fmla="*/ 105 h 138"/>
                <a:gd name="T48" fmla="*/ 118 w 136"/>
                <a:gd name="T49" fmla="*/ 124 h 138"/>
                <a:gd name="T50" fmla="*/ 114 w 136"/>
                <a:gd name="T51" fmla="*/ 105 h 138"/>
                <a:gd name="T52" fmla="*/ 108 w 136"/>
                <a:gd name="T53" fmla="*/ 102 h 138"/>
                <a:gd name="T54" fmla="*/ 115 w 136"/>
                <a:gd name="T55" fmla="*/ 82 h 138"/>
                <a:gd name="T56" fmla="*/ 102 w 136"/>
                <a:gd name="T57" fmla="*/ 7 h 138"/>
                <a:gd name="T58" fmla="*/ 127 w 136"/>
                <a:gd name="T59" fmla="*/ 18 h 138"/>
                <a:gd name="T60" fmla="*/ 98 w 136"/>
                <a:gd name="T61" fmla="*/ 105 h 138"/>
                <a:gd name="T62" fmla="*/ 23 w 136"/>
                <a:gd name="T63" fmla="*/ 133 h 138"/>
                <a:gd name="T64" fmla="*/ 104 w 136"/>
                <a:gd name="T65" fmla="*/ 127 h 138"/>
                <a:gd name="T66" fmla="*/ 115 w 136"/>
                <a:gd name="T67" fmla="*/ 113 h 138"/>
                <a:gd name="T68" fmla="*/ 89 w 136"/>
                <a:gd name="T69" fmla="*/ 110 h 138"/>
                <a:gd name="T70" fmla="*/ 74 w 136"/>
                <a:gd name="T71" fmla="*/ 118 h 138"/>
                <a:gd name="T72" fmla="*/ 4 w 136"/>
                <a:gd name="T73" fmla="*/ 127 h 138"/>
                <a:gd name="T74" fmla="*/ 2 w 136"/>
                <a:gd name="T75" fmla="*/ 121 h 138"/>
                <a:gd name="T76" fmla="*/ 120 w 136"/>
                <a:gd name="T77" fmla="*/ 123 h 138"/>
                <a:gd name="T78" fmla="*/ 102 w 136"/>
                <a:gd name="T79" fmla="*/ 108 h 138"/>
                <a:gd name="T80" fmla="*/ 128 w 136"/>
                <a:gd name="T81" fmla="*/ 32 h 138"/>
                <a:gd name="T82" fmla="*/ 104 w 136"/>
                <a:gd name="T83" fmla="*/ 103 h 138"/>
                <a:gd name="T84" fmla="*/ 116 w 136"/>
                <a:gd name="T85" fmla="*/ 72 h 138"/>
                <a:gd name="T86" fmla="*/ 128 w 136"/>
                <a:gd name="T87" fmla="*/ 44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36" h="138">
                  <a:moveTo>
                    <a:pt x="26" y="138"/>
                  </a:moveTo>
                  <a:cubicBezTo>
                    <a:pt x="16" y="138"/>
                    <a:pt x="9" y="136"/>
                    <a:pt x="5" y="131"/>
                  </a:cubicBezTo>
                  <a:cubicBezTo>
                    <a:pt x="2" y="129"/>
                    <a:pt x="0" y="125"/>
                    <a:pt x="0" y="120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1" y="119"/>
                    <a:pt x="1" y="119"/>
                    <a:pt x="1" y="119"/>
                  </a:cubicBezTo>
                  <a:cubicBezTo>
                    <a:pt x="2" y="119"/>
                    <a:pt x="3" y="119"/>
                    <a:pt x="4" y="120"/>
                  </a:cubicBezTo>
                  <a:cubicBezTo>
                    <a:pt x="5" y="121"/>
                    <a:pt x="5" y="123"/>
                    <a:pt x="5" y="124"/>
                  </a:cubicBezTo>
                  <a:cubicBezTo>
                    <a:pt x="5" y="126"/>
                    <a:pt x="5" y="128"/>
                    <a:pt x="6" y="128"/>
                  </a:cubicBezTo>
                  <a:cubicBezTo>
                    <a:pt x="11" y="131"/>
                    <a:pt x="17" y="132"/>
                    <a:pt x="23" y="132"/>
                  </a:cubicBezTo>
                  <a:cubicBezTo>
                    <a:pt x="37" y="132"/>
                    <a:pt x="49" y="125"/>
                    <a:pt x="63" y="118"/>
                  </a:cubicBezTo>
                  <a:cubicBezTo>
                    <a:pt x="74" y="112"/>
                    <a:pt x="85" y="106"/>
                    <a:pt x="97" y="104"/>
                  </a:cubicBezTo>
                  <a:cubicBezTo>
                    <a:pt x="97" y="104"/>
                    <a:pt x="97" y="104"/>
                    <a:pt x="97" y="104"/>
                  </a:cubicBezTo>
                  <a:cubicBezTo>
                    <a:pt x="99" y="100"/>
                    <a:pt x="100" y="96"/>
                    <a:pt x="100" y="90"/>
                  </a:cubicBezTo>
                  <a:cubicBezTo>
                    <a:pt x="100" y="90"/>
                    <a:pt x="100" y="90"/>
                    <a:pt x="100" y="90"/>
                  </a:cubicBezTo>
                  <a:cubicBezTo>
                    <a:pt x="100" y="90"/>
                    <a:pt x="100" y="90"/>
                    <a:pt x="100" y="90"/>
                  </a:cubicBezTo>
                  <a:cubicBezTo>
                    <a:pt x="109" y="81"/>
                    <a:pt x="132" y="42"/>
                    <a:pt x="125" y="18"/>
                  </a:cubicBezTo>
                  <a:cubicBezTo>
                    <a:pt x="124" y="12"/>
                    <a:pt x="117" y="4"/>
                    <a:pt x="111" y="4"/>
                  </a:cubicBezTo>
                  <a:cubicBezTo>
                    <a:pt x="108" y="4"/>
                    <a:pt x="105" y="7"/>
                    <a:pt x="103" y="11"/>
                  </a:cubicBezTo>
                  <a:cubicBezTo>
                    <a:pt x="102" y="12"/>
                    <a:pt x="102" y="12"/>
                    <a:pt x="102" y="12"/>
                  </a:cubicBezTo>
                  <a:cubicBezTo>
                    <a:pt x="101" y="11"/>
                    <a:pt x="101" y="11"/>
                    <a:pt x="101" y="11"/>
                  </a:cubicBezTo>
                  <a:cubicBezTo>
                    <a:pt x="100" y="9"/>
                    <a:pt x="100" y="8"/>
                    <a:pt x="101" y="6"/>
                  </a:cubicBezTo>
                  <a:cubicBezTo>
                    <a:pt x="103" y="2"/>
                    <a:pt x="109" y="0"/>
                    <a:pt x="114" y="0"/>
                  </a:cubicBezTo>
                  <a:cubicBezTo>
                    <a:pt x="114" y="0"/>
                    <a:pt x="114" y="0"/>
                    <a:pt x="115" y="0"/>
                  </a:cubicBezTo>
                  <a:cubicBezTo>
                    <a:pt x="127" y="1"/>
                    <a:pt x="133" y="14"/>
                    <a:pt x="134" y="26"/>
                  </a:cubicBezTo>
                  <a:cubicBezTo>
                    <a:pt x="136" y="44"/>
                    <a:pt x="125" y="66"/>
                    <a:pt x="117" y="83"/>
                  </a:cubicBezTo>
                  <a:cubicBezTo>
                    <a:pt x="113" y="90"/>
                    <a:pt x="110" y="96"/>
                    <a:pt x="109" y="101"/>
                  </a:cubicBezTo>
                  <a:cubicBezTo>
                    <a:pt x="120" y="101"/>
                    <a:pt x="125" y="110"/>
                    <a:pt x="125" y="119"/>
                  </a:cubicBezTo>
                  <a:cubicBezTo>
                    <a:pt x="125" y="128"/>
                    <a:pt x="120" y="137"/>
                    <a:pt x="111" y="137"/>
                  </a:cubicBezTo>
                  <a:cubicBezTo>
                    <a:pt x="107" y="137"/>
                    <a:pt x="104" y="136"/>
                    <a:pt x="100" y="134"/>
                  </a:cubicBezTo>
                  <a:cubicBezTo>
                    <a:pt x="100" y="133"/>
                    <a:pt x="100" y="133"/>
                    <a:pt x="100" y="133"/>
                  </a:cubicBezTo>
                  <a:cubicBezTo>
                    <a:pt x="100" y="133"/>
                    <a:pt x="100" y="133"/>
                    <a:pt x="100" y="133"/>
                  </a:cubicBezTo>
                  <a:cubicBezTo>
                    <a:pt x="98" y="130"/>
                    <a:pt x="98" y="125"/>
                    <a:pt x="97" y="120"/>
                  </a:cubicBezTo>
                  <a:cubicBezTo>
                    <a:pt x="97" y="116"/>
                    <a:pt x="97" y="113"/>
                    <a:pt x="96" y="110"/>
                  </a:cubicBezTo>
                  <a:cubicBezTo>
                    <a:pt x="95" y="110"/>
                    <a:pt x="95" y="110"/>
                    <a:pt x="94" y="110"/>
                  </a:cubicBezTo>
                  <a:cubicBezTo>
                    <a:pt x="92" y="111"/>
                    <a:pt x="92" y="111"/>
                    <a:pt x="92" y="111"/>
                  </a:cubicBezTo>
                  <a:cubicBezTo>
                    <a:pt x="91" y="112"/>
                    <a:pt x="89" y="113"/>
                    <a:pt x="87" y="115"/>
                  </a:cubicBezTo>
                  <a:cubicBezTo>
                    <a:pt x="77" y="121"/>
                    <a:pt x="61" y="132"/>
                    <a:pt x="48" y="135"/>
                  </a:cubicBezTo>
                  <a:cubicBezTo>
                    <a:pt x="41" y="137"/>
                    <a:pt x="33" y="138"/>
                    <a:pt x="26" y="138"/>
                  </a:cubicBezTo>
                  <a:close/>
                  <a:moveTo>
                    <a:pt x="5" y="129"/>
                  </a:moveTo>
                  <a:cubicBezTo>
                    <a:pt x="5" y="130"/>
                    <a:pt x="5" y="130"/>
                    <a:pt x="6" y="130"/>
                  </a:cubicBezTo>
                  <a:cubicBezTo>
                    <a:pt x="10" y="134"/>
                    <a:pt x="17" y="137"/>
                    <a:pt x="26" y="137"/>
                  </a:cubicBezTo>
                  <a:cubicBezTo>
                    <a:pt x="33" y="137"/>
                    <a:pt x="41" y="135"/>
                    <a:pt x="48" y="134"/>
                  </a:cubicBezTo>
                  <a:cubicBezTo>
                    <a:pt x="61" y="130"/>
                    <a:pt x="76" y="120"/>
                    <a:pt x="86" y="114"/>
                  </a:cubicBezTo>
                  <a:cubicBezTo>
                    <a:pt x="82" y="115"/>
                    <a:pt x="78" y="117"/>
                    <a:pt x="75" y="119"/>
                  </a:cubicBezTo>
                  <a:cubicBezTo>
                    <a:pt x="66" y="124"/>
                    <a:pt x="57" y="129"/>
                    <a:pt x="48" y="129"/>
                  </a:cubicBezTo>
                  <a:cubicBezTo>
                    <a:pt x="44" y="129"/>
                    <a:pt x="44" y="129"/>
                    <a:pt x="44" y="129"/>
                  </a:cubicBezTo>
                  <a:cubicBezTo>
                    <a:pt x="48" y="128"/>
                    <a:pt x="48" y="128"/>
                    <a:pt x="48" y="128"/>
                  </a:cubicBezTo>
                  <a:cubicBezTo>
                    <a:pt x="54" y="126"/>
                    <a:pt x="59" y="123"/>
                    <a:pt x="65" y="120"/>
                  </a:cubicBezTo>
                  <a:cubicBezTo>
                    <a:pt x="75" y="114"/>
                    <a:pt x="85" y="108"/>
                    <a:pt x="96" y="108"/>
                  </a:cubicBezTo>
                  <a:cubicBezTo>
                    <a:pt x="96" y="108"/>
                    <a:pt x="96" y="108"/>
                    <a:pt x="96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9"/>
                    <a:pt x="97" y="109"/>
                    <a:pt x="97" y="109"/>
                  </a:cubicBezTo>
                  <a:cubicBezTo>
                    <a:pt x="98" y="112"/>
                    <a:pt x="99" y="116"/>
                    <a:pt x="99" y="120"/>
                  </a:cubicBezTo>
                  <a:cubicBezTo>
                    <a:pt x="99" y="124"/>
                    <a:pt x="100" y="129"/>
                    <a:pt x="101" y="132"/>
                  </a:cubicBezTo>
                  <a:cubicBezTo>
                    <a:pt x="104" y="134"/>
                    <a:pt x="108" y="135"/>
                    <a:pt x="111" y="135"/>
                  </a:cubicBezTo>
                  <a:cubicBezTo>
                    <a:pt x="118" y="135"/>
                    <a:pt x="122" y="129"/>
                    <a:pt x="123" y="123"/>
                  </a:cubicBezTo>
                  <a:cubicBezTo>
                    <a:pt x="122" y="124"/>
                    <a:pt x="121" y="125"/>
                    <a:pt x="119" y="125"/>
                  </a:cubicBezTo>
                  <a:cubicBezTo>
                    <a:pt x="118" y="125"/>
                    <a:pt x="118" y="125"/>
                    <a:pt x="118" y="125"/>
                  </a:cubicBezTo>
                  <a:cubicBezTo>
                    <a:pt x="118" y="127"/>
                    <a:pt x="117" y="128"/>
                    <a:pt x="117" y="129"/>
                  </a:cubicBezTo>
                  <a:cubicBezTo>
                    <a:pt x="117" y="129"/>
                    <a:pt x="117" y="129"/>
                    <a:pt x="117" y="129"/>
                  </a:cubicBezTo>
                  <a:cubicBezTo>
                    <a:pt x="117" y="129"/>
                    <a:pt x="117" y="129"/>
                    <a:pt x="117" y="129"/>
                  </a:cubicBezTo>
                  <a:cubicBezTo>
                    <a:pt x="115" y="130"/>
                    <a:pt x="114" y="130"/>
                    <a:pt x="113" y="130"/>
                  </a:cubicBezTo>
                  <a:cubicBezTo>
                    <a:pt x="113" y="130"/>
                    <a:pt x="113" y="130"/>
                    <a:pt x="113" y="130"/>
                  </a:cubicBezTo>
                  <a:cubicBezTo>
                    <a:pt x="111" y="130"/>
                    <a:pt x="109" y="130"/>
                    <a:pt x="108" y="129"/>
                  </a:cubicBezTo>
                  <a:cubicBezTo>
                    <a:pt x="106" y="129"/>
                    <a:pt x="105" y="128"/>
                    <a:pt x="103" y="128"/>
                  </a:cubicBezTo>
                  <a:cubicBezTo>
                    <a:pt x="103" y="128"/>
                    <a:pt x="103" y="128"/>
                    <a:pt x="103" y="128"/>
                  </a:cubicBezTo>
                  <a:cubicBezTo>
                    <a:pt x="103" y="128"/>
                    <a:pt x="103" y="128"/>
                    <a:pt x="103" y="128"/>
                  </a:cubicBezTo>
                  <a:cubicBezTo>
                    <a:pt x="100" y="122"/>
                    <a:pt x="100" y="110"/>
                    <a:pt x="104" y="105"/>
                  </a:cubicBezTo>
                  <a:cubicBezTo>
                    <a:pt x="105" y="105"/>
                    <a:pt x="105" y="105"/>
                    <a:pt x="105" y="105"/>
                  </a:cubicBezTo>
                  <a:cubicBezTo>
                    <a:pt x="105" y="105"/>
                    <a:pt x="105" y="105"/>
                    <a:pt x="105" y="105"/>
                  </a:cubicBezTo>
                  <a:cubicBezTo>
                    <a:pt x="110" y="106"/>
                    <a:pt x="114" y="108"/>
                    <a:pt x="116" y="112"/>
                  </a:cubicBezTo>
                  <a:cubicBezTo>
                    <a:pt x="118" y="116"/>
                    <a:pt x="119" y="120"/>
                    <a:pt x="118" y="124"/>
                  </a:cubicBezTo>
                  <a:cubicBezTo>
                    <a:pt x="118" y="124"/>
                    <a:pt x="118" y="124"/>
                    <a:pt x="118" y="124"/>
                  </a:cubicBezTo>
                  <a:cubicBezTo>
                    <a:pt x="121" y="119"/>
                    <a:pt x="119" y="116"/>
                    <a:pt x="117" y="112"/>
                  </a:cubicBezTo>
                  <a:cubicBezTo>
                    <a:pt x="116" y="110"/>
                    <a:pt x="115" y="109"/>
                    <a:pt x="114" y="106"/>
                  </a:cubicBezTo>
                  <a:cubicBezTo>
                    <a:pt x="114" y="105"/>
                    <a:pt x="114" y="105"/>
                    <a:pt x="114" y="105"/>
                  </a:cubicBezTo>
                  <a:cubicBezTo>
                    <a:pt x="115" y="105"/>
                    <a:pt x="115" y="105"/>
                    <a:pt x="115" y="105"/>
                  </a:cubicBezTo>
                  <a:cubicBezTo>
                    <a:pt x="117" y="106"/>
                    <a:pt x="121" y="109"/>
                    <a:pt x="123" y="113"/>
                  </a:cubicBezTo>
                  <a:cubicBezTo>
                    <a:pt x="121" y="107"/>
                    <a:pt x="116" y="102"/>
                    <a:pt x="108" y="102"/>
                  </a:cubicBezTo>
                  <a:cubicBezTo>
                    <a:pt x="107" y="102"/>
                    <a:pt x="107" y="102"/>
                    <a:pt x="107" y="102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8" y="97"/>
                    <a:pt x="112" y="90"/>
                    <a:pt x="115" y="82"/>
                  </a:cubicBezTo>
                  <a:cubicBezTo>
                    <a:pt x="124" y="65"/>
                    <a:pt x="134" y="44"/>
                    <a:pt x="133" y="26"/>
                  </a:cubicBezTo>
                  <a:cubicBezTo>
                    <a:pt x="131" y="15"/>
                    <a:pt x="126" y="3"/>
                    <a:pt x="115" y="2"/>
                  </a:cubicBezTo>
                  <a:cubicBezTo>
                    <a:pt x="110" y="1"/>
                    <a:pt x="104" y="4"/>
                    <a:pt x="102" y="7"/>
                  </a:cubicBezTo>
                  <a:cubicBezTo>
                    <a:pt x="102" y="7"/>
                    <a:pt x="102" y="8"/>
                    <a:pt x="102" y="9"/>
                  </a:cubicBezTo>
                  <a:cubicBezTo>
                    <a:pt x="105" y="4"/>
                    <a:pt x="109" y="3"/>
                    <a:pt x="111" y="3"/>
                  </a:cubicBezTo>
                  <a:cubicBezTo>
                    <a:pt x="118" y="3"/>
                    <a:pt x="125" y="11"/>
                    <a:pt x="127" y="18"/>
                  </a:cubicBezTo>
                  <a:cubicBezTo>
                    <a:pt x="133" y="42"/>
                    <a:pt x="110" y="81"/>
                    <a:pt x="101" y="91"/>
                  </a:cubicBezTo>
                  <a:cubicBezTo>
                    <a:pt x="102" y="96"/>
                    <a:pt x="100" y="100"/>
                    <a:pt x="99" y="104"/>
                  </a:cubicBezTo>
                  <a:cubicBezTo>
                    <a:pt x="98" y="105"/>
                    <a:pt x="98" y="105"/>
                    <a:pt x="98" y="105"/>
                  </a:cubicBezTo>
                  <a:cubicBezTo>
                    <a:pt x="98" y="105"/>
                    <a:pt x="98" y="105"/>
                    <a:pt x="98" y="105"/>
                  </a:cubicBezTo>
                  <a:cubicBezTo>
                    <a:pt x="86" y="107"/>
                    <a:pt x="75" y="113"/>
                    <a:pt x="64" y="119"/>
                  </a:cubicBezTo>
                  <a:cubicBezTo>
                    <a:pt x="51" y="126"/>
                    <a:pt x="37" y="133"/>
                    <a:pt x="23" y="133"/>
                  </a:cubicBezTo>
                  <a:cubicBezTo>
                    <a:pt x="17" y="133"/>
                    <a:pt x="11" y="132"/>
                    <a:pt x="5" y="129"/>
                  </a:cubicBezTo>
                  <a:cubicBezTo>
                    <a:pt x="5" y="129"/>
                    <a:pt x="5" y="129"/>
                    <a:pt x="5" y="129"/>
                  </a:cubicBezTo>
                  <a:close/>
                  <a:moveTo>
                    <a:pt x="104" y="127"/>
                  </a:moveTo>
                  <a:cubicBezTo>
                    <a:pt x="106" y="127"/>
                    <a:pt x="107" y="127"/>
                    <a:pt x="108" y="128"/>
                  </a:cubicBezTo>
                  <a:cubicBezTo>
                    <a:pt x="111" y="129"/>
                    <a:pt x="113" y="129"/>
                    <a:pt x="116" y="128"/>
                  </a:cubicBezTo>
                  <a:cubicBezTo>
                    <a:pt x="118" y="123"/>
                    <a:pt x="118" y="117"/>
                    <a:pt x="115" y="113"/>
                  </a:cubicBezTo>
                  <a:cubicBezTo>
                    <a:pt x="113" y="110"/>
                    <a:pt x="109" y="107"/>
                    <a:pt x="105" y="107"/>
                  </a:cubicBezTo>
                  <a:cubicBezTo>
                    <a:pt x="102" y="111"/>
                    <a:pt x="102" y="121"/>
                    <a:pt x="104" y="127"/>
                  </a:cubicBezTo>
                  <a:close/>
                  <a:moveTo>
                    <a:pt x="89" y="110"/>
                  </a:moveTo>
                  <a:cubicBezTo>
                    <a:pt x="81" y="112"/>
                    <a:pt x="73" y="117"/>
                    <a:pt x="65" y="121"/>
                  </a:cubicBezTo>
                  <a:cubicBezTo>
                    <a:pt x="61" y="123"/>
                    <a:pt x="57" y="125"/>
                    <a:pt x="53" y="127"/>
                  </a:cubicBezTo>
                  <a:cubicBezTo>
                    <a:pt x="60" y="126"/>
                    <a:pt x="67" y="122"/>
                    <a:pt x="74" y="118"/>
                  </a:cubicBezTo>
                  <a:cubicBezTo>
                    <a:pt x="79" y="115"/>
                    <a:pt x="84" y="112"/>
                    <a:pt x="89" y="110"/>
                  </a:cubicBezTo>
                  <a:close/>
                  <a:moveTo>
                    <a:pt x="2" y="121"/>
                  </a:moveTo>
                  <a:cubicBezTo>
                    <a:pt x="2" y="123"/>
                    <a:pt x="3" y="125"/>
                    <a:pt x="4" y="127"/>
                  </a:cubicBezTo>
                  <a:cubicBezTo>
                    <a:pt x="3" y="127"/>
                    <a:pt x="3" y="125"/>
                    <a:pt x="3" y="124"/>
                  </a:cubicBezTo>
                  <a:cubicBezTo>
                    <a:pt x="3" y="123"/>
                    <a:pt x="4" y="122"/>
                    <a:pt x="3" y="121"/>
                  </a:cubicBezTo>
                  <a:cubicBezTo>
                    <a:pt x="3" y="121"/>
                    <a:pt x="3" y="121"/>
                    <a:pt x="2" y="121"/>
                  </a:cubicBezTo>
                  <a:close/>
                  <a:moveTo>
                    <a:pt x="116" y="108"/>
                  </a:moveTo>
                  <a:cubicBezTo>
                    <a:pt x="117" y="109"/>
                    <a:pt x="118" y="110"/>
                    <a:pt x="118" y="111"/>
                  </a:cubicBezTo>
                  <a:cubicBezTo>
                    <a:pt x="120" y="115"/>
                    <a:pt x="122" y="118"/>
                    <a:pt x="120" y="123"/>
                  </a:cubicBezTo>
                  <a:cubicBezTo>
                    <a:pt x="122" y="122"/>
                    <a:pt x="123" y="121"/>
                    <a:pt x="123" y="119"/>
                  </a:cubicBezTo>
                  <a:cubicBezTo>
                    <a:pt x="123" y="115"/>
                    <a:pt x="119" y="110"/>
                    <a:pt x="116" y="108"/>
                  </a:cubicBezTo>
                  <a:close/>
                  <a:moveTo>
                    <a:pt x="102" y="108"/>
                  </a:moveTo>
                  <a:cubicBezTo>
                    <a:pt x="103" y="103"/>
                    <a:pt x="103" y="103"/>
                    <a:pt x="103" y="103"/>
                  </a:cubicBezTo>
                  <a:cubicBezTo>
                    <a:pt x="104" y="92"/>
                    <a:pt x="109" y="82"/>
                    <a:pt x="114" y="72"/>
                  </a:cubicBezTo>
                  <a:cubicBezTo>
                    <a:pt x="121" y="60"/>
                    <a:pt x="127" y="47"/>
                    <a:pt x="128" y="32"/>
                  </a:cubicBezTo>
                  <a:cubicBezTo>
                    <a:pt x="130" y="32"/>
                    <a:pt x="130" y="32"/>
                    <a:pt x="130" y="32"/>
                  </a:cubicBezTo>
                  <a:cubicBezTo>
                    <a:pt x="131" y="51"/>
                    <a:pt x="122" y="68"/>
                    <a:pt x="114" y="84"/>
                  </a:cubicBezTo>
                  <a:cubicBezTo>
                    <a:pt x="110" y="90"/>
                    <a:pt x="107" y="97"/>
                    <a:pt x="104" y="103"/>
                  </a:cubicBezTo>
                  <a:lnTo>
                    <a:pt x="102" y="108"/>
                  </a:lnTo>
                  <a:close/>
                  <a:moveTo>
                    <a:pt x="128" y="44"/>
                  </a:moveTo>
                  <a:cubicBezTo>
                    <a:pt x="125" y="54"/>
                    <a:pt x="120" y="63"/>
                    <a:pt x="116" y="72"/>
                  </a:cubicBezTo>
                  <a:cubicBezTo>
                    <a:pt x="111" y="81"/>
                    <a:pt x="107" y="89"/>
                    <a:pt x="105" y="97"/>
                  </a:cubicBezTo>
                  <a:cubicBezTo>
                    <a:pt x="108" y="92"/>
                    <a:pt x="110" y="88"/>
                    <a:pt x="112" y="83"/>
                  </a:cubicBezTo>
                  <a:cubicBezTo>
                    <a:pt x="119" y="71"/>
                    <a:pt x="126" y="58"/>
                    <a:pt x="128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78" name="Picture Placeholder 33" descr="An empty placeholder to add an image. Click on the placeholder and select the image that you wish to add."/>
          <p:cNvSpPr>
            <a:spLocks noGrp="1"/>
          </p:cNvSpPr>
          <p:nvPr>
            <p:ph type="pic" sz="quarter" idx="18"/>
          </p:nvPr>
        </p:nvSpPr>
        <p:spPr>
          <a:xfrm>
            <a:off x="4720924" y="1824285"/>
            <a:ext cx="2715768" cy="2776308"/>
          </a:xfrm>
          <a:solidFill>
            <a:schemeClr val="bg2"/>
          </a:solidFill>
          <a:ln w="38100">
            <a:solidFill>
              <a:schemeClr val="bg1"/>
            </a:solidFill>
          </a:ln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dirty="0"/>
          </a:p>
        </p:txBody>
      </p:sp>
      <p:sp>
        <p:nvSpPr>
          <p:cNvPr id="82" name="Text Placeholder 3"/>
          <p:cNvSpPr>
            <a:spLocks noGrp="1"/>
          </p:cNvSpPr>
          <p:nvPr>
            <p:ph type="body" sz="half" idx="21"/>
          </p:nvPr>
        </p:nvSpPr>
        <p:spPr>
          <a:xfrm>
            <a:off x="4707208" y="4947405"/>
            <a:ext cx="2743200" cy="914400"/>
          </a:xfrm>
        </p:spPr>
        <p:txBody>
          <a:bodyPr>
            <a:normAutofit/>
          </a:bodyPr>
          <a:lstStyle>
            <a:lvl1pPr marL="0" indent="0">
              <a:spcBef>
                <a:spcPts val="16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97" name="Group 96"/>
          <p:cNvGrpSpPr>
            <a:grpSpLocks noChangeAspect="1"/>
          </p:cNvGrpSpPr>
          <p:nvPr userDrawn="1"/>
        </p:nvGrpSpPr>
        <p:grpSpPr>
          <a:xfrm rot="5400000">
            <a:off x="8019009" y="1678105"/>
            <a:ext cx="3123347" cy="3089730"/>
            <a:chOff x="895350" y="3313113"/>
            <a:chExt cx="3613151" cy="2790825"/>
          </a:xfrm>
          <a:solidFill>
            <a:schemeClr val="tx1">
              <a:lumMod val="50000"/>
            </a:schemeClr>
          </a:solidFill>
        </p:grpSpPr>
        <p:sp>
          <p:nvSpPr>
            <p:cNvPr id="98" name="Freeform 41"/>
            <p:cNvSpPr>
              <a:spLocks/>
            </p:cNvSpPr>
            <p:nvPr/>
          </p:nvSpPr>
          <p:spPr bwMode="auto">
            <a:xfrm>
              <a:off x="963613" y="3725863"/>
              <a:ext cx="11113" cy="1952625"/>
            </a:xfrm>
            <a:custGeom>
              <a:avLst/>
              <a:gdLst>
                <a:gd name="T0" fmla="*/ 3 w 5"/>
                <a:gd name="T1" fmla="*/ 0 h 868"/>
                <a:gd name="T2" fmla="*/ 4 w 5"/>
                <a:gd name="T3" fmla="*/ 217 h 868"/>
                <a:gd name="T4" fmla="*/ 3 w 5"/>
                <a:gd name="T5" fmla="*/ 326 h 868"/>
                <a:gd name="T6" fmla="*/ 4 w 5"/>
                <a:gd name="T7" fmla="*/ 434 h 868"/>
                <a:gd name="T8" fmla="*/ 4 w 5"/>
                <a:gd name="T9" fmla="*/ 651 h 868"/>
                <a:gd name="T10" fmla="*/ 4 w 5"/>
                <a:gd name="T11" fmla="*/ 760 h 868"/>
                <a:gd name="T12" fmla="*/ 3 w 5"/>
                <a:gd name="T13" fmla="*/ 868 h 868"/>
                <a:gd name="T14" fmla="*/ 2 w 5"/>
                <a:gd name="T15" fmla="*/ 868 h 868"/>
                <a:gd name="T16" fmla="*/ 1 w 5"/>
                <a:gd name="T17" fmla="*/ 760 h 868"/>
                <a:gd name="T18" fmla="*/ 0 w 5"/>
                <a:gd name="T19" fmla="*/ 651 h 868"/>
                <a:gd name="T20" fmla="*/ 1 w 5"/>
                <a:gd name="T21" fmla="*/ 434 h 868"/>
                <a:gd name="T22" fmla="*/ 2 w 5"/>
                <a:gd name="T23" fmla="*/ 326 h 868"/>
                <a:gd name="T24" fmla="*/ 1 w 5"/>
                <a:gd name="T25" fmla="*/ 217 h 868"/>
                <a:gd name="T26" fmla="*/ 2 w 5"/>
                <a:gd name="T27" fmla="*/ 0 h 868"/>
                <a:gd name="T28" fmla="*/ 3 w 5"/>
                <a:gd name="T29" fmla="*/ 0 h 8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" h="868">
                  <a:moveTo>
                    <a:pt x="3" y="0"/>
                  </a:moveTo>
                  <a:cubicBezTo>
                    <a:pt x="4" y="73"/>
                    <a:pt x="4" y="145"/>
                    <a:pt x="4" y="217"/>
                  </a:cubicBezTo>
                  <a:cubicBezTo>
                    <a:pt x="4" y="253"/>
                    <a:pt x="3" y="290"/>
                    <a:pt x="3" y="326"/>
                  </a:cubicBezTo>
                  <a:cubicBezTo>
                    <a:pt x="3" y="362"/>
                    <a:pt x="3" y="398"/>
                    <a:pt x="4" y="434"/>
                  </a:cubicBezTo>
                  <a:cubicBezTo>
                    <a:pt x="4" y="507"/>
                    <a:pt x="5" y="579"/>
                    <a:pt x="4" y="651"/>
                  </a:cubicBezTo>
                  <a:cubicBezTo>
                    <a:pt x="5" y="687"/>
                    <a:pt x="4" y="724"/>
                    <a:pt x="4" y="760"/>
                  </a:cubicBezTo>
                  <a:cubicBezTo>
                    <a:pt x="4" y="796"/>
                    <a:pt x="3" y="832"/>
                    <a:pt x="3" y="868"/>
                  </a:cubicBezTo>
                  <a:cubicBezTo>
                    <a:pt x="2" y="868"/>
                    <a:pt x="2" y="868"/>
                    <a:pt x="2" y="868"/>
                  </a:cubicBezTo>
                  <a:cubicBezTo>
                    <a:pt x="2" y="832"/>
                    <a:pt x="1" y="796"/>
                    <a:pt x="1" y="760"/>
                  </a:cubicBezTo>
                  <a:cubicBezTo>
                    <a:pt x="1" y="724"/>
                    <a:pt x="0" y="687"/>
                    <a:pt x="0" y="651"/>
                  </a:cubicBezTo>
                  <a:cubicBezTo>
                    <a:pt x="0" y="579"/>
                    <a:pt x="1" y="507"/>
                    <a:pt x="1" y="434"/>
                  </a:cubicBezTo>
                  <a:cubicBezTo>
                    <a:pt x="2" y="398"/>
                    <a:pt x="2" y="362"/>
                    <a:pt x="2" y="326"/>
                  </a:cubicBezTo>
                  <a:cubicBezTo>
                    <a:pt x="2" y="290"/>
                    <a:pt x="1" y="253"/>
                    <a:pt x="1" y="217"/>
                  </a:cubicBezTo>
                  <a:cubicBezTo>
                    <a:pt x="0" y="145"/>
                    <a:pt x="1" y="73"/>
                    <a:pt x="2" y="0"/>
                  </a:cubicBezTo>
                  <a:lnTo>
                    <a:pt x="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99" name="Freeform 42"/>
            <p:cNvSpPr>
              <a:spLocks/>
            </p:cNvSpPr>
            <p:nvPr/>
          </p:nvSpPr>
          <p:spPr bwMode="auto">
            <a:xfrm>
              <a:off x="1350963" y="6038850"/>
              <a:ext cx="2736850" cy="11113"/>
            </a:xfrm>
            <a:custGeom>
              <a:avLst/>
              <a:gdLst>
                <a:gd name="T0" fmla="*/ 0 w 1216"/>
                <a:gd name="T1" fmla="*/ 2 h 5"/>
                <a:gd name="T2" fmla="*/ 304 w 1216"/>
                <a:gd name="T3" fmla="*/ 1 h 5"/>
                <a:gd name="T4" fmla="*/ 456 w 1216"/>
                <a:gd name="T5" fmla="*/ 2 h 5"/>
                <a:gd name="T6" fmla="*/ 608 w 1216"/>
                <a:gd name="T7" fmla="*/ 1 h 5"/>
                <a:gd name="T8" fmla="*/ 912 w 1216"/>
                <a:gd name="T9" fmla="*/ 0 h 5"/>
                <a:gd name="T10" fmla="*/ 1064 w 1216"/>
                <a:gd name="T11" fmla="*/ 1 h 5"/>
                <a:gd name="T12" fmla="*/ 1216 w 1216"/>
                <a:gd name="T13" fmla="*/ 2 h 5"/>
                <a:gd name="T14" fmla="*/ 1216 w 1216"/>
                <a:gd name="T15" fmla="*/ 2 h 5"/>
                <a:gd name="T16" fmla="*/ 1064 w 1216"/>
                <a:gd name="T17" fmla="*/ 4 h 5"/>
                <a:gd name="T18" fmla="*/ 912 w 1216"/>
                <a:gd name="T19" fmla="*/ 4 h 5"/>
                <a:gd name="T20" fmla="*/ 608 w 1216"/>
                <a:gd name="T21" fmla="*/ 3 h 5"/>
                <a:gd name="T22" fmla="*/ 456 w 1216"/>
                <a:gd name="T23" fmla="*/ 3 h 5"/>
                <a:gd name="T24" fmla="*/ 304 w 1216"/>
                <a:gd name="T25" fmla="*/ 4 h 5"/>
                <a:gd name="T26" fmla="*/ 0 w 1216"/>
                <a:gd name="T27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16" h="5">
                  <a:moveTo>
                    <a:pt x="0" y="2"/>
                  </a:moveTo>
                  <a:cubicBezTo>
                    <a:pt x="101" y="1"/>
                    <a:pt x="202" y="0"/>
                    <a:pt x="304" y="1"/>
                  </a:cubicBezTo>
                  <a:cubicBezTo>
                    <a:pt x="354" y="1"/>
                    <a:pt x="405" y="2"/>
                    <a:pt x="456" y="2"/>
                  </a:cubicBezTo>
                  <a:cubicBezTo>
                    <a:pt x="506" y="2"/>
                    <a:pt x="557" y="1"/>
                    <a:pt x="608" y="1"/>
                  </a:cubicBezTo>
                  <a:cubicBezTo>
                    <a:pt x="709" y="1"/>
                    <a:pt x="810" y="0"/>
                    <a:pt x="912" y="0"/>
                  </a:cubicBezTo>
                  <a:cubicBezTo>
                    <a:pt x="962" y="0"/>
                    <a:pt x="1013" y="1"/>
                    <a:pt x="1064" y="1"/>
                  </a:cubicBezTo>
                  <a:cubicBezTo>
                    <a:pt x="1114" y="1"/>
                    <a:pt x="1165" y="1"/>
                    <a:pt x="1216" y="2"/>
                  </a:cubicBezTo>
                  <a:cubicBezTo>
                    <a:pt x="1216" y="2"/>
                    <a:pt x="1216" y="2"/>
                    <a:pt x="1216" y="2"/>
                  </a:cubicBezTo>
                  <a:cubicBezTo>
                    <a:pt x="1165" y="3"/>
                    <a:pt x="1114" y="3"/>
                    <a:pt x="1064" y="4"/>
                  </a:cubicBezTo>
                  <a:cubicBezTo>
                    <a:pt x="1013" y="4"/>
                    <a:pt x="962" y="4"/>
                    <a:pt x="912" y="4"/>
                  </a:cubicBezTo>
                  <a:cubicBezTo>
                    <a:pt x="810" y="5"/>
                    <a:pt x="709" y="4"/>
                    <a:pt x="608" y="3"/>
                  </a:cubicBezTo>
                  <a:cubicBezTo>
                    <a:pt x="557" y="3"/>
                    <a:pt x="506" y="3"/>
                    <a:pt x="456" y="3"/>
                  </a:cubicBezTo>
                  <a:cubicBezTo>
                    <a:pt x="405" y="3"/>
                    <a:pt x="354" y="4"/>
                    <a:pt x="304" y="4"/>
                  </a:cubicBezTo>
                  <a:cubicBezTo>
                    <a:pt x="202" y="4"/>
                    <a:pt x="101" y="4"/>
                    <a:pt x="0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00" name="Freeform 43"/>
            <p:cNvSpPr>
              <a:spLocks/>
            </p:cNvSpPr>
            <p:nvPr/>
          </p:nvSpPr>
          <p:spPr bwMode="auto">
            <a:xfrm>
              <a:off x="1330325" y="3378200"/>
              <a:ext cx="2743200" cy="11113"/>
            </a:xfrm>
            <a:custGeom>
              <a:avLst/>
              <a:gdLst>
                <a:gd name="T0" fmla="*/ 0 w 1219"/>
                <a:gd name="T1" fmla="*/ 2 h 5"/>
                <a:gd name="T2" fmla="*/ 304 w 1219"/>
                <a:gd name="T3" fmla="*/ 1 h 5"/>
                <a:gd name="T4" fmla="*/ 457 w 1219"/>
                <a:gd name="T5" fmla="*/ 2 h 5"/>
                <a:gd name="T6" fmla="*/ 609 w 1219"/>
                <a:gd name="T7" fmla="*/ 1 h 5"/>
                <a:gd name="T8" fmla="*/ 914 w 1219"/>
                <a:gd name="T9" fmla="*/ 0 h 5"/>
                <a:gd name="T10" fmla="*/ 1067 w 1219"/>
                <a:gd name="T11" fmla="*/ 1 h 5"/>
                <a:gd name="T12" fmla="*/ 1219 w 1219"/>
                <a:gd name="T13" fmla="*/ 2 h 5"/>
                <a:gd name="T14" fmla="*/ 1219 w 1219"/>
                <a:gd name="T15" fmla="*/ 3 h 5"/>
                <a:gd name="T16" fmla="*/ 1067 w 1219"/>
                <a:gd name="T17" fmla="*/ 4 h 5"/>
                <a:gd name="T18" fmla="*/ 914 w 1219"/>
                <a:gd name="T19" fmla="*/ 4 h 5"/>
                <a:gd name="T20" fmla="*/ 609 w 1219"/>
                <a:gd name="T21" fmla="*/ 3 h 5"/>
                <a:gd name="T22" fmla="*/ 457 w 1219"/>
                <a:gd name="T23" fmla="*/ 3 h 5"/>
                <a:gd name="T24" fmla="*/ 304 w 1219"/>
                <a:gd name="T25" fmla="*/ 4 h 5"/>
                <a:gd name="T26" fmla="*/ 0 w 1219"/>
                <a:gd name="T27" fmla="*/ 3 h 5"/>
                <a:gd name="T28" fmla="*/ 0 w 1219"/>
                <a:gd name="T29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19" h="5">
                  <a:moveTo>
                    <a:pt x="0" y="2"/>
                  </a:moveTo>
                  <a:cubicBezTo>
                    <a:pt x="101" y="1"/>
                    <a:pt x="203" y="0"/>
                    <a:pt x="304" y="1"/>
                  </a:cubicBezTo>
                  <a:cubicBezTo>
                    <a:pt x="355" y="1"/>
                    <a:pt x="406" y="2"/>
                    <a:pt x="457" y="2"/>
                  </a:cubicBezTo>
                  <a:cubicBezTo>
                    <a:pt x="508" y="2"/>
                    <a:pt x="559" y="1"/>
                    <a:pt x="609" y="1"/>
                  </a:cubicBezTo>
                  <a:cubicBezTo>
                    <a:pt x="711" y="1"/>
                    <a:pt x="813" y="0"/>
                    <a:pt x="914" y="0"/>
                  </a:cubicBezTo>
                  <a:cubicBezTo>
                    <a:pt x="965" y="0"/>
                    <a:pt x="1016" y="1"/>
                    <a:pt x="1067" y="1"/>
                  </a:cubicBezTo>
                  <a:cubicBezTo>
                    <a:pt x="1117" y="1"/>
                    <a:pt x="1168" y="1"/>
                    <a:pt x="1219" y="2"/>
                  </a:cubicBezTo>
                  <a:cubicBezTo>
                    <a:pt x="1219" y="3"/>
                    <a:pt x="1219" y="3"/>
                    <a:pt x="1219" y="3"/>
                  </a:cubicBezTo>
                  <a:cubicBezTo>
                    <a:pt x="1168" y="3"/>
                    <a:pt x="1117" y="4"/>
                    <a:pt x="1067" y="4"/>
                  </a:cubicBezTo>
                  <a:cubicBezTo>
                    <a:pt x="1016" y="4"/>
                    <a:pt x="965" y="4"/>
                    <a:pt x="914" y="4"/>
                  </a:cubicBezTo>
                  <a:cubicBezTo>
                    <a:pt x="813" y="5"/>
                    <a:pt x="711" y="4"/>
                    <a:pt x="609" y="3"/>
                  </a:cubicBezTo>
                  <a:cubicBezTo>
                    <a:pt x="559" y="3"/>
                    <a:pt x="508" y="3"/>
                    <a:pt x="457" y="3"/>
                  </a:cubicBezTo>
                  <a:cubicBezTo>
                    <a:pt x="406" y="3"/>
                    <a:pt x="355" y="4"/>
                    <a:pt x="304" y="4"/>
                  </a:cubicBezTo>
                  <a:cubicBezTo>
                    <a:pt x="203" y="4"/>
                    <a:pt x="101" y="4"/>
                    <a:pt x="0" y="3"/>
                  </a:cubicBez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01" name="Freeform 44"/>
            <p:cNvSpPr>
              <a:spLocks/>
            </p:cNvSpPr>
            <p:nvPr/>
          </p:nvSpPr>
          <p:spPr bwMode="auto">
            <a:xfrm>
              <a:off x="4443413" y="3759200"/>
              <a:ext cx="9525" cy="1919288"/>
            </a:xfrm>
            <a:custGeom>
              <a:avLst/>
              <a:gdLst>
                <a:gd name="T0" fmla="*/ 2 w 4"/>
                <a:gd name="T1" fmla="*/ 853 h 853"/>
                <a:gd name="T2" fmla="*/ 0 w 4"/>
                <a:gd name="T3" fmla="*/ 640 h 853"/>
                <a:gd name="T4" fmla="*/ 1 w 4"/>
                <a:gd name="T5" fmla="*/ 533 h 853"/>
                <a:gd name="T6" fmla="*/ 1 w 4"/>
                <a:gd name="T7" fmla="*/ 427 h 853"/>
                <a:gd name="T8" fmla="*/ 0 w 4"/>
                <a:gd name="T9" fmla="*/ 213 h 853"/>
                <a:gd name="T10" fmla="*/ 0 w 4"/>
                <a:gd name="T11" fmla="*/ 107 h 853"/>
                <a:gd name="T12" fmla="*/ 2 w 4"/>
                <a:gd name="T13" fmla="*/ 0 h 853"/>
                <a:gd name="T14" fmla="*/ 2 w 4"/>
                <a:gd name="T15" fmla="*/ 0 h 853"/>
                <a:gd name="T16" fmla="*/ 3 w 4"/>
                <a:gd name="T17" fmla="*/ 107 h 853"/>
                <a:gd name="T18" fmla="*/ 4 w 4"/>
                <a:gd name="T19" fmla="*/ 213 h 853"/>
                <a:gd name="T20" fmla="*/ 3 w 4"/>
                <a:gd name="T21" fmla="*/ 427 h 853"/>
                <a:gd name="T22" fmla="*/ 2 w 4"/>
                <a:gd name="T23" fmla="*/ 533 h 853"/>
                <a:gd name="T24" fmla="*/ 3 w 4"/>
                <a:gd name="T25" fmla="*/ 640 h 853"/>
                <a:gd name="T26" fmla="*/ 2 w 4"/>
                <a:gd name="T27" fmla="*/ 853 h 8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" h="853">
                  <a:moveTo>
                    <a:pt x="2" y="853"/>
                  </a:moveTo>
                  <a:cubicBezTo>
                    <a:pt x="0" y="782"/>
                    <a:pt x="0" y="711"/>
                    <a:pt x="0" y="640"/>
                  </a:cubicBezTo>
                  <a:cubicBezTo>
                    <a:pt x="0" y="604"/>
                    <a:pt x="1" y="569"/>
                    <a:pt x="1" y="533"/>
                  </a:cubicBezTo>
                  <a:cubicBezTo>
                    <a:pt x="1" y="498"/>
                    <a:pt x="1" y="462"/>
                    <a:pt x="1" y="427"/>
                  </a:cubicBezTo>
                  <a:cubicBezTo>
                    <a:pt x="0" y="356"/>
                    <a:pt x="0" y="284"/>
                    <a:pt x="0" y="213"/>
                  </a:cubicBezTo>
                  <a:cubicBezTo>
                    <a:pt x="0" y="178"/>
                    <a:pt x="0" y="142"/>
                    <a:pt x="0" y="107"/>
                  </a:cubicBezTo>
                  <a:cubicBezTo>
                    <a:pt x="1" y="71"/>
                    <a:pt x="1" y="36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3" y="36"/>
                    <a:pt x="3" y="71"/>
                    <a:pt x="3" y="107"/>
                  </a:cubicBezTo>
                  <a:cubicBezTo>
                    <a:pt x="4" y="142"/>
                    <a:pt x="4" y="178"/>
                    <a:pt x="4" y="213"/>
                  </a:cubicBezTo>
                  <a:cubicBezTo>
                    <a:pt x="4" y="284"/>
                    <a:pt x="3" y="356"/>
                    <a:pt x="3" y="427"/>
                  </a:cubicBezTo>
                  <a:cubicBezTo>
                    <a:pt x="3" y="462"/>
                    <a:pt x="2" y="498"/>
                    <a:pt x="2" y="533"/>
                  </a:cubicBezTo>
                  <a:cubicBezTo>
                    <a:pt x="3" y="569"/>
                    <a:pt x="3" y="604"/>
                    <a:pt x="3" y="640"/>
                  </a:cubicBezTo>
                  <a:cubicBezTo>
                    <a:pt x="4" y="711"/>
                    <a:pt x="3" y="782"/>
                    <a:pt x="2" y="8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02" name="Freeform 45"/>
            <p:cNvSpPr>
              <a:spLocks noEditPoints="1"/>
            </p:cNvSpPr>
            <p:nvPr/>
          </p:nvSpPr>
          <p:spPr bwMode="auto">
            <a:xfrm>
              <a:off x="903288" y="5772150"/>
              <a:ext cx="341313" cy="331788"/>
            </a:xfrm>
            <a:custGeom>
              <a:avLst/>
              <a:gdLst>
                <a:gd name="T0" fmla="*/ 127 w 152"/>
                <a:gd name="T1" fmla="*/ 122 h 148"/>
                <a:gd name="T2" fmla="*/ 84 w 152"/>
                <a:gd name="T3" fmla="*/ 134 h 148"/>
                <a:gd name="T4" fmla="*/ 112 w 152"/>
                <a:gd name="T5" fmla="*/ 131 h 148"/>
                <a:gd name="T6" fmla="*/ 48 w 152"/>
                <a:gd name="T7" fmla="*/ 142 h 148"/>
                <a:gd name="T8" fmla="*/ 4 w 152"/>
                <a:gd name="T9" fmla="*/ 95 h 148"/>
                <a:gd name="T10" fmla="*/ 20 w 152"/>
                <a:gd name="T11" fmla="*/ 61 h 148"/>
                <a:gd name="T12" fmla="*/ 26 w 152"/>
                <a:gd name="T13" fmla="*/ 58 h 148"/>
                <a:gd name="T14" fmla="*/ 31 w 152"/>
                <a:gd name="T15" fmla="*/ 23 h 148"/>
                <a:gd name="T16" fmla="*/ 19 w 152"/>
                <a:gd name="T17" fmla="*/ 0 h 148"/>
                <a:gd name="T18" fmla="*/ 33 w 152"/>
                <a:gd name="T19" fmla="*/ 57 h 148"/>
                <a:gd name="T20" fmla="*/ 41 w 152"/>
                <a:gd name="T21" fmla="*/ 63 h 148"/>
                <a:gd name="T22" fmla="*/ 36 w 152"/>
                <a:gd name="T23" fmla="*/ 80 h 148"/>
                <a:gd name="T24" fmla="*/ 26 w 152"/>
                <a:gd name="T25" fmla="*/ 67 h 148"/>
                <a:gd name="T26" fmla="*/ 64 w 152"/>
                <a:gd name="T27" fmla="*/ 132 h 148"/>
                <a:gd name="T28" fmla="*/ 84 w 152"/>
                <a:gd name="T29" fmla="*/ 112 h 148"/>
                <a:gd name="T30" fmla="*/ 77 w 152"/>
                <a:gd name="T31" fmla="*/ 131 h 148"/>
                <a:gd name="T32" fmla="*/ 152 w 152"/>
                <a:gd name="T33" fmla="*/ 129 h 148"/>
                <a:gd name="T34" fmla="*/ 114 w 152"/>
                <a:gd name="T35" fmla="*/ 131 h 148"/>
                <a:gd name="T36" fmla="*/ 127 w 152"/>
                <a:gd name="T37" fmla="*/ 122 h 148"/>
                <a:gd name="T38" fmla="*/ 74 w 152"/>
                <a:gd name="T39" fmla="*/ 128 h 148"/>
                <a:gd name="T40" fmla="*/ 68 w 152"/>
                <a:gd name="T41" fmla="*/ 112 h 148"/>
                <a:gd name="T42" fmla="*/ 66 w 152"/>
                <a:gd name="T43" fmla="*/ 117 h 148"/>
                <a:gd name="T44" fmla="*/ 66 w 152"/>
                <a:gd name="T45" fmla="*/ 125 h 148"/>
                <a:gd name="T46" fmla="*/ 73 w 152"/>
                <a:gd name="T47" fmla="*/ 128 h 148"/>
                <a:gd name="T48" fmla="*/ 74 w 152"/>
                <a:gd name="T49" fmla="*/ 114 h 148"/>
                <a:gd name="T50" fmla="*/ 74 w 152"/>
                <a:gd name="T51" fmla="*/ 128 h 148"/>
                <a:gd name="T52" fmla="*/ 9 w 152"/>
                <a:gd name="T53" fmla="*/ 88 h 148"/>
                <a:gd name="T54" fmla="*/ 56 w 152"/>
                <a:gd name="T55" fmla="*/ 135 h 148"/>
                <a:gd name="T56" fmla="*/ 9 w 152"/>
                <a:gd name="T57" fmla="*/ 88 h 148"/>
                <a:gd name="T58" fmla="*/ 37 w 152"/>
                <a:gd name="T59" fmla="*/ 61 h 148"/>
                <a:gd name="T60" fmla="*/ 31 w 152"/>
                <a:gd name="T61" fmla="*/ 77 h 148"/>
                <a:gd name="T62" fmla="*/ 37 w 152"/>
                <a:gd name="T63" fmla="*/ 61 h 148"/>
                <a:gd name="T64" fmla="*/ 30 w 152"/>
                <a:gd name="T65" fmla="*/ 57 h 148"/>
                <a:gd name="T66" fmla="*/ 33 w 152"/>
                <a:gd name="T67" fmla="*/ 31 h 148"/>
                <a:gd name="T68" fmla="*/ 30 w 152"/>
                <a:gd name="T69" fmla="*/ 57 h 148"/>
                <a:gd name="T70" fmla="*/ 30 w 152"/>
                <a:gd name="T71" fmla="*/ 61 h 148"/>
                <a:gd name="T72" fmla="*/ 30 w 152"/>
                <a:gd name="T73" fmla="*/ 74 h 148"/>
                <a:gd name="T74" fmla="*/ 30 w 152"/>
                <a:gd name="T75" fmla="*/ 61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52" h="148">
                  <a:moveTo>
                    <a:pt x="127" y="122"/>
                  </a:moveTo>
                  <a:cubicBezTo>
                    <a:pt x="115" y="118"/>
                    <a:pt x="99" y="137"/>
                    <a:pt x="84" y="134"/>
                  </a:cubicBezTo>
                  <a:cubicBezTo>
                    <a:pt x="92" y="142"/>
                    <a:pt x="106" y="130"/>
                    <a:pt x="112" y="131"/>
                  </a:cubicBezTo>
                  <a:cubicBezTo>
                    <a:pt x="95" y="147"/>
                    <a:pt x="66" y="127"/>
                    <a:pt x="48" y="142"/>
                  </a:cubicBezTo>
                  <a:cubicBezTo>
                    <a:pt x="19" y="142"/>
                    <a:pt x="1" y="123"/>
                    <a:pt x="4" y="95"/>
                  </a:cubicBezTo>
                  <a:cubicBezTo>
                    <a:pt x="6" y="82"/>
                    <a:pt x="19" y="74"/>
                    <a:pt x="20" y="61"/>
                  </a:cubicBezTo>
                  <a:cubicBezTo>
                    <a:pt x="23" y="58"/>
                    <a:pt x="22" y="60"/>
                    <a:pt x="26" y="58"/>
                  </a:cubicBezTo>
                  <a:cubicBezTo>
                    <a:pt x="25" y="45"/>
                    <a:pt x="33" y="34"/>
                    <a:pt x="31" y="23"/>
                  </a:cubicBezTo>
                  <a:cubicBezTo>
                    <a:pt x="30" y="12"/>
                    <a:pt x="19" y="8"/>
                    <a:pt x="19" y="0"/>
                  </a:cubicBezTo>
                  <a:cubicBezTo>
                    <a:pt x="36" y="7"/>
                    <a:pt x="41" y="36"/>
                    <a:pt x="33" y="57"/>
                  </a:cubicBezTo>
                  <a:cubicBezTo>
                    <a:pt x="34" y="60"/>
                    <a:pt x="40" y="59"/>
                    <a:pt x="41" y="63"/>
                  </a:cubicBezTo>
                  <a:cubicBezTo>
                    <a:pt x="43" y="69"/>
                    <a:pt x="40" y="75"/>
                    <a:pt x="36" y="80"/>
                  </a:cubicBezTo>
                  <a:cubicBezTo>
                    <a:pt x="27" y="79"/>
                    <a:pt x="20" y="74"/>
                    <a:pt x="26" y="67"/>
                  </a:cubicBezTo>
                  <a:cubicBezTo>
                    <a:pt x="1" y="88"/>
                    <a:pt x="14" y="148"/>
                    <a:pt x="64" y="132"/>
                  </a:cubicBezTo>
                  <a:cubicBezTo>
                    <a:pt x="54" y="118"/>
                    <a:pt x="73" y="97"/>
                    <a:pt x="84" y="112"/>
                  </a:cubicBezTo>
                  <a:cubicBezTo>
                    <a:pt x="86" y="123"/>
                    <a:pt x="81" y="126"/>
                    <a:pt x="77" y="131"/>
                  </a:cubicBezTo>
                  <a:cubicBezTo>
                    <a:pt x="101" y="137"/>
                    <a:pt x="133" y="102"/>
                    <a:pt x="152" y="129"/>
                  </a:cubicBezTo>
                  <a:cubicBezTo>
                    <a:pt x="143" y="117"/>
                    <a:pt x="124" y="124"/>
                    <a:pt x="114" y="131"/>
                  </a:cubicBezTo>
                  <a:cubicBezTo>
                    <a:pt x="116" y="126"/>
                    <a:pt x="123" y="126"/>
                    <a:pt x="127" y="122"/>
                  </a:cubicBezTo>
                  <a:close/>
                  <a:moveTo>
                    <a:pt x="74" y="128"/>
                  </a:moveTo>
                  <a:cubicBezTo>
                    <a:pt x="91" y="127"/>
                    <a:pt x="78" y="98"/>
                    <a:pt x="68" y="112"/>
                  </a:cubicBezTo>
                  <a:cubicBezTo>
                    <a:pt x="75" y="112"/>
                    <a:pt x="69" y="117"/>
                    <a:pt x="66" y="117"/>
                  </a:cubicBezTo>
                  <a:cubicBezTo>
                    <a:pt x="66" y="119"/>
                    <a:pt x="66" y="122"/>
                    <a:pt x="66" y="125"/>
                  </a:cubicBezTo>
                  <a:cubicBezTo>
                    <a:pt x="68" y="126"/>
                    <a:pt x="69" y="128"/>
                    <a:pt x="73" y="128"/>
                  </a:cubicBezTo>
                  <a:cubicBezTo>
                    <a:pt x="75" y="124"/>
                    <a:pt x="80" y="117"/>
                    <a:pt x="74" y="114"/>
                  </a:cubicBezTo>
                  <a:cubicBezTo>
                    <a:pt x="84" y="115"/>
                    <a:pt x="78" y="125"/>
                    <a:pt x="74" y="128"/>
                  </a:cubicBezTo>
                  <a:close/>
                  <a:moveTo>
                    <a:pt x="9" y="88"/>
                  </a:moveTo>
                  <a:cubicBezTo>
                    <a:pt x="0" y="121"/>
                    <a:pt x="28" y="148"/>
                    <a:pt x="56" y="135"/>
                  </a:cubicBezTo>
                  <a:cubicBezTo>
                    <a:pt x="20" y="145"/>
                    <a:pt x="13" y="115"/>
                    <a:pt x="9" y="88"/>
                  </a:cubicBezTo>
                  <a:close/>
                  <a:moveTo>
                    <a:pt x="37" y="61"/>
                  </a:moveTo>
                  <a:cubicBezTo>
                    <a:pt x="38" y="69"/>
                    <a:pt x="34" y="72"/>
                    <a:pt x="31" y="77"/>
                  </a:cubicBezTo>
                  <a:cubicBezTo>
                    <a:pt x="40" y="78"/>
                    <a:pt x="42" y="66"/>
                    <a:pt x="37" y="61"/>
                  </a:cubicBezTo>
                  <a:close/>
                  <a:moveTo>
                    <a:pt x="30" y="57"/>
                  </a:moveTo>
                  <a:cubicBezTo>
                    <a:pt x="30" y="49"/>
                    <a:pt x="38" y="40"/>
                    <a:pt x="33" y="31"/>
                  </a:cubicBezTo>
                  <a:cubicBezTo>
                    <a:pt x="34" y="41"/>
                    <a:pt x="26" y="49"/>
                    <a:pt x="30" y="57"/>
                  </a:cubicBezTo>
                  <a:close/>
                  <a:moveTo>
                    <a:pt x="30" y="61"/>
                  </a:moveTo>
                  <a:cubicBezTo>
                    <a:pt x="28" y="63"/>
                    <a:pt x="27" y="72"/>
                    <a:pt x="30" y="74"/>
                  </a:cubicBezTo>
                  <a:cubicBezTo>
                    <a:pt x="33" y="70"/>
                    <a:pt x="36" y="63"/>
                    <a:pt x="30" y="6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03" name="Freeform 46"/>
            <p:cNvSpPr>
              <a:spLocks noEditPoints="1"/>
            </p:cNvSpPr>
            <p:nvPr/>
          </p:nvSpPr>
          <p:spPr bwMode="auto">
            <a:xfrm>
              <a:off x="906463" y="5768975"/>
              <a:ext cx="341313" cy="323850"/>
            </a:xfrm>
            <a:custGeom>
              <a:avLst/>
              <a:gdLst>
                <a:gd name="T0" fmla="*/ 2 w 151"/>
                <a:gd name="T1" fmla="*/ 96 h 144"/>
                <a:gd name="T2" fmla="*/ 21 w 151"/>
                <a:gd name="T3" fmla="*/ 59 h 144"/>
                <a:gd name="T4" fmla="*/ 22 w 151"/>
                <a:gd name="T5" fmla="*/ 12 h 144"/>
                <a:gd name="T6" fmla="*/ 32 w 151"/>
                <a:gd name="T7" fmla="*/ 58 h 144"/>
                <a:gd name="T8" fmla="*/ 34 w 151"/>
                <a:gd name="T9" fmla="*/ 81 h 144"/>
                <a:gd name="T10" fmla="*/ 15 w 151"/>
                <a:gd name="T11" fmla="*/ 112 h 144"/>
                <a:gd name="T12" fmla="*/ 73 w 151"/>
                <a:gd name="T13" fmla="*/ 107 h 144"/>
                <a:gd name="T14" fmla="*/ 76 w 151"/>
                <a:gd name="T15" fmla="*/ 131 h 144"/>
                <a:gd name="T16" fmla="*/ 151 w 151"/>
                <a:gd name="T17" fmla="*/ 130 h 144"/>
                <a:gd name="T18" fmla="*/ 110 w 151"/>
                <a:gd name="T19" fmla="*/ 134 h 144"/>
                <a:gd name="T20" fmla="*/ 66 w 151"/>
                <a:gd name="T21" fmla="*/ 138 h 144"/>
                <a:gd name="T22" fmla="*/ 12 w 151"/>
                <a:gd name="T23" fmla="*/ 128 h 144"/>
                <a:gd name="T24" fmla="*/ 86 w 151"/>
                <a:gd name="T25" fmla="*/ 138 h 144"/>
                <a:gd name="T26" fmla="*/ 86 w 151"/>
                <a:gd name="T27" fmla="*/ 134 h 144"/>
                <a:gd name="T28" fmla="*/ 75 w 151"/>
                <a:gd name="T29" fmla="*/ 133 h 144"/>
                <a:gd name="T30" fmla="*/ 77 w 151"/>
                <a:gd name="T31" fmla="*/ 128 h 144"/>
                <a:gd name="T32" fmla="*/ 66 w 151"/>
                <a:gd name="T33" fmla="*/ 128 h 144"/>
                <a:gd name="T34" fmla="*/ 64 w 151"/>
                <a:gd name="T35" fmla="*/ 117 h 144"/>
                <a:gd name="T36" fmla="*/ 65 w 151"/>
                <a:gd name="T37" fmla="*/ 114 h 144"/>
                <a:gd name="T38" fmla="*/ 63 w 151"/>
                <a:gd name="T39" fmla="*/ 133 h 144"/>
                <a:gd name="T40" fmla="*/ 54 w 151"/>
                <a:gd name="T41" fmla="*/ 137 h 144"/>
                <a:gd name="T42" fmla="*/ 7 w 151"/>
                <a:gd name="T43" fmla="*/ 86 h 144"/>
                <a:gd name="T44" fmla="*/ 41 w 151"/>
                <a:gd name="T45" fmla="*/ 139 h 144"/>
                <a:gd name="T46" fmla="*/ 92 w 151"/>
                <a:gd name="T47" fmla="*/ 138 h 144"/>
                <a:gd name="T48" fmla="*/ 41 w 151"/>
                <a:gd name="T49" fmla="*/ 137 h 144"/>
                <a:gd name="T50" fmla="*/ 26 w 151"/>
                <a:gd name="T51" fmla="*/ 65 h 144"/>
                <a:gd name="T52" fmla="*/ 32 w 151"/>
                <a:gd name="T53" fmla="*/ 64 h 144"/>
                <a:gd name="T54" fmla="*/ 26 w 151"/>
                <a:gd name="T55" fmla="*/ 72 h 144"/>
                <a:gd name="T56" fmla="*/ 33 w 151"/>
                <a:gd name="T57" fmla="*/ 80 h 144"/>
                <a:gd name="T58" fmla="*/ 38 w 151"/>
                <a:gd name="T59" fmla="*/ 73 h 144"/>
                <a:gd name="T60" fmla="*/ 28 w 151"/>
                <a:gd name="T61" fmla="*/ 78 h 144"/>
                <a:gd name="T62" fmla="*/ 34 w 151"/>
                <a:gd name="T63" fmla="*/ 61 h 144"/>
                <a:gd name="T64" fmla="*/ 18 w 151"/>
                <a:gd name="T65" fmla="*/ 2 h 144"/>
                <a:gd name="T66" fmla="*/ 31 w 151"/>
                <a:gd name="T67" fmla="*/ 32 h 144"/>
                <a:gd name="T68" fmla="*/ 27 w 151"/>
                <a:gd name="T69" fmla="*/ 58 h 144"/>
                <a:gd name="T70" fmla="*/ 28 w 151"/>
                <a:gd name="T71" fmla="*/ 42 h 144"/>
                <a:gd name="T72" fmla="*/ 21 w 151"/>
                <a:gd name="T73" fmla="*/ 61 h 144"/>
                <a:gd name="T74" fmla="*/ 7 w 151"/>
                <a:gd name="T75" fmla="*/ 86 h 144"/>
                <a:gd name="T76" fmla="*/ 110 w 151"/>
                <a:gd name="T77" fmla="*/ 131 h 144"/>
                <a:gd name="T78" fmla="*/ 121 w 151"/>
                <a:gd name="T79" fmla="*/ 123 h 144"/>
                <a:gd name="T80" fmla="*/ 67 w 151"/>
                <a:gd name="T81" fmla="*/ 127 h 144"/>
                <a:gd name="T82" fmla="*/ 74 w 151"/>
                <a:gd name="T83" fmla="*/ 118 h 144"/>
                <a:gd name="T84" fmla="*/ 64 w 151"/>
                <a:gd name="T85" fmla="*/ 118 h 144"/>
                <a:gd name="T86" fmla="*/ 75 w 151"/>
                <a:gd name="T87" fmla="*/ 118 h 144"/>
                <a:gd name="T88" fmla="*/ 70 w 151"/>
                <a:gd name="T89" fmla="*/ 114 h 144"/>
                <a:gd name="T90" fmla="*/ 79 w 151"/>
                <a:gd name="T91" fmla="*/ 120 h 144"/>
                <a:gd name="T92" fmla="*/ 122 w 151"/>
                <a:gd name="T93" fmla="*/ 122 h 144"/>
                <a:gd name="T94" fmla="*/ 123 w 151"/>
                <a:gd name="T95" fmla="*/ 125 h 144"/>
                <a:gd name="T96" fmla="*/ 122 w 151"/>
                <a:gd name="T97" fmla="*/ 122 h 144"/>
                <a:gd name="T98" fmla="*/ 81 w 151"/>
                <a:gd name="T99" fmla="*/ 114 h 144"/>
                <a:gd name="T100" fmla="*/ 32 w 151"/>
                <a:gd name="T101" fmla="*/ 74 h 144"/>
                <a:gd name="T102" fmla="*/ 28 w 151"/>
                <a:gd name="T103" fmla="*/ 63 h 144"/>
                <a:gd name="T104" fmla="*/ 28 w 151"/>
                <a:gd name="T105" fmla="*/ 63 h 144"/>
                <a:gd name="T106" fmla="*/ 29 w 151"/>
                <a:gd name="T107" fmla="*/ 4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51" h="144">
                  <a:moveTo>
                    <a:pt x="47" y="144"/>
                  </a:moveTo>
                  <a:cubicBezTo>
                    <a:pt x="46" y="144"/>
                    <a:pt x="46" y="144"/>
                    <a:pt x="46" y="144"/>
                  </a:cubicBezTo>
                  <a:cubicBezTo>
                    <a:pt x="32" y="144"/>
                    <a:pt x="19" y="139"/>
                    <a:pt x="11" y="129"/>
                  </a:cubicBezTo>
                  <a:cubicBezTo>
                    <a:pt x="3" y="121"/>
                    <a:pt x="0" y="109"/>
                    <a:pt x="2" y="96"/>
                  </a:cubicBezTo>
                  <a:cubicBezTo>
                    <a:pt x="3" y="90"/>
                    <a:pt x="6" y="84"/>
                    <a:pt x="10" y="79"/>
                  </a:cubicBezTo>
                  <a:cubicBezTo>
                    <a:pt x="13" y="73"/>
                    <a:pt x="17" y="68"/>
                    <a:pt x="17" y="62"/>
                  </a:cubicBezTo>
                  <a:cubicBezTo>
                    <a:pt x="17" y="62"/>
                    <a:pt x="17" y="62"/>
                    <a:pt x="17" y="62"/>
                  </a:cubicBezTo>
                  <a:cubicBezTo>
                    <a:pt x="19" y="60"/>
                    <a:pt x="20" y="59"/>
                    <a:pt x="21" y="59"/>
                  </a:cubicBezTo>
                  <a:cubicBezTo>
                    <a:pt x="21" y="59"/>
                    <a:pt x="22" y="59"/>
                    <a:pt x="23" y="59"/>
                  </a:cubicBezTo>
                  <a:cubicBezTo>
                    <a:pt x="23" y="53"/>
                    <a:pt x="24" y="47"/>
                    <a:pt x="26" y="41"/>
                  </a:cubicBezTo>
                  <a:cubicBezTo>
                    <a:pt x="28" y="35"/>
                    <a:pt x="30" y="30"/>
                    <a:pt x="29" y="24"/>
                  </a:cubicBezTo>
                  <a:cubicBezTo>
                    <a:pt x="28" y="19"/>
                    <a:pt x="25" y="15"/>
                    <a:pt x="22" y="12"/>
                  </a:cubicBezTo>
                  <a:cubicBezTo>
                    <a:pt x="19" y="8"/>
                    <a:pt x="16" y="5"/>
                    <a:pt x="16" y="1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35" y="8"/>
                    <a:pt x="40" y="37"/>
                    <a:pt x="32" y="58"/>
                  </a:cubicBezTo>
                  <a:cubicBezTo>
                    <a:pt x="32" y="59"/>
                    <a:pt x="34" y="59"/>
                    <a:pt x="35" y="60"/>
                  </a:cubicBezTo>
                  <a:cubicBezTo>
                    <a:pt x="37" y="61"/>
                    <a:pt x="39" y="61"/>
                    <a:pt x="40" y="63"/>
                  </a:cubicBezTo>
                  <a:cubicBezTo>
                    <a:pt x="43" y="72"/>
                    <a:pt x="37" y="78"/>
                    <a:pt x="34" y="81"/>
                  </a:cubicBezTo>
                  <a:cubicBezTo>
                    <a:pt x="34" y="81"/>
                    <a:pt x="34" y="81"/>
                    <a:pt x="34" y="81"/>
                  </a:cubicBezTo>
                  <a:cubicBezTo>
                    <a:pt x="34" y="81"/>
                    <a:pt x="34" y="81"/>
                    <a:pt x="34" y="81"/>
                  </a:cubicBezTo>
                  <a:cubicBezTo>
                    <a:pt x="28" y="81"/>
                    <a:pt x="23" y="79"/>
                    <a:pt x="22" y="76"/>
                  </a:cubicBezTo>
                  <a:cubicBezTo>
                    <a:pt x="21" y="75"/>
                    <a:pt x="21" y="73"/>
                    <a:pt x="21" y="71"/>
                  </a:cubicBezTo>
                  <a:cubicBezTo>
                    <a:pt x="12" y="82"/>
                    <a:pt x="10" y="98"/>
                    <a:pt x="15" y="112"/>
                  </a:cubicBezTo>
                  <a:cubicBezTo>
                    <a:pt x="20" y="127"/>
                    <a:pt x="32" y="135"/>
                    <a:pt x="46" y="135"/>
                  </a:cubicBezTo>
                  <a:cubicBezTo>
                    <a:pt x="51" y="135"/>
                    <a:pt x="56" y="134"/>
                    <a:pt x="61" y="133"/>
                  </a:cubicBezTo>
                  <a:cubicBezTo>
                    <a:pt x="58" y="128"/>
                    <a:pt x="57" y="122"/>
                    <a:pt x="60" y="116"/>
                  </a:cubicBezTo>
                  <a:cubicBezTo>
                    <a:pt x="63" y="111"/>
                    <a:pt x="68" y="107"/>
                    <a:pt x="73" y="107"/>
                  </a:cubicBezTo>
                  <a:cubicBezTo>
                    <a:pt x="75" y="107"/>
                    <a:pt x="79" y="108"/>
                    <a:pt x="83" y="113"/>
                  </a:cubicBezTo>
                  <a:cubicBezTo>
                    <a:pt x="83" y="113"/>
                    <a:pt x="83" y="113"/>
                    <a:pt x="83" y="113"/>
                  </a:cubicBezTo>
                  <a:cubicBezTo>
                    <a:pt x="84" y="122"/>
                    <a:pt x="81" y="126"/>
                    <a:pt x="77" y="130"/>
                  </a:cubicBezTo>
                  <a:cubicBezTo>
                    <a:pt x="77" y="130"/>
                    <a:pt x="77" y="131"/>
                    <a:pt x="76" y="131"/>
                  </a:cubicBezTo>
                  <a:cubicBezTo>
                    <a:pt x="78" y="132"/>
                    <a:pt x="80" y="132"/>
                    <a:pt x="82" y="132"/>
                  </a:cubicBezTo>
                  <a:cubicBezTo>
                    <a:pt x="90" y="132"/>
                    <a:pt x="98" y="129"/>
                    <a:pt x="107" y="125"/>
                  </a:cubicBezTo>
                  <a:cubicBezTo>
                    <a:pt x="115" y="122"/>
                    <a:pt x="123" y="119"/>
                    <a:pt x="131" y="119"/>
                  </a:cubicBezTo>
                  <a:cubicBezTo>
                    <a:pt x="139" y="119"/>
                    <a:pt x="146" y="123"/>
                    <a:pt x="151" y="130"/>
                  </a:cubicBezTo>
                  <a:cubicBezTo>
                    <a:pt x="150" y="131"/>
                    <a:pt x="150" y="131"/>
                    <a:pt x="150" y="131"/>
                  </a:cubicBezTo>
                  <a:cubicBezTo>
                    <a:pt x="146" y="127"/>
                    <a:pt x="142" y="124"/>
                    <a:pt x="136" y="124"/>
                  </a:cubicBezTo>
                  <a:cubicBezTo>
                    <a:pt x="126" y="124"/>
                    <a:pt x="115" y="131"/>
                    <a:pt x="112" y="132"/>
                  </a:cubicBezTo>
                  <a:cubicBezTo>
                    <a:pt x="110" y="134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05" y="137"/>
                    <a:pt x="99" y="139"/>
                    <a:pt x="90" y="139"/>
                  </a:cubicBezTo>
                  <a:cubicBezTo>
                    <a:pt x="86" y="139"/>
                    <a:pt x="82" y="139"/>
                    <a:pt x="78" y="139"/>
                  </a:cubicBezTo>
                  <a:cubicBezTo>
                    <a:pt x="74" y="138"/>
                    <a:pt x="70" y="138"/>
                    <a:pt x="66" y="138"/>
                  </a:cubicBezTo>
                  <a:cubicBezTo>
                    <a:pt x="58" y="138"/>
                    <a:pt x="52" y="140"/>
                    <a:pt x="47" y="144"/>
                  </a:cubicBezTo>
                  <a:close/>
                  <a:moveTo>
                    <a:pt x="7" y="86"/>
                  </a:moveTo>
                  <a:cubicBezTo>
                    <a:pt x="5" y="89"/>
                    <a:pt x="4" y="93"/>
                    <a:pt x="3" y="96"/>
                  </a:cubicBezTo>
                  <a:cubicBezTo>
                    <a:pt x="2" y="109"/>
                    <a:pt x="5" y="120"/>
                    <a:pt x="12" y="128"/>
                  </a:cubicBezTo>
                  <a:cubicBezTo>
                    <a:pt x="20" y="137"/>
                    <a:pt x="32" y="142"/>
                    <a:pt x="46" y="142"/>
                  </a:cubicBezTo>
                  <a:cubicBezTo>
                    <a:pt x="51" y="138"/>
                    <a:pt x="57" y="136"/>
                    <a:pt x="66" y="136"/>
                  </a:cubicBezTo>
                  <a:cubicBezTo>
                    <a:pt x="70" y="136"/>
                    <a:pt x="74" y="137"/>
                    <a:pt x="78" y="137"/>
                  </a:cubicBezTo>
                  <a:cubicBezTo>
                    <a:pt x="81" y="137"/>
                    <a:pt x="83" y="138"/>
                    <a:pt x="86" y="138"/>
                  </a:cubicBezTo>
                  <a:cubicBezTo>
                    <a:pt x="84" y="137"/>
                    <a:pt x="83" y="136"/>
                    <a:pt x="81" y="135"/>
                  </a:cubicBezTo>
                  <a:cubicBezTo>
                    <a:pt x="80" y="133"/>
                    <a:pt x="80" y="133"/>
                    <a:pt x="80" y="133"/>
                  </a:cubicBezTo>
                  <a:cubicBezTo>
                    <a:pt x="82" y="134"/>
                    <a:pt x="82" y="134"/>
                    <a:pt x="82" y="134"/>
                  </a:cubicBezTo>
                  <a:cubicBezTo>
                    <a:pt x="83" y="134"/>
                    <a:pt x="84" y="134"/>
                    <a:pt x="86" y="134"/>
                  </a:cubicBezTo>
                  <a:cubicBezTo>
                    <a:pt x="92" y="134"/>
                    <a:pt x="99" y="131"/>
                    <a:pt x="105" y="128"/>
                  </a:cubicBezTo>
                  <a:cubicBezTo>
                    <a:pt x="105" y="128"/>
                    <a:pt x="105" y="128"/>
                    <a:pt x="105" y="128"/>
                  </a:cubicBezTo>
                  <a:cubicBezTo>
                    <a:pt x="97" y="131"/>
                    <a:pt x="89" y="133"/>
                    <a:pt x="82" y="133"/>
                  </a:cubicBezTo>
                  <a:cubicBezTo>
                    <a:pt x="79" y="133"/>
                    <a:pt x="77" y="133"/>
                    <a:pt x="75" y="133"/>
                  </a:cubicBezTo>
                  <a:cubicBezTo>
                    <a:pt x="74" y="132"/>
                    <a:pt x="74" y="132"/>
                    <a:pt x="74" y="132"/>
                  </a:cubicBezTo>
                  <a:cubicBezTo>
                    <a:pt x="74" y="131"/>
                    <a:pt x="74" y="131"/>
                    <a:pt x="74" y="131"/>
                  </a:cubicBezTo>
                  <a:cubicBezTo>
                    <a:pt x="75" y="131"/>
                    <a:pt x="76" y="130"/>
                    <a:pt x="76" y="129"/>
                  </a:cubicBezTo>
                  <a:cubicBezTo>
                    <a:pt x="77" y="129"/>
                    <a:pt x="77" y="128"/>
                    <a:pt x="77" y="128"/>
                  </a:cubicBezTo>
                  <a:cubicBezTo>
                    <a:pt x="76" y="129"/>
                    <a:pt x="74" y="130"/>
                    <a:pt x="72" y="130"/>
                  </a:cubicBezTo>
                  <a:cubicBezTo>
                    <a:pt x="70" y="130"/>
                    <a:pt x="70" y="130"/>
                    <a:pt x="70" y="130"/>
                  </a:cubicBezTo>
                  <a:cubicBezTo>
                    <a:pt x="70" y="130"/>
                    <a:pt x="70" y="130"/>
                    <a:pt x="70" y="130"/>
                  </a:cubicBezTo>
                  <a:cubicBezTo>
                    <a:pt x="68" y="130"/>
                    <a:pt x="67" y="129"/>
                    <a:pt x="66" y="128"/>
                  </a:cubicBezTo>
                  <a:cubicBezTo>
                    <a:pt x="65" y="128"/>
                    <a:pt x="64" y="127"/>
                    <a:pt x="63" y="127"/>
                  </a:cubicBezTo>
                  <a:cubicBezTo>
                    <a:pt x="63" y="127"/>
                    <a:pt x="63" y="127"/>
                    <a:pt x="63" y="127"/>
                  </a:cubicBezTo>
                  <a:cubicBezTo>
                    <a:pt x="63" y="117"/>
                    <a:pt x="63" y="117"/>
                    <a:pt x="63" y="117"/>
                  </a:cubicBezTo>
                  <a:cubicBezTo>
                    <a:pt x="64" y="117"/>
                    <a:pt x="64" y="117"/>
                    <a:pt x="64" y="117"/>
                  </a:cubicBezTo>
                  <a:cubicBezTo>
                    <a:pt x="64" y="117"/>
                    <a:pt x="64" y="117"/>
                    <a:pt x="64" y="117"/>
                  </a:cubicBezTo>
                  <a:cubicBezTo>
                    <a:pt x="66" y="117"/>
                    <a:pt x="68" y="115"/>
                    <a:pt x="68" y="114"/>
                  </a:cubicBezTo>
                  <a:cubicBezTo>
                    <a:pt x="68" y="114"/>
                    <a:pt x="68" y="114"/>
                    <a:pt x="66" y="114"/>
                  </a:cubicBezTo>
                  <a:cubicBezTo>
                    <a:pt x="65" y="114"/>
                    <a:pt x="65" y="114"/>
                    <a:pt x="65" y="114"/>
                  </a:cubicBezTo>
                  <a:cubicBezTo>
                    <a:pt x="66" y="113"/>
                    <a:pt x="66" y="113"/>
                    <a:pt x="66" y="113"/>
                  </a:cubicBezTo>
                  <a:cubicBezTo>
                    <a:pt x="67" y="110"/>
                    <a:pt x="69" y="109"/>
                    <a:pt x="71" y="109"/>
                  </a:cubicBezTo>
                  <a:cubicBezTo>
                    <a:pt x="67" y="110"/>
                    <a:pt x="64" y="113"/>
                    <a:pt x="62" y="117"/>
                  </a:cubicBezTo>
                  <a:cubicBezTo>
                    <a:pt x="59" y="122"/>
                    <a:pt x="59" y="128"/>
                    <a:pt x="63" y="133"/>
                  </a:cubicBezTo>
                  <a:cubicBezTo>
                    <a:pt x="63" y="134"/>
                    <a:pt x="63" y="134"/>
                    <a:pt x="63" y="134"/>
                  </a:cubicBezTo>
                  <a:cubicBezTo>
                    <a:pt x="62" y="134"/>
                    <a:pt x="62" y="134"/>
                    <a:pt x="62" y="134"/>
                  </a:cubicBezTo>
                  <a:cubicBezTo>
                    <a:pt x="59" y="135"/>
                    <a:pt x="56" y="136"/>
                    <a:pt x="54" y="136"/>
                  </a:cubicBezTo>
                  <a:cubicBezTo>
                    <a:pt x="54" y="137"/>
                    <a:pt x="54" y="137"/>
                    <a:pt x="54" y="137"/>
                  </a:cubicBezTo>
                  <a:cubicBezTo>
                    <a:pt x="49" y="139"/>
                    <a:pt x="44" y="140"/>
                    <a:pt x="39" y="140"/>
                  </a:cubicBezTo>
                  <a:cubicBezTo>
                    <a:pt x="29" y="140"/>
                    <a:pt x="19" y="135"/>
                    <a:pt x="13" y="127"/>
                  </a:cubicBezTo>
                  <a:cubicBezTo>
                    <a:pt x="5" y="116"/>
                    <a:pt x="2" y="103"/>
                    <a:pt x="6" y="89"/>
                  </a:cubicBezTo>
                  <a:lnTo>
                    <a:pt x="7" y="86"/>
                  </a:lnTo>
                  <a:close/>
                  <a:moveTo>
                    <a:pt x="7" y="93"/>
                  </a:moveTo>
                  <a:cubicBezTo>
                    <a:pt x="4" y="105"/>
                    <a:pt x="7" y="117"/>
                    <a:pt x="14" y="126"/>
                  </a:cubicBezTo>
                  <a:cubicBezTo>
                    <a:pt x="21" y="135"/>
                    <a:pt x="31" y="139"/>
                    <a:pt x="41" y="139"/>
                  </a:cubicBezTo>
                  <a:cubicBezTo>
                    <a:pt x="41" y="139"/>
                    <a:pt x="41" y="139"/>
                    <a:pt x="41" y="139"/>
                  </a:cubicBezTo>
                  <a:cubicBezTo>
                    <a:pt x="16" y="139"/>
                    <a:pt x="10" y="113"/>
                    <a:pt x="7" y="93"/>
                  </a:cubicBezTo>
                  <a:close/>
                  <a:moveTo>
                    <a:pt x="108" y="133"/>
                  </a:moveTo>
                  <a:cubicBezTo>
                    <a:pt x="106" y="133"/>
                    <a:pt x="104" y="134"/>
                    <a:pt x="102" y="135"/>
                  </a:cubicBezTo>
                  <a:cubicBezTo>
                    <a:pt x="99" y="136"/>
                    <a:pt x="95" y="137"/>
                    <a:pt x="92" y="138"/>
                  </a:cubicBezTo>
                  <a:cubicBezTo>
                    <a:pt x="99" y="138"/>
                    <a:pt x="104" y="136"/>
                    <a:pt x="108" y="133"/>
                  </a:cubicBezTo>
                  <a:close/>
                  <a:moveTo>
                    <a:pt x="7" y="86"/>
                  </a:moveTo>
                  <a:cubicBezTo>
                    <a:pt x="7" y="89"/>
                    <a:pt x="7" y="89"/>
                    <a:pt x="7" y="89"/>
                  </a:cubicBezTo>
                  <a:cubicBezTo>
                    <a:pt x="12" y="114"/>
                    <a:pt x="17" y="137"/>
                    <a:pt x="41" y="137"/>
                  </a:cubicBezTo>
                  <a:cubicBezTo>
                    <a:pt x="43" y="137"/>
                    <a:pt x="45" y="137"/>
                    <a:pt x="48" y="137"/>
                  </a:cubicBezTo>
                  <a:cubicBezTo>
                    <a:pt x="32" y="137"/>
                    <a:pt x="19" y="128"/>
                    <a:pt x="13" y="113"/>
                  </a:cubicBezTo>
                  <a:cubicBezTo>
                    <a:pt x="7" y="96"/>
                    <a:pt x="12" y="77"/>
                    <a:pt x="23" y="67"/>
                  </a:cubicBezTo>
                  <a:cubicBezTo>
                    <a:pt x="26" y="65"/>
                    <a:pt x="26" y="65"/>
                    <a:pt x="26" y="65"/>
                  </a:cubicBezTo>
                  <a:cubicBezTo>
                    <a:pt x="26" y="63"/>
                    <a:pt x="27" y="62"/>
                    <a:pt x="27" y="62"/>
                  </a:cubicBezTo>
                  <a:cubicBezTo>
                    <a:pt x="28" y="61"/>
                    <a:pt x="28" y="61"/>
                    <a:pt x="28" y="61"/>
                  </a:cubicBezTo>
                  <a:cubicBezTo>
                    <a:pt x="28" y="61"/>
                    <a:pt x="28" y="61"/>
                    <a:pt x="28" y="61"/>
                  </a:cubicBezTo>
                  <a:cubicBezTo>
                    <a:pt x="30" y="62"/>
                    <a:pt x="31" y="63"/>
                    <a:pt x="32" y="64"/>
                  </a:cubicBezTo>
                  <a:cubicBezTo>
                    <a:pt x="33" y="68"/>
                    <a:pt x="30" y="73"/>
                    <a:pt x="29" y="75"/>
                  </a:cubicBezTo>
                  <a:cubicBezTo>
                    <a:pt x="28" y="76"/>
                    <a:pt x="28" y="76"/>
                    <a:pt x="28" y="76"/>
                  </a:cubicBezTo>
                  <a:cubicBezTo>
                    <a:pt x="28" y="76"/>
                    <a:pt x="28" y="76"/>
                    <a:pt x="28" y="76"/>
                  </a:cubicBezTo>
                  <a:cubicBezTo>
                    <a:pt x="27" y="75"/>
                    <a:pt x="26" y="74"/>
                    <a:pt x="26" y="72"/>
                  </a:cubicBezTo>
                  <a:cubicBezTo>
                    <a:pt x="25" y="70"/>
                    <a:pt x="26" y="68"/>
                    <a:pt x="26" y="66"/>
                  </a:cubicBezTo>
                  <a:cubicBezTo>
                    <a:pt x="24" y="68"/>
                    <a:pt x="24" y="68"/>
                    <a:pt x="24" y="68"/>
                  </a:cubicBezTo>
                  <a:cubicBezTo>
                    <a:pt x="22" y="71"/>
                    <a:pt x="22" y="73"/>
                    <a:pt x="23" y="75"/>
                  </a:cubicBezTo>
                  <a:cubicBezTo>
                    <a:pt x="24" y="78"/>
                    <a:pt x="28" y="80"/>
                    <a:pt x="33" y="80"/>
                  </a:cubicBezTo>
                  <a:cubicBezTo>
                    <a:pt x="36" y="77"/>
                    <a:pt x="41" y="71"/>
                    <a:pt x="39" y="64"/>
                  </a:cubicBezTo>
                  <a:cubicBezTo>
                    <a:pt x="38" y="63"/>
                    <a:pt x="37" y="62"/>
                    <a:pt x="35" y="62"/>
                  </a:cubicBezTo>
                  <a:cubicBezTo>
                    <a:pt x="36" y="62"/>
                    <a:pt x="36" y="62"/>
                    <a:pt x="36" y="62"/>
                  </a:cubicBezTo>
                  <a:cubicBezTo>
                    <a:pt x="38" y="64"/>
                    <a:pt x="39" y="69"/>
                    <a:pt x="38" y="73"/>
                  </a:cubicBezTo>
                  <a:cubicBezTo>
                    <a:pt x="36" y="77"/>
                    <a:pt x="34" y="79"/>
                    <a:pt x="30" y="79"/>
                  </a:cubicBezTo>
                  <a:cubicBezTo>
                    <a:pt x="30" y="79"/>
                    <a:pt x="30" y="79"/>
                    <a:pt x="30" y="79"/>
                  </a:cubicBezTo>
                  <a:cubicBezTo>
                    <a:pt x="30" y="79"/>
                    <a:pt x="30" y="79"/>
                    <a:pt x="29" y="79"/>
                  </a:cubicBezTo>
                  <a:cubicBezTo>
                    <a:pt x="28" y="78"/>
                    <a:pt x="28" y="78"/>
                    <a:pt x="28" y="78"/>
                  </a:cubicBezTo>
                  <a:cubicBezTo>
                    <a:pt x="29" y="78"/>
                    <a:pt x="29" y="78"/>
                    <a:pt x="29" y="78"/>
                  </a:cubicBezTo>
                  <a:cubicBezTo>
                    <a:pt x="29" y="76"/>
                    <a:pt x="30" y="75"/>
                    <a:pt x="31" y="74"/>
                  </a:cubicBezTo>
                  <a:cubicBezTo>
                    <a:pt x="33" y="71"/>
                    <a:pt x="35" y="68"/>
                    <a:pt x="34" y="62"/>
                  </a:cubicBezTo>
                  <a:cubicBezTo>
                    <a:pt x="34" y="61"/>
                    <a:pt x="34" y="61"/>
                    <a:pt x="34" y="61"/>
                  </a:cubicBezTo>
                  <a:cubicBezTo>
                    <a:pt x="33" y="61"/>
                    <a:pt x="31" y="60"/>
                    <a:pt x="30" y="58"/>
                  </a:cubicBezTo>
                  <a:cubicBezTo>
                    <a:pt x="30" y="58"/>
                    <a:pt x="30" y="58"/>
                    <a:pt x="30" y="58"/>
                  </a:cubicBezTo>
                  <a:cubicBezTo>
                    <a:pt x="30" y="58"/>
                    <a:pt x="30" y="58"/>
                    <a:pt x="30" y="58"/>
                  </a:cubicBezTo>
                  <a:cubicBezTo>
                    <a:pt x="38" y="39"/>
                    <a:pt x="34" y="10"/>
                    <a:pt x="18" y="2"/>
                  </a:cubicBezTo>
                  <a:cubicBezTo>
                    <a:pt x="18" y="5"/>
                    <a:pt x="20" y="8"/>
                    <a:pt x="23" y="11"/>
                  </a:cubicBezTo>
                  <a:cubicBezTo>
                    <a:pt x="26" y="14"/>
                    <a:pt x="29" y="18"/>
                    <a:pt x="30" y="24"/>
                  </a:cubicBezTo>
                  <a:cubicBezTo>
                    <a:pt x="30" y="26"/>
                    <a:pt x="30" y="28"/>
                    <a:pt x="30" y="30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35" y="38"/>
                    <a:pt x="33" y="44"/>
                    <a:pt x="31" y="49"/>
                  </a:cubicBezTo>
                  <a:cubicBezTo>
                    <a:pt x="30" y="52"/>
                    <a:pt x="29" y="55"/>
                    <a:pt x="29" y="58"/>
                  </a:cubicBezTo>
                  <a:cubicBezTo>
                    <a:pt x="29" y="61"/>
                    <a:pt x="29" y="61"/>
                    <a:pt x="29" y="61"/>
                  </a:cubicBezTo>
                  <a:cubicBezTo>
                    <a:pt x="27" y="58"/>
                    <a:pt x="27" y="58"/>
                    <a:pt x="27" y="58"/>
                  </a:cubicBezTo>
                  <a:cubicBezTo>
                    <a:pt x="25" y="53"/>
                    <a:pt x="26" y="49"/>
                    <a:pt x="28" y="44"/>
                  </a:cubicBezTo>
                  <a:cubicBezTo>
                    <a:pt x="29" y="40"/>
                    <a:pt x="31" y="36"/>
                    <a:pt x="30" y="32"/>
                  </a:cubicBezTo>
                  <a:cubicBezTo>
                    <a:pt x="30" y="32"/>
                    <a:pt x="30" y="32"/>
                    <a:pt x="30" y="32"/>
                  </a:cubicBezTo>
                  <a:cubicBezTo>
                    <a:pt x="30" y="35"/>
                    <a:pt x="29" y="38"/>
                    <a:pt x="28" y="42"/>
                  </a:cubicBezTo>
                  <a:cubicBezTo>
                    <a:pt x="26" y="47"/>
                    <a:pt x="24" y="53"/>
                    <a:pt x="24" y="59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4" y="60"/>
                    <a:pt x="24" y="60"/>
                    <a:pt x="24" y="60"/>
                  </a:cubicBezTo>
                  <a:cubicBezTo>
                    <a:pt x="23" y="61"/>
                    <a:pt x="22" y="61"/>
                    <a:pt x="21" y="61"/>
                  </a:cubicBezTo>
                  <a:cubicBezTo>
                    <a:pt x="21" y="61"/>
                    <a:pt x="21" y="61"/>
                    <a:pt x="21" y="61"/>
                  </a:cubicBezTo>
                  <a:cubicBezTo>
                    <a:pt x="20" y="61"/>
                    <a:pt x="20" y="61"/>
                    <a:pt x="19" y="62"/>
                  </a:cubicBezTo>
                  <a:cubicBezTo>
                    <a:pt x="18" y="69"/>
                    <a:pt x="14" y="74"/>
                    <a:pt x="11" y="79"/>
                  </a:cubicBezTo>
                  <a:cubicBezTo>
                    <a:pt x="10" y="82"/>
                    <a:pt x="8" y="84"/>
                    <a:pt x="7" y="86"/>
                  </a:cubicBezTo>
                  <a:close/>
                  <a:moveTo>
                    <a:pt x="85" y="136"/>
                  </a:moveTo>
                  <a:cubicBezTo>
                    <a:pt x="86" y="136"/>
                    <a:pt x="87" y="137"/>
                    <a:pt x="89" y="137"/>
                  </a:cubicBezTo>
                  <a:cubicBezTo>
                    <a:pt x="93" y="137"/>
                    <a:pt x="97" y="135"/>
                    <a:pt x="101" y="133"/>
                  </a:cubicBezTo>
                  <a:cubicBezTo>
                    <a:pt x="105" y="132"/>
                    <a:pt x="108" y="131"/>
                    <a:pt x="110" y="131"/>
                  </a:cubicBezTo>
                  <a:cubicBezTo>
                    <a:pt x="111" y="131"/>
                    <a:pt x="111" y="131"/>
                    <a:pt x="111" y="131"/>
                  </a:cubicBezTo>
                  <a:cubicBezTo>
                    <a:pt x="113" y="129"/>
                    <a:pt x="116" y="127"/>
                    <a:pt x="118" y="126"/>
                  </a:cubicBezTo>
                  <a:cubicBezTo>
                    <a:pt x="120" y="125"/>
                    <a:pt x="122" y="125"/>
                    <a:pt x="123" y="124"/>
                  </a:cubicBezTo>
                  <a:cubicBezTo>
                    <a:pt x="122" y="124"/>
                    <a:pt x="122" y="123"/>
                    <a:pt x="121" y="123"/>
                  </a:cubicBezTo>
                  <a:cubicBezTo>
                    <a:pt x="117" y="123"/>
                    <a:pt x="111" y="126"/>
                    <a:pt x="106" y="129"/>
                  </a:cubicBezTo>
                  <a:cubicBezTo>
                    <a:pt x="99" y="132"/>
                    <a:pt x="92" y="136"/>
                    <a:pt x="85" y="136"/>
                  </a:cubicBezTo>
                  <a:close/>
                  <a:moveTo>
                    <a:pt x="64" y="126"/>
                  </a:moveTo>
                  <a:cubicBezTo>
                    <a:pt x="65" y="126"/>
                    <a:pt x="66" y="126"/>
                    <a:pt x="67" y="127"/>
                  </a:cubicBezTo>
                  <a:cubicBezTo>
                    <a:pt x="68" y="128"/>
                    <a:pt x="69" y="128"/>
                    <a:pt x="70" y="128"/>
                  </a:cubicBezTo>
                  <a:cubicBezTo>
                    <a:pt x="70" y="128"/>
                    <a:pt x="70" y="128"/>
                    <a:pt x="70" y="128"/>
                  </a:cubicBezTo>
                  <a:cubicBezTo>
                    <a:pt x="70" y="128"/>
                    <a:pt x="71" y="128"/>
                    <a:pt x="71" y="127"/>
                  </a:cubicBezTo>
                  <a:cubicBezTo>
                    <a:pt x="72" y="125"/>
                    <a:pt x="75" y="121"/>
                    <a:pt x="74" y="118"/>
                  </a:cubicBezTo>
                  <a:cubicBezTo>
                    <a:pt x="74" y="117"/>
                    <a:pt x="73" y="116"/>
                    <a:pt x="72" y="115"/>
                  </a:cubicBezTo>
                  <a:cubicBezTo>
                    <a:pt x="70" y="114"/>
                    <a:pt x="70" y="114"/>
                    <a:pt x="70" y="114"/>
                  </a:cubicBezTo>
                  <a:cubicBezTo>
                    <a:pt x="70" y="114"/>
                    <a:pt x="70" y="114"/>
                    <a:pt x="70" y="114"/>
                  </a:cubicBezTo>
                  <a:cubicBezTo>
                    <a:pt x="70" y="116"/>
                    <a:pt x="67" y="118"/>
                    <a:pt x="64" y="118"/>
                  </a:cubicBezTo>
                  <a:cubicBezTo>
                    <a:pt x="64" y="118"/>
                    <a:pt x="64" y="118"/>
                    <a:pt x="64" y="118"/>
                  </a:cubicBezTo>
                  <a:lnTo>
                    <a:pt x="64" y="126"/>
                  </a:lnTo>
                  <a:close/>
                  <a:moveTo>
                    <a:pt x="75" y="116"/>
                  </a:moveTo>
                  <a:cubicBezTo>
                    <a:pt x="75" y="117"/>
                    <a:pt x="75" y="117"/>
                    <a:pt x="75" y="118"/>
                  </a:cubicBezTo>
                  <a:cubicBezTo>
                    <a:pt x="76" y="121"/>
                    <a:pt x="74" y="125"/>
                    <a:pt x="72" y="128"/>
                  </a:cubicBezTo>
                  <a:cubicBezTo>
                    <a:pt x="75" y="126"/>
                    <a:pt x="77" y="121"/>
                    <a:pt x="77" y="118"/>
                  </a:cubicBezTo>
                  <a:cubicBezTo>
                    <a:pt x="76" y="118"/>
                    <a:pt x="76" y="117"/>
                    <a:pt x="75" y="116"/>
                  </a:cubicBezTo>
                  <a:close/>
                  <a:moveTo>
                    <a:pt x="70" y="114"/>
                  </a:moveTo>
                  <a:cubicBezTo>
                    <a:pt x="72" y="114"/>
                    <a:pt x="72" y="114"/>
                    <a:pt x="72" y="114"/>
                  </a:cubicBezTo>
                  <a:cubicBezTo>
                    <a:pt x="76" y="115"/>
                    <a:pt x="78" y="117"/>
                    <a:pt x="78" y="118"/>
                  </a:cubicBezTo>
                  <a:cubicBezTo>
                    <a:pt x="79" y="121"/>
                    <a:pt x="77" y="125"/>
                    <a:pt x="74" y="128"/>
                  </a:cubicBezTo>
                  <a:cubicBezTo>
                    <a:pt x="79" y="126"/>
                    <a:pt x="79" y="122"/>
                    <a:pt x="79" y="120"/>
                  </a:cubicBezTo>
                  <a:cubicBezTo>
                    <a:pt x="79" y="116"/>
                    <a:pt x="76" y="110"/>
                    <a:pt x="72" y="110"/>
                  </a:cubicBezTo>
                  <a:cubicBezTo>
                    <a:pt x="71" y="110"/>
                    <a:pt x="69" y="111"/>
                    <a:pt x="68" y="113"/>
                  </a:cubicBezTo>
                  <a:cubicBezTo>
                    <a:pt x="69" y="113"/>
                    <a:pt x="69" y="113"/>
                    <a:pt x="70" y="114"/>
                  </a:cubicBezTo>
                  <a:close/>
                  <a:moveTo>
                    <a:pt x="122" y="122"/>
                  </a:moveTo>
                  <a:cubicBezTo>
                    <a:pt x="123" y="122"/>
                    <a:pt x="124" y="122"/>
                    <a:pt x="125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5" y="124"/>
                    <a:pt x="124" y="125"/>
                    <a:pt x="123" y="125"/>
                  </a:cubicBezTo>
                  <a:cubicBezTo>
                    <a:pt x="127" y="124"/>
                    <a:pt x="131" y="123"/>
                    <a:pt x="136" y="123"/>
                  </a:cubicBezTo>
                  <a:cubicBezTo>
                    <a:pt x="139" y="123"/>
                    <a:pt x="141" y="123"/>
                    <a:pt x="143" y="124"/>
                  </a:cubicBezTo>
                  <a:cubicBezTo>
                    <a:pt x="140" y="122"/>
                    <a:pt x="136" y="121"/>
                    <a:pt x="131" y="121"/>
                  </a:cubicBezTo>
                  <a:cubicBezTo>
                    <a:pt x="128" y="121"/>
                    <a:pt x="125" y="121"/>
                    <a:pt x="122" y="122"/>
                  </a:cubicBezTo>
                  <a:close/>
                  <a:moveTo>
                    <a:pt x="72" y="109"/>
                  </a:moveTo>
                  <a:cubicBezTo>
                    <a:pt x="77" y="109"/>
                    <a:pt x="81" y="115"/>
                    <a:pt x="81" y="120"/>
                  </a:cubicBezTo>
                  <a:cubicBezTo>
                    <a:pt x="81" y="121"/>
                    <a:pt x="81" y="122"/>
                    <a:pt x="81" y="123"/>
                  </a:cubicBezTo>
                  <a:cubicBezTo>
                    <a:pt x="82" y="121"/>
                    <a:pt x="82" y="118"/>
                    <a:pt x="81" y="114"/>
                  </a:cubicBezTo>
                  <a:cubicBezTo>
                    <a:pt x="79" y="110"/>
                    <a:pt x="75" y="108"/>
                    <a:pt x="71" y="109"/>
                  </a:cubicBezTo>
                  <a:cubicBezTo>
                    <a:pt x="72" y="109"/>
                    <a:pt x="72" y="109"/>
                    <a:pt x="72" y="109"/>
                  </a:cubicBezTo>
                  <a:close/>
                  <a:moveTo>
                    <a:pt x="36" y="65"/>
                  </a:moveTo>
                  <a:cubicBezTo>
                    <a:pt x="36" y="69"/>
                    <a:pt x="34" y="72"/>
                    <a:pt x="32" y="74"/>
                  </a:cubicBezTo>
                  <a:cubicBezTo>
                    <a:pt x="32" y="75"/>
                    <a:pt x="31" y="76"/>
                    <a:pt x="31" y="77"/>
                  </a:cubicBezTo>
                  <a:cubicBezTo>
                    <a:pt x="34" y="77"/>
                    <a:pt x="36" y="74"/>
                    <a:pt x="36" y="73"/>
                  </a:cubicBezTo>
                  <a:cubicBezTo>
                    <a:pt x="37" y="70"/>
                    <a:pt x="37" y="67"/>
                    <a:pt x="36" y="65"/>
                  </a:cubicBezTo>
                  <a:close/>
                  <a:moveTo>
                    <a:pt x="28" y="63"/>
                  </a:moveTo>
                  <a:cubicBezTo>
                    <a:pt x="27" y="65"/>
                    <a:pt x="27" y="69"/>
                    <a:pt x="27" y="72"/>
                  </a:cubicBezTo>
                  <a:cubicBezTo>
                    <a:pt x="27" y="73"/>
                    <a:pt x="28" y="73"/>
                    <a:pt x="28" y="74"/>
                  </a:cubicBezTo>
                  <a:cubicBezTo>
                    <a:pt x="30" y="71"/>
                    <a:pt x="32" y="67"/>
                    <a:pt x="31" y="65"/>
                  </a:cubicBezTo>
                  <a:cubicBezTo>
                    <a:pt x="30" y="64"/>
                    <a:pt x="30" y="63"/>
                    <a:pt x="28" y="63"/>
                  </a:cubicBezTo>
                  <a:close/>
                  <a:moveTo>
                    <a:pt x="32" y="36"/>
                  </a:moveTo>
                  <a:cubicBezTo>
                    <a:pt x="31" y="39"/>
                    <a:pt x="30" y="42"/>
                    <a:pt x="29" y="44"/>
                  </a:cubicBezTo>
                  <a:cubicBezTo>
                    <a:pt x="28" y="48"/>
                    <a:pt x="27" y="51"/>
                    <a:pt x="28" y="55"/>
                  </a:cubicBezTo>
                  <a:cubicBezTo>
                    <a:pt x="28" y="53"/>
                    <a:pt x="29" y="51"/>
                    <a:pt x="29" y="49"/>
                  </a:cubicBezTo>
                  <a:cubicBezTo>
                    <a:pt x="31" y="45"/>
                    <a:pt x="32" y="41"/>
                    <a:pt x="32" y="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04" name="Freeform 47"/>
            <p:cNvSpPr>
              <a:spLocks noEditPoints="1"/>
            </p:cNvSpPr>
            <p:nvPr/>
          </p:nvSpPr>
          <p:spPr bwMode="auto">
            <a:xfrm>
              <a:off x="895350" y="3316288"/>
              <a:ext cx="363538" cy="328613"/>
            </a:xfrm>
            <a:custGeom>
              <a:avLst/>
              <a:gdLst>
                <a:gd name="T0" fmla="*/ 50 w 161"/>
                <a:gd name="T1" fmla="*/ 8 h 146"/>
                <a:gd name="T2" fmla="*/ 60 w 161"/>
                <a:gd name="T3" fmla="*/ 25 h 146"/>
                <a:gd name="T4" fmla="*/ 54 w 161"/>
                <a:gd name="T5" fmla="*/ 17 h 146"/>
                <a:gd name="T6" fmla="*/ 63 w 161"/>
                <a:gd name="T7" fmla="*/ 34 h 146"/>
                <a:gd name="T8" fmla="*/ 49 w 161"/>
                <a:gd name="T9" fmla="*/ 37 h 146"/>
                <a:gd name="T10" fmla="*/ 41 w 161"/>
                <a:gd name="T11" fmla="*/ 13 h 146"/>
                <a:gd name="T12" fmla="*/ 16 w 161"/>
                <a:gd name="T13" fmla="*/ 62 h 146"/>
                <a:gd name="T14" fmla="*/ 34 w 161"/>
                <a:gd name="T15" fmla="*/ 92 h 146"/>
                <a:gd name="T16" fmla="*/ 27 w 161"/>
                <a:gd name="T17" fmla="*/ 146 h 146"/>
                <a:gd name="T18" fmla="*/ 33 w 161"/>
                <a:gd name="T19" fmla="*/ 104 h 146"/>
                <a:gd name="T20" fmla="*/ 26 w 161"/>
                <a:gd name="T21" fmla="*/ 102 h 146"/>
                <a:gd name="T22" fmla="*/ 30 w 161"/>
                <a:gd name="T23" fmla="*/ 101 h 146"/>
                <a:gd name="T24" fmla="*/ 4 w 161"/>
                <a:gd name="T25" fmla="*/ 60 h 146"/>
                <a:gd name="T26" fmla="*/ 41 w 161"/>
                <a:gd name="T27" fmla="*/ 10 h 146"/>
                <a:gd name="T28" fmla="*/ 51 w 161"/>
                <a:gd name="T29" fmla="*/ 4 h 146"/>
                <a:gd name="T30" fmla="*/ 145 w 161"/>
                <a:gd name="T31" fmla="*/ 13 h 146"/>
                <a:gd name="T32" fmla="*/ 142 w 161"/>
                <a:gd name="T33" fmla="*/ 0 h 146"/>
                <a:gd name="T34" fmla="*/ 141 w 161"/>
                <a:gd name="T35" fmla="*/ 33 h 146"/>
                <a:gd name="T36" fmla="*/ 50 w 161"/>
                <a:gd name="T37" fmla="*/ 8 h 146"/>
                <a:gd name="T38" fmla="*/ 137 w 161"/>
                <a:gd name="T39" fmla="*/ 31 h 146"/>
                <a:gd name="T40" fmla="*/ 148 w 161"/>
                <a:gd name="T41" fmla="*/ 16 h 146"/>
                <a:gd name="T42" fmla="*/ 70 w 161"/>
                <a:gd name="T43" fmla="*/ 8 h 146"/>
                <a:gd name="T44" fmla="*/ 137 w 161"/>
                <a:gd name="T45" fmla="*/ 31 h 146"/>
                <a:gd name="T46" fmla="*/ 26 w 161"/>
                <a:gd name="T47" fmla="*/ 84 h 146"/>
                <a:gd name="T48" fmla="*/ 22 w 161"/>
                <a:gd name="T49" fmla="*/ 16 h 146"/>
                <a:gd name="T50" fmla="*/ 26 w 161"/>
                <a:gd name="T51" fmla="*/ 84 h 146"/>
                <a:gd name="T52" fmla="*/ 57 w 161"/>
                <a:gd name="T53" fmla="*/ 28 h 146"/>
                <a:gd name="T54" fmla="*/ 46 w 161"/>
                <a:gd name="T55" fmla="*/ 16 h 146"/>
                <a:gd name="T56" fmla="*/ 57 w 161"/>
                <a:gd name="T57" fmla="*/ 28 h 146"/>
                <a:gd name="T58" fmla="*/ 57 w 161"/>
                <a:gd name="T59" fmla="*/ 31 h 146"/>
                <a:gd name="T60" fmla="*/ 46 w 161"/>
                <a:gd name="T61" fmla="*/ 28 h 146"/>
                <a:gd name="T62" fmla="*/ 57 w 161"/>
                <a:gd name="T63" fmla="*/ 31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1" h="146">
                  <a:moveTo>
                    <a:pt x="50" y="8"/>
                  </a:moveTo>
                  <a:cubicBezTo>
                    <a:pt x="55" y="14"/>
                    <a:pt x="53" y="20"/>
                    <a:pt x="60" y="25"/>
                  </a:cubicBezTo>
                  <a:cubicBezTo>
                    <a:pt x="62" y="23"/>
                    <a:pt x="58" y="18"/>
                    <a:pt x="54" y="17"/>
                  </a:cubicBezTo>
                  <a:cubicBezTo>
                    <a:pt x="64" y="13"/>
                    <a:pt x="65" y="25"/>
                    <a:pt x="63" y="34"/>
                  </a:cubicBezTo>
                  <a:cubicBezTo>
                    <a:pt x="59" y="36"/>
                    <a:pt x="55" y="37"/>
                    <a:pt x="49" y="37"/>
                  </a:cubicBezTo>
                  <a:cubicBezTo>
                    <a:pt x="43" y="31"/>
                    <a:pt x="43" y="19"/>
                    <a:pt x="41" y="13"/>
                  </a:cubicBezTo>
                  <a:cubicBezTo>
                    <a:pt x="14" y="14"/>
                    <a:pt x="9" y="41"/>
                    <a:pt x="16" y="62"/>
                  </a:cubicBezTo>
                  <a:cubicBezTo>
                    <a:pt x="19" y="72"/>
                    <a:pt x="30" y="81"/>
                    <a:pt x="34" y="92"/>
                  </a:cubicBezTo>
                  <a:cubicBezTo>
                    <a:pt x="41" y="111"/>
                    <a:pt x="38" y="129"/>
                    <a:pt x="27" y="146"/>
                  </a:cubicBezTo>
                  <a:cubicBezTo>
                    <a:pt x="28" y="137"/>
                    <a:pt x="39" y="121"/>
                    <a:pt x="33" y="104"/>
                  </a:cubicBezTo>
                  <a:cubicBezTo>
                    <a:pt x="31" y="102"/>
                    <a:pt x="29" y="102"/>
                    <a:pt x="26" y="102"/>
                  </a:cubicBezTo>
                  <a:cubicBezTo>
                    <a:pt x="26" y="100"/>
                    <a:pt x="28" y="101"/>
                    <a:pt x="30" y="101"/>
                  </a:cubicBezTo>
                  <a:cubicBezTo>
                    <a:pt x="28" y="89"/>
                    <a:pt x="7" y="79"/>
                    <a:pt x="4" y="60"/>
                  </a:cubicBezTo>
                  <a:cubicBezTo>
                    <a:pt x="1" y="34"/>
                    <a:pt x="12" y="6"/>
                    <a:pt x="41" y="10"/>
                  </a:cubicBezTo>
                  <a:cubicBezTo>
                    <a:pt x="45" y="9"/>
                    <a:pt x="47" y="5"/>
                    <a:pt x="51" y="4"/>
                  </a:cubicBezTo>
                  <a:cubicBezTo>
                    <a:pt x="86" y="1"/>
                    <a:pt x="128" y="46"/>
                    <a:pt x="145" y="13"/>
                  </a:cubicBezTo>
                  <a:cubicBezTo>
                    <a:pt x="146" y="6"/>
                    <a:pt x="144" y="3"/>
                    <a:pt x="142" y="0"/>
                  </a:cubicBezTo>
                  <a:cubicBezTo>
                    <a:pt x="161" y="2"/>
                    <a:pt x="149" y="29"/>
                    <a:pt x="141" y="33"/>
                  </a:cubicBezTo>
                  <a:cubicBezTo>
                    <a:pt x="111" y="47"/>
                    <a:pt x="71" y="4"/>
                    <a:pt x="50" y="8"/>
                  </a:cubicBezTo>
                  <a:close/>
                  <a:moveTo>
                    <a:pt x="137" y="31"/>
                  </a:moveTo>
                  <a:cubicBezTo>
                    <a:pt x="142" y="29"/>
                    <a:pt x="151" y="17"/>
                    <a:pt x="148" y="16"/>
                  </a:cubicBezTo>
                  <a:cubicBezTo>
                    <a:pt x="130" y="43"/>
                    <a:pt x="93" y="14"/>
                    <a:pt x="70" y="8"/>
                  </a:cubicBezTo>
                  <a:cubicBezTo>
                    <a:pt x="87" y="21"/>
                    <a:pt x="105" y="33"/>
                    <a:pt x="137" y="31"/>
                  </a:cubicBezTo>
                  <a:close/>
                  <a:moveTo>
                    <a:pt x="26" y="84"/>
                  </a:moveTo>
                  <a:cubicBezTo>
                    <a:pt x="10" y="71"/>
                    <a:pt x="7" y="27"/>
                    <a:pt x="22" y="16"/>
                  </a:cubicBezTo>
                  <a:cubicBezTo>
                    <a:pt x="0" y="29"/>
                    <a:pt x="5" y="78"/>
                    <a:pt x="26" y="84"/>
                  </a:cubicBezTo>
                  <a:close/>
                  <a:moveTo>
                    <a:pt x="57" y="28"/>
                  </a:moveTo>
                  <a:cubicBezTo>
                    <a:pt x="55" y="22"/>
                    <a:pt x="53" y="16"/>
                    <a:pt x="46" y="16"/>
                  </a:cubicBezTo>
                  <a:cubicBezTo>
                    <a:pt x="46" y="23"/>
                    <a:pt x="50" y="27"/>
                    <a:pt x="57" y="28"/>
                  </a:cubicBezTo>
                  <a:close/>
                  <a:moveTo>
                    <a:pt x="57" y="31"/>
                  </a:moveTo>
                  <a:cubicBezTo>
                    <a:pt x="51" y="33"/>
                    <a:pt x="49" y="24"/>
                    <a:pt x="46" y="28"/>
                  </a:cubicBezTo>
                  <a:cubicBezTo>
                    <a:pt x="47" y="31"/>
                    <a:pt x="56" y="40"/>
                    <a:pt x="57" y="3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05" name="Freeform 48"/>
            <p:cNvSpPr>
              <a:spLocks noEditPoints="1"/>
            </p:cNvSpPr>
            <p:nvPr/>
          </p:nvSpPr>
          <p:spPr bwMode="auto">
            <a:xfrm>
              <a:off x="903288" y="3313113"/>
              <a:ext cx="336550" cy="338138"/>
            </a:xfrm>
            <a:custGeom>
              <a:avLst/>
              <a:gdLst>
                <a:gd name="T0" fmla="*/ 81 w 150"/>
                <a:gd name="T1" fmla="*/ 22 h 150"/>
                <a:gd name="T2" fmla="*/ 52 w 150"/>
                <a:gd name="T3" fmla="*/ 17 h 150"/>
                <a:gd name="T4" fmla="*/ 60 w 150"/>
                <a:gd name="T5" fmla="*/ 35 h 150"/>
                <a:gd name="T6" fmla="*/ 45 w 150"/>
                <a:gd name="T7" fmla="*/ 39 h 150"/>
                <a:gd name="T8" fmla="*/ 39 w 150"/>
                <a:gd name="T9" fmla="*/ 20 h 150"/>
                <a:gd name="T10" fmla="*/ 14 w 150"/>
                <a:gd name="T11" fmla="*/ 63 h 150"/>
                <a:gd name="T12" fmla="*/ 25 w 150"/>
                <a:gd name="T13" fmla="*/ 148 h 150"/>
                <a:gd name="T14" fmla="*/ 26 w 150"/>
                <a:gd name="T15" fmla="*/ 137 h 150"/>
                <a:gd name="T16" fmla="*/ 23 w 150"/>
                <a:gd name="T17" fmla="*/ 104 h 150"/>
                <a:gd name="T18" fmla="*/ 26 w 150"/>
                <a:gd name="T19" fmla="*/ 101 h 150"/>
                <a:gd name="T20" fmla="*/ 1 w 150"/>
                <a:gd name="T21" fmla="*/ 61 h 150"/>
                <a:gd name="T22" fmla="*/ 38 w 150"/>
                <a:gd name="T23" fmla="*/ 10 h 150"/>
                <a:gd name="T24" fmla="*/ 91 w 150"/>
                <a:gd name="T25" fmla="*/ 16 h 150"/>
                <a:gd name="T26" fmla="*/ 139 w 150"/>
                <a:gd name="T27" fmla="*/ 2 h 150"/>
                <a:gd name="T28" fmla="*/ 150 w 150"/>
                <a:gd name="T29" fmla="*/ 12 h 150"/>
                <a:gd name="T30" fmla="*/ 82 w 150"/>
                <a:gd name="T31" fmla="*/ 20 h 150"/>
                <a:gd name="T32" fmla="*/ 141 w 150"/>
                <a:gd name="T33" fmla="*/ 2 h 150"/>
                <a:gd name="T34" fmla="*/ 143 w 150"/>
                <a:gd name="T35" fmla="*/ 14 h 150"/>
                <a:gd name="T36" fmla="*/ 44 w 150"/>
                <a:gd name="T37" fmla="*/ 9 h 150"/>
                <a:gd name="T38" fmla="*/ 38 w 150"/>
                <a:gd name="T39" fmla="*/ 12 h 150"/>
                <a:gd name="T40" fmla="*/ 2 w 150"/>
                <a:gd name="T41" fmla="*/ 60 h 150"/>
                <a:gd name="T42" fmla="*/ 28 w 150"/>
                <a:gd name="T43" fmla="*/ 102 h 150"/>
                <a:gd name="T44" fmla="*/ 30 w 150"/>
                <a:gd name="T45" fmla="*/ 104 h 150"/>
                <a:gd name="T46" fmla="*/ 32 w 150"/>
                <a:gd name="T47" fmla="*/ 116 h 150"/>
                <a:gd name="T48" fmla="*/ 31 w 150"/>
                <a:gd name="T49" fmla="*/ 93 h 150"/>
                <a:gd name="T50" fmla="*/ 11 w 150"/>
                <a:gd name="T51" fmla="*/ 61 h 150"/>
                <a:gd name="T52" fmla="*/ 23 w 150"/>
                <a:gd name="T53" fmla="*/ 85 h 150"/>
                <a:gd name="T54" fmla="*/ 19 w 150"/>
                <a:gd name="T55" fmla="*/ 17 h 150"/>
                <a:gd name="T56" fmla="*/ 39 w 150"/>
                <a:gd name="T57" fmla="*/ 13 h 150"/>
                <a:gd name="T58" fmla="*/ 42 w 150"/>
                <a:gd name="T59" fmla="*/ 29 h 150"/>
                <a:gd name="T60" fmla="*/ 48 w 150"/>
                <a:gd name="T61" fmla="*/ 29 h 150"/>
                <a:gd name="T62" fmla="*/ 55 w 150"/>
                <a:gd name="T63" fmla="*/ 32 h 150"/>
                <a:gd name="T64" fmla="*/ 42 w 150"/>
                <a:gd name="T65" fmla="*/ 30 h 150"/>
                <a:gd name="T66" fmla="*/ 60 w 150"/>
                <a:gd name="T67" fmla="*/ 27 h 150"/>
                <a:gd name="T68" fmla="*/ 58 w 150"/>
                <a:gd name="T69" fmla="*/ 25 h 150"/>
                <a:gd name="T70" fmla="*/ 56 w 150"/>
                <a:gd name="T71" fmla="*/ 27 h 150"/>
                <a:gd name="T72" fmla="*/ 50 w 150"/>
                <a:gd name="T73" fmla="*/ 18 h 150"/>
                <a:gd name="T74" fmla="*/ 45 w 150"/>
                <a:gd name="T75" fmla="*/ 9 h 150"/>
                <a:gd name="T76" fmla="*/ 57 w 150"/>
                <a:gd name="T77" fmla="*/ 25 h 150"/>
                <a:gd name="T78" fmla="*/ 53 w 150"/>
                <a:gd name="T79" fmla="*/ 33 h 150"/>
                <a:gd name="T80" fmla="*/ 44 w 150"/>
                <a:gd name="T81" fmla="*/ 29 h 150"/>
                <a:gd name="T82" fmla="*/ 8 w 150"/>
                <a:gd name="T83" fmla="*/ 46 h 150"/>
                <a:gd name="T84" fmla="*/ 146 w 150"/>
                <a:gd name="T85" fmla="*/ 18 h 150"/>
                <a:gd name="T86" fmla="*/ 134 w 150"/>
                <a:gd name="T87" fmla="*/ 33 h 150"/>
                <a:gd name="T88" fmla="*/ 67 w 150"/>
                <a:gd name="T89" fmla="*/ 9 h 150"/>
                <a:gd name="T90" fmla="*/ 145 w 150"/>
                <a:gd name="T91" fmla="*/ 16 h 150"/>
                <a:gd name="T92" fmla="*/ 133 w 150"/>
                <a:gd name="T93" fmla="*/ 31 h 150"/>
                <a:gd name="T94" fmla="*/ 71 w 150"/>
                <a:gd name="T95" fmla="*/ 11 h 150"/>
                <a:gd name="T96" fmla="*/ 54 w 150"/>
                <a:gd name="T97" fmla="*/ 30 h 150"/>
                <a:gd name="T98" fmla="*/ 43 w 150"/>
                <a:gd name="T99" fmla="*/ 16 h 150"/>
                <a:gd name="T100" fmla="*/ 43 w 150"/>
                <a:gd name="T101" fmla="*/ 17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50" h="150">
                  <a:moveTo>
                    <a:pt x="150" y="12"/>
                  </a:moveTo>
                  <a:cubicBezTo>
                    <a:pt x="150" y="20"/>
                    <a:pt x="143" y="32"/>
                    <a:pt x="138" y="34"/>
                  </a:cubicBezTo>
                  <a:cubicBezTo>
                    <a:pt x="120" y="43"/>
                    <a:pt x="99" y="32"/>
                    <a:pt x="81" y="22"/>
                  </a:cubicBezTo>
                  <a:cubicBezTo>
                    <a:pt x="69" y="15"/>
                    <a:pt x="57" y="9"/>
                    <a:pt x="48" y="10"/>
                  </a:cubicBezTo>
                  <a:cubicBezTo>
                    <a:pt x="50" y="12"/>
                    <a:pt x="51" y="15"/>
                    <a:pt x="52" y="17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4" y="16"/>
                    <a:pt x="56" y="16"/>
                    <a:pt x="58" y="17"/>
                  </a:cubicBezTo>
                  <a:cubicBezTo>
                    <a:pt x="61" y="19"/>
                    <a:pt x="61" y="24"/>
                    <a:pt x="61" y="27"/>
                  </a:cubicBezTo>
                  <a:cubicBezTo>
                    <a:pt x="61" y="30"/>
                    <a:pt x="61" y="33"/>
                    <a:pt x="60" y="35"/>
                  </a:cubicBezTo>
                  <a:cubicBezTo>
                    <a:pt x="60" y="35"/>
                    <a:pt x="60" y="35"/>
                    <a:pt x="60" y="35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7" y="38"/>
                    <a:pt x="52" y="39"/>
                    <a:pt x="45" y="39"/>
                  </a:cubicBezTo>
                  <a:cubicBezTo>
                    <a:pt x="45" y="39"/>
                    <a:pt x="45" y="39"/>
                    <a:pt x="45" y="39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1" y="34"/>
                    <a:pt x="40" y="26"/>
                    <a:pt x="39" y="20"/>
                  </a:cubicBezTo>
                  <a:cubicBezTo>
                    <a:pt x="39" y="18"/>
                    <a:pt x="38" y="16"/>
                    <a:pt x="38" y="14"/>
                  </a:cubicBezTo>
                  <a:cubicBezTo>
                    <a:pt x="21" y="15"/>
                    <a:pt x="11" y="27"/>
                    <a:pt x="11" y="47"/>
                  </a:cubicBezTo>
                  <a:cubicBezTo>
                    <a:pt x="11" y="52"/>
                    <a:pt x="12" y="58"/>
                    <a:pt x="14" y="63"/>
                  </a:cubicBezTo>
                  <a:cubicBezTo>
                    <a:pt x="15" y="68"/>
                    <a:pt x="18" y="72"/>
                    <a:pt x="22" y="77"/>
                  </a:cubicBezTo>
                  <a:cubicBezTo>
                    <a:pt x="26" y="82"/>
                    <a:pt x="30" y="87"/>
                    <a:pt x="32" y="93"/>
                  </a:cubicBezTo>
                  <a:cubicBezTo>
                    <a:pt x="39" y="111"/>
                    <a:pt x="36" y="130"/>
                    <a:pt x="25" y="148"/>
                  </a:cubicBezTo>
                  <a:cubicBezTo>
                    <a:pt x="23" y="150"/>
                    <a:pt x="23" y="150"/>
                    <a:pt x="23" y="150"/>
                  </a:cubicBezTo>
                  <a:cubicBezTo>
                    <a:pt x="23" y="147"/>
                    <a:pt x="23" y="147"/>
                    <a:pt x="23" y="147"/>
                  </a:cubicBezTo>
                  <a:cubicBezTo>
                    <a:pt x="24" y="144"/>
                    <a:pt x="25" y="141"/>
                    <a:pt x="26" y="137"/>
                  </a:cubicBezTo>
                  <a:cubicBezTo>
                    <a:pt x="28" y="131"/>
                    <a:pt x="31" y="123"/>
                    <a:pt x="31" y="116"/>
                  </a:cubicBezTo>
                  <a:cubicBezTo>
                    <a:pt x="31" y="112"/>
                    <a:pt x="30" y="108"/>
                    <a:pt x="29" y="105"/>
                  </a:cubicBezTo>
                  <a:cubicBezTo>
                    <a:pt x="28" y="104"/>
                    <a:pt x="26" y="104"/>
                    <a:pt x="23" y="104"/>
                  </a:cubicBezTo>
                  <a:cubicBezTo>
                    <a:pt x="22" y="104"/>
                    <a:pt x="22" y="104"/>
                    <a:pt x="22" y="104"/>
                  </a:cubicBezTo>
                  <a:cubicBezTo>
                    <a:pt x="22" y="103"/>
                    <a:pt x="22" y="103"/>
                    <a:pt x="22" y="103"/>
                  </a:cubicBezTo>
                  <a:cubicBezTo>
                    <a:pt x="22" y="101"/>
                    <a:pt x="24" y="101"/>
                    <a:pt x="26" y="101"/>
                  </a:cubicBezTo>
                  <a:cubicBezTo>
                    <a:pt x="26" y="101"/>
                    <a:pt x="26" y="101"/>
                    <a:pt x="26" y="101"/>
                  </a:cubicBezTo>
                  <a:cubicBezTo>
                    <a:pt x="25" y="97"/>
                    <a:pt x="21" y="93"/>
                    <a:pt x="17" y="88"/>
                  </a:cubicBezTo>
                  <a:cubicBezTo>
                    <a:pt x="10" y="81"/>
                    <a:pt x="2" y="72"/>
                    <a:pt x="1" y="61"/>
                  </a:cubicBezTo>
                  <a:cubicBezTo>
                    <a:pt x="0" y="58"/>
                    <a:pt x="0" y="55"/>
                    <a:pt x="0" y="52"/>
                  </a:cubicBezTo>
                  <a:cubicBezTo>
                    <a:pt x="0" y="37"/>
                    <a:pt x="5" y="24"/>
                    <a:pt x="13" y="17"/>
                  </a:cubicBezTo>
                  <a:cubicBezTo>
                    <a:pt x="20" y="11"/>
                    <a:pt x="28" y="9"/>
                    <a:pt x="38" y="10"/>
                  </a:cubicBezTo>
                  <a:cubicBezTo>
                    <a:pt x="40" y="10"/>
                    <a:pt x="41" y="9"/>
                    <a:pt x="43" y="7"/>
                  </a:cubicBezTo>
                  <a:cubicBezTo>
                    <a:pt x="44" y="6"/>
                    <a:pt x="46" y="5"/>
                    <a:pt x="48" y="4"/>
                  </a:cubicBezTo>
                  <a:cubicBezTo>
                    <a:pt x="62" y="3"/>
                    <a:pt x="77" y="9"/>
                    <a:pt x="91" y="16"/>
                  </a:cubicBezTo>
                  <a:cubicBezTo>
                    <a:pt x="113" y="25"/>
                    <a:pt x="131" y="33"/>
                    <a:pt x="141" y="13"/>
                  </a:cubicBezTo>
                  <a:cubicBezTo>
                    <a:pt x="142" y="12"/>
                    <a:pt x="142" y="11"/>
                    <a:pt x="142" y="10"/>
                  </a:cubicBezTo>
                  <a:cubicBezTo>
                    <a:pt x="142" y="7"/>
                    <a:pt x="140" y="4"/>
                    <a:pt x="139" y="2"/>
                  </a:cubicBezTo>
                  <a:cubicBezTo>
                    <a:pt x="138" y="0"/>
                    <a:pt x="138" y="0"/>
                    <a:pt x="138" y="0"/>
                  </a:cubicBezTo>
                  <a:cubicBezTo>
                    <a:pt x="139" y="0"/>
                    <a:pt x="139" y="0"/>
                    <a:pt x="139" y="0"/>
                  </a:cubicBezTo>
                  <a:cubicBezTo>
                    <a:pt x="146" y="1"/>
                    <a:pt x="150" y="5"/>
                    <a:pt x="150" y="12"/>
                  </a:cubicBezTo>
                  <a:close/>
                  <a:moveTo>
                    <a:pt x="45" y="9"/>
                  </a:moveTo>
                  <a:cubicBezTo>
                    <a:pt x="47" y="9"/>
                    <a:pt x="47" y="9"/>
                    <a:pt x="47" y="9"/>
                  </a:cubicBezTo>
                  <a:cubicBezTo>
                    <a:pt x="56" y="7"/>
                    <a:pt x="68" y="13"/>
                    <a:pt x="82" y="20"/>
                  </a:cubicBezTo>
                  <a:cubicBezTo>
                    <a:pt x="100" y="30"/>
                    <a:pt x="120" y="41"/>
                    <a:pt x="138" y="33"/>
                  </a:cubicBezTo>
                  <a:cubicBezTo>
                    <a:pt x="142" y="31"/>
                    <a:pt x="148" y="20"/>
                    <a:pt x="148" y="12"/>
                  </a:cubicBezTo>
                  <a:cubicBezTo>
                    <a:pt x="148" y="8"/>
                    <a:pt x="147" y="3"/>
                    <a:pt x="141" y="2"/>
                  </a:cubicBezTo>
                  <a:cubicBezTo>
                    <a:pt x="142" y="4"/>
                    <a:pt x="143" y="7"/>
                    <a:pt x="143" y="10"/>
                  </a:cubicBezTo>
                  <a:cubicBezTo>
                    <a:pt x="143" y="11"/>
                    <a:pt x="143" y="13"/>
                    <a:pt x="143" y="14"/>
                  </a:cubicBezTo>
                  <a:cubicBezTo>
                    <a:pt x="143" y="14"/>
                    <a:pt x="143" y="14"/>
                    <a:pt x="143" y="14"/>
                  </a:cubicBezTo>
                  <a:cubicBezTo>
                    <a:pt x="132" y="35"/>
                    <a:pt x="112" y="26"/>
                    <a:pt x="91" y="17"/>
                  </a:cubicBezTo>
                  <a:cubicBezTo>
                    <a:pt x="76" y="11"/>
                    <a:pt x="62" y="5"/>
                    <a:pt x="48" y="6"/>
                  </a:cubicBezTo>
                  <a:cubicBezTo>
                    <a:pt x="46" y="6"/>
                    <a:pt x="45" y="7"/>
                    <a:pt x="44" y="9"/>
                  </a:cubicBezTo>
                  <a:cubicBezTo>
                    <a:pt x="42" y="10"/>
                    <a:pt x="41" y="11"/>
                    <a:pt x="39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29" y="10"/>
                    <a:pt x="20" y="13"/>
                    <a:pt x="14" y="18"/>
                  </a:cubicBezTo>
                  <a:cubicBezTo>
                    <a:pt x="6" y="25"/>
                    <a:pt x="2" y="37"/>
                    <a:pt x="2" y="52"/>
                  </a:cubicBezTo>
                  <a:cubicBezTo>
                    <a:pt x="2" y="55"/>
                    <a:pt x="2" y="58"/>
                    <a:pt x="2" y="60"/>
                  </a:cubicBezTo>
                  <a:cubicBezTo>
                    <a:pt x="4" y="72"/>
                    <a:pt x="11" y="80"/>
                    <a:pt x="18" y="87"/>
                  </a:cubicBezTo>
                  <a:cubicBezTo>
                    <a:pt x="23" y="92"/>
                    <a:pt x="27" y="97"/>
                    <a:pt x="28" y="102"/>
                  </a:cubicBezTo>
                  <a:cubicBezTo>
                    <a:pt x="28" y="102"/>
                    <a:pt x="28" y="102"/>
                    <a:pt x="28" y="102"/>
                  </a:cubicBezTo>
                  <a:cubicBezTo>
                    <a:pt x="27" y="102"/>
                    <a:pt x="27" y="102"/>
                    <a:pt x="27" y="102"/>
                  </a:cubicBezTo>
                  <a:cubicBezTo>
                    <a:pt x="27" y="102"/>
                    <a:pt x="27" y="102"/>
                    <a:pt x="27" y="102"/>
                  </a:cubicBezTo>
                  <a:cubicBezTo>
                    <a:pt x="28" y="103"/>
                    <a:pt x="29" y="103"/>
                    <a:pt x="30" y="104"/>
                  </a:cubicBezTo>
                  <a:cubicBezTo>
                    <a:pt x="31" y="104"/>
                    <a:pt x="31" y="104"/>
                    <a:pt x="31" y="104"/>
                  </a:cubicBezTo>
                  <a:cubicBezTo>
                    <a:pt x="31" y="104"/>
                    <a:pt x="31" y="104"/>
                    <a:pt x="31" y="104"/>
                  </a:cubicBezTo>
                  <a:cubicBezTo>
                    <a:pt x="32" y="108"/>
                    <a:pt x="32" y="112"/>
                    <a:pt x="32" y="116"/>
                  </a:cubicBezTo>
                  <a:cubicBezTo>
                    <a:pt x="32" y="124"/>
                    <a:pt x="30" y="131"/>
                    <a:pt x="28" y="138"/>
                  </a:cubicBezTo>
                  <a:cubicBezTo>
                    <a:pt x="27" y="140"/>
                    <a:pt x="26" y="141"/>
                    <a:pt x="26" y="143"/>
                  </a:cubicBezTo>
                  <a:cubicBezTo>
                    <a:pt x="35" y="127"/>
                    <a:pt x="37" y="110"/>
                    <a:pt x="31" y="93"/>
                  </a:cubicBezTo>
                  <a:cubicBezTo>
                    <a:pt x="28" y="88"/>
                    <a:pt x="25" y="83"/>
                    <a:pt x="21" y="78"/>
                  </a:cubicBezTo>
                  <a:cubicBezTo>
                    <a:pt x="17" y="73"/>
                    <a:pt x="14" y="69"/>
                    <a:pt x="12" y="64"/>
                  </a:cubicBezTo>
                  <a:cubicBezTo>
                    <a:pt x="12" y="63"/>
                    <a:pt x="12" y="62"/>
                    <a:pt x="11" y="61"/>
                  </a:cubicBezTo>
                  <a:cubicBezTo>
                    <a:pt x="13" y="71"/>
                    <a:pt x="17" y="79"/>
                    <a:pt x="23" y="84"/>
                  </a:cubicBezTo>
                  <a:cubicBezTo>
                    <a:pt x="26" y="86"/>
                    <a:pt x="26" y="86"/>
                    <a:pt x="26" y="86"/>
                  </a:cubicBezTo>
                  <a:cubicBezTo>
                    <a:pt x="23" y="85"/>
                    <a:pt x="23" y="85"/>
                    <a:pt x="23" y="85"/>
                  </a:cubicBezTo>
                  <a:cubicBezTo>
                    <a:pt x="10" y="82"/>
                    <a:pt x="4" y="64"/>
                    <a:pt x="4" y="49"/>
                  </a:cubicBezTo>
                  <a:cubicBezTo>
                    <a:pt x="4" y="34"/>
                    <a:pt x="9" y="21"/>
                    <a:pt x="18" y="16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5" y="21"/>
                    <a:pt x="12" y="28"/>
                    <a:pt x="10" y="37"/>
                  </a:cubicBezTo>
                  <a:cubicBezTo>
                    <a:pt x="13" y="22"/>
                    <a:pt x="23" y="14"/>
                    <a:pt x="38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40" y="15"/>
                    <a:pt x="40" y="18"/>
                    <a:pt x="40" y="20"/>
                  </a:cubicBezTo>
                  <a:cubicBezTo>
                    <a:pt x="41" y="23"/>
                    <a:pt x="41" y="26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3" y="28"/>
                    <a:pt x="44" y="27"/>
                    <a:pt x="44" y="27"/>
                  </a:cubicBezTo>
                  <a:cubicBezTo>
                    <a:pt x="46" y="27"/>
                    <a:pt x="47" y="28"/>
                    <a:pt x="48" y="29"/>
                  </a:cubicBezTo>
                  <a:cubicBezTo>
                    <a:pt x="50" y="31"/>
                    <a:pt x="52" y="32"/>
                    <a:pt x="54" y="31"/>
                  </a:cubicBezTo>
                  <a:cubicBezTo>
                    <a:pt x="55" y="31"/>
                    <a:pt x="55" y="31"/>
                    <a:pt x="55" y="31"/>
                  </a:cubicBezTo>
                  <a:cubicBezTo>
                    <a:pt x="55" y="32"/>
                    <a:pt x="55" y="32"/>
                    <a:pt x="55" y="32"/>
                  </a:cubicBezTo>
                  <a:cubicBezTo>
                    <a:pt x="54" y="35"/>
                    <a:pt x="53" y="36"/>
                    <a:pt x="52" y="37"/>
                  </a:cubicBezTo>
                  <a:cubicBezTo>
                    <a:pt x="48" y="38"/>
                    <a:pt x="43" y="32"/>
                    <a:pt x="42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3" y="33"/>
                    <a:pt x="44" y="35"/>
                    <a:pt x="46" y="37"/>
                  </a:cubicBezTo>
                  <a:cubicBezTo>
                    <a:pt x="52" y="38"/>
                    <a:pt x="56" y="37"/>
                    <a:pt x="59" y="35"/>
                  </a:cubicBezTo>
                  <a:cubicBezTo>
                    <a:pt x="60" y="32"/>
                    <a:pt x="60" y="30"/>
                    <a:pt x="60" y="27"/>
                  </a:cubicBezTo>
                  <a:cubicBezTo>
                    <a:pt x="60" y="23"/>
                    <a:pt x="59" y="20"/>
                    <a:pt x="57" y="18"/>
                  </a:cubicBezTo>
                  <a:cubicBezTo>
                    <a:pt x="56" y="18"/>
                    <a:pt x="55" y="18"/>
                    <a:pt x="53" y="18"/>
                  </a:cubicBezTo>
                  <a:cubicBezTo>
                    <a:pt x="56" y="19"/>
                    <a:pt x="58" y="22"/>
                    <a:pt x="58" y="25"/>
                  </a:cubicBezTo>
                  <a:cubicBezTo>
                    <a:pt x="58" y="26"/>
                    <a:pt x="58" y="26"/>
                    <a:pt x="57" y="27"/>
                  </a:cubicBezTo>
                  <a:cubicBezTo>
                    <a:pt x="57" y="27"/>
                    <a:pt x="57" y="27"/>
                    <a:pt x="57" y="27"/>
                  </a:cubicBezTo>
                  <a:cubicBezTo>
                    <a:pt x="56" y="27"/>
                    <a:pt x="56" y="27"/>
                    <a:pt x="56" y="27"/>
                  </a:cubicBezTo>
                  <a:cubicBezTo>
                    <a:pt x="53" y="24"/>
                    <a:pt x="52" y="21"/>
                    <a:pt x="51" y="19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50" y="18"/>
                    <a:pt x="50" y="18"/>
                    <a:pt x="50" y="18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49" y="15"/>
                    <a:pt x="49" y="12"/>
                    <a:pt x="46" y="10"/>
                  </a:cubicBezTo>
                  <a:lnTo>
                    <a:pt x="45" y="9"/>
                  </a:lnTo>
                  <a:close/>
                  <a:moveTo>
                    <a:pt x="57" y="25"/>
                  </a:moveTo>
                  <a:cubicBezTo>
                    <a:pt x="57" y="24"/>
                    <a:pt x="55" y="21"/>
                    <a:pt x="53" y="19"/>
                  </a:cubicBezTo>
                  <a:cubicBezTo>
                    <a:pt x="53" y="21"/>
                    <a:pt x="54" y="23"/>
                    <a:pt x="57" y="25"/>
                  </a:cubicBezTo>
                  <a:close/>
                  <a:moveTo>
                    <a:pt x="44" y="29"/>
                  </a:moveTo>
                  <a:cubicBezTo>
                    <a:pt x="45" y="32"/>
                    <a:pt x="49" y="36"/>
                    <a:pt x="51" y="35"/>
                  </a:cubicBezTo>
                  <a:cubicBezTo>
                    <a:pt x="52" y="35"/>
                    <a:pt x="53" y="34"/>
                    <a:pt x="53" y="33"/>
                  </a:cubicBezTo>
                  <a:cubicBezTo>
                    <a:pt x="51" y="33"/>
                    <a:pt x="49" y="32"/>
                    <a:pt x="47" y="30"/>
                  </a:cubicBezTo>
                  <a:cubicBezTo>
                    <a:pt x="46" y="30"/>
                    <a:pt x="45" y="29"/>
                    <a:pt x="45" y="29"/>
                  </a:cubicBezTo>
                  <a:cubicBezTo>
                    <a:pt x="44" y="29"/>
                    <a:pt x="44" y="29"/>
                    <a:pt x="44" y="29"/>
                  </a:cubicBezTo>
                  <a:close/>
                  <a:moveTo>
                    <a:pt x="5" y="49"/>
                  </a:moveTo>
                  <a:cubicBezTo>
                    <a:pt x="5" y="62"/>
                    <a:pt x="10" y="77"/>
                    <a:pt x="19" y="82"/>
                  </a:cubicBezTo>
                  <a:cubicBezTo>
                    <a:pt x="12" y="74"/>
                    <a:pt x="8" y="58"/>
                    <a:pt x="8" y="46"/>
                  </a:cubicBezTo>
                  <a:cubicBezTo>
                    <a:pt x="8" y="36"/>
                    <a:pt x="10" y="28"/>
                    <a:pt x="13" y="22"/>
                  </a:cubicBezTo>
                  <a:cubicBezTo>
                    <a:pt x="8" y="29"/>
                    <a:pt x="5" y="38"/>
                    <a:pt x="5" y="49"/>
                  </a:cubicBezTo>
                  <a:close/>
                  <a:moveTo>
                    <a:pt x="146" y="18"/>
                  </a:moveTo>
                  <a:cubicBezTo>
                    <a:pt x="146" y="18"/>
                    <a:pt x="146" y="18"/>
                    <a:pt x="146" y="18"/>
                  </a:cubicBezTo>
                  <a:cubicBezTo>
                    <a:pt x="146" y="21"/>
                    <a:pt x="139" y="31"/>
                    <a:pt x="134" y="33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03" y="35"/>
                    <a:pt x="85" y="24"/>
                    <a:pt x="66" y="10"/>
                  </a:cubicBezTo>
                  <a:cubicBezTo>
                    <a:pt x="63" y="8"/>
                    <a:pt x="63" y="8"/>
                    <a:pt x="63" y="8"/>
                  </a:cubicBezTo>
                  <a:cubicBezTo>
                    <a:pt x="67" y="9"/>
                    <a:pt x="67" y="9"/>
                    <a:pt x="67" y="9"/>
                  </a:cubicBezTo>
                  <a:cubicBezTo>
                    <a:pt x="73" y="10"/>
                    <a:pt x="80" y="13"/>
                    <a:pt x="88" y="17"/>
                  </a:cubicBezTo>
                  <a:cubicBezTo>
                    <a:pt x="108" y="26"/>
                    <a:pt x="131" y="36"/>
                    <a:pt x="144" y="16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6" y="16"/>
                    <a:pt x="146" y="16"/>
                    <a:pt x="146" y="18"/>
                  </a:cubicBezTo>
                  <a:close/>
                  <a:moveTo>
                    <a:pt x="133" y="31"/>
                  </a:moveTo>
                  <a:cubicBezTo>
                    <a:pt x="138" y="29"/>
                    <a:pt x="144" y="21"/>
                    <a:pt x="145" y="18"/>
                  </a:cubicBezTo>
                  <a:cubicBezTo>
                    <a:pt x="131" y="37"/>
                    <a:pt x="108" y="27"/>
                    <a:pt x="87" y="18"/>
                  </a:cubicBezTo>
                  <a:cubicBezTo>
                    <a:pt x="81" y="15"/>
                    <a:pt x="76" y="13"/>
                    <a:pt x="71" y="11"/>
                  </a:cubicBezTo>
                  <a:cubicBezTo>
                    <a:pt x="88" y="23"/>
                    <a:pt x="105" y="33"/>
                    <a:pt x="133" y="31"/>
                  </a:cubicBezTo>
                  <a:close/>
                  <a:moveTo>
                    <a:pt x="55" y="30"/>
                  </a:moveTo>
                  <a:cubicBezTo>
                    <a:pt x="54" y="30"/>
                    <a:pt x="54" y="30"/>
                    <a:pt x="54" y="30"/>
                  </a:cubicBezTo>
                  <a:cubicBezTo>
                    <a:pt x="47" y="29"/>
                    <a:pt x="42" y="25"/>
                    <a:pt x="42" y="17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3" y="16"/>
                    <a:pt x="43" y="16"/>
                    <a:pt x="43" y="16"/>
                  </a:cubicBezTo>
                  <a:cubicBezTo>
                    <a:pt x="50" y="17"/>
                    <a:pt x="53" y="23"/>
                    <a:pt x="55" y="29"/>
                  </a:cubicBezTo>
                  <a:lnTo>
                    <a:pt x="55" y="30"/>
                  </a:lnTo>
                  <a:close/>
                  <a:moveTo>
                    <a:pt x="43" y="17"/>
                  </a:moveTo>
                  <a:cubicBezTo>
                    <a:pt x="44" y="24"/>
                    <a:pt x="47" y="27"/>
                    <a:pt x="53" y="28"/>
                  </a:cubicBezTo>
                  <a:cubicBezTo>
                    <a:pt x="51" y="23"/>
                    <a:pt x="49" y="19"/>
                    <a:pt x="43" y="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06" name="Freeform 49"/>
            <p:cNvSpPr>
              <a:spLocks noEditPoints="1"/>
            </p:cNvSpPr>
            <p:nvPr/>
          </p:nvSpPr>
          <p:spPr bwMode="auto">
            <a:xfrm>
              <a:off x="4162425" y="3344863"/>
              <a:ext cx="334963" cy="328613"/>
            </a:xfrm>
            <a:custGeom>
              <a:avLst/>
              <a:gdLst>
                <a:gd name="T0" fmla="*/ 61 w 149"/>
                <a:gd name="T1" fmla="*/ 17 h 146"/>
                <a:gd name="T2" fmla="*/ 70 w 149"/>
                <a:gd name="T3" fmla="*/ 13 h 146"/>
                <a:gd name="T4" fmla="*/ 67 w 149"/>
                <a:gd name="T5" fmla="*/ 22 h 146"/>
                <a:gd name="T6" fmla="*/ 71 w 149"/>
                <a:gd name="T7" fmla="*/ 8 h 146"/>
                <a:gd name="T8" fmla="*/ 77 w 149"/>
                <a:gd name="T9" fmla="*/ 20 h 146"/>
                <a:gd name="T10" fmla="*/ 146 w 149"/>
                <a:gd name="T11" fmla="*/ 39 h 146"/>
                <a:gd name="T12" fmla="*/ 125 w 149"/>
                <a:gd name="T13" fmla="*/ 103 h 146"/>
                <a:gd name="T14" fmla="*/ 146 w 149"/>
                <a:gd name="T15" fmla="*/ 99 h 146"/>
                <a:gd name="T16" fmla="*/ 148 w 149"/>
                <a:gd name="T17" fmla="*/ 120 h 146"/>
                <a:gd name="T18" fmla="*/ 129 w 149"/>
                <a:gd name="T19" fmla="*/ 119 h 146"/>
                <a:gd name="T20" fmla="*/ 141 w 149"/>
                <a:gd name="T21" fmla="*/ 143 h 146"/>
                <a:gd name="T22" fmla="*/ 124 w 149"/>
                <a:gd name="T23" fmla="*/ 108 h 146"/>
                <a:gd name="T24" fmla="*/ 121 w 149"/>
                <a:gd name="T25" fmla="*/ 76 h 146"/>
                <a:gd name="T26" fmla="*/ 132 w 149"/>
                <a:gd name="T27" fmla="*/ 18 h 146"/>
                <a:gd name="T28" fmla="*/ 46 w 149"/>
                <a:gd name="T29" fmla="*/ 31 h 146"/>
                <a:gd name="T30" fmla="*/ 0 w 149"/>
                <a:gd name="T31" fmla="*/ 27 h 146"/>
                <a:gd name="T32" fmla="*/ 60 w 149"/>
                <a:gd name="T33" fmla="*/ 24 h 146"/>
                <a:gd name="T34" fmla="*/ 58 w 149"/>
                <a:gd name="T35" fmla="*/ 11 h 146"/>
                <a:gd name="T36" fmla="*/ 68 w 149"/>
                <a:gd name="T37" fmla="*/ 8 h 146"/>
                <a:gd name="T38" fmla="*/ 61 w 149"/>
                <a:gd name="T39" fmla="*/ 17 h 146"/>
                <a:gd name="T40" fmla="*/ 58 w 149"/>
                <a:gd name="T41" fmla="*/ 27 h 146"/>
                <a:gd name="T42" fmla="*/ 31 w 149"/>
                <a:gd name="T43" fmla="*/ 25 h 146"/>
                <a:gd name="T44" fmla="*/ 58 w 149"/>
                <a:gd name="T45" fmla="*/ 27 h 146"/>
                <a:gd name="T46" fmla="*/ 101 w 149"/>
                <a:gd name="T47" fmla="*/ 11 h 146"/>
                <a:gd name="T48" fmla="*/ 88 w 149"/>
                <a:gd name="T49" fmla="*/ 20 h 146"/>
                <a:gd name="T50" fmla="*/ 101 w 149"/>
                <a:gd name="T51" fmla="*/ 11 h 146"/>
                <a:gd name="T52" fmla="*/ 142 w 149"/>
                <a:gd name="T53" fmla="*/ 32 h 146"/>
                <a:gd name="T54" fmla="*/ 141 w 149"/>
                <a:gd name="T55" fmla="*/ 34 h 146"/>
                <a:gd name="T56" fmla="*/ 122 w 149"/>
                <a:gd name="T57" fmla="*/ 95 h 146"/>
                <a:gd name="T58" fmla="*/ 142 w 149"/>
                <a:gd name="T59" fmla="*/ 32 h 146"/>
                <a:gd name="T60" fmla="*/ 145 w 149"/>
                <a:gd name="T61" fmla="*/ 119 h 146"/>
                <a:gd name="T62" fmla="*/ 142 w 149"/>
                <a:gd name="T63" fmla="*/ 106 h 146"/>
                <a:gd name="T64" fmla="*/ 132 w 149"/>
                <a:gd name="T65" fmla="*/ 106 h 146"/>
                <a:gd name="T66" fmla="*/ 145 w 149"/>
                <a:gd name="T67" fmla="*/ 119 h 146"/>
                <a:gd name="T68" fmla="*/ 146 w 149"/>
                <a:gd name="T69" fmla="*/ 103 h 146"/>
                <a:gd name="T70" fmla="*/ 134 w 149"/>
                <a:gd name="T71" fmla="*/ 103 h 146"/>
                <a:gd name="T72" fmla="*/ 146 w 149"/>
                <a:gd name="T73" fmla="*/ 103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49" h="146">
                  <a:moveTo>
                    <a:pt x="61" y="17"/>
                  </a:moveTo>
                  <a:cubicBezTo>
                    <a:pt x="64" y="17"/>
                    <a:pt x="67" y="9"/>
                    <a:pt x="70" y="13"/>
                  </a:cubicBezTo>
                  <a:cubicBezTo>
                    <a:pt x="68" y="15"/>
                    <a:pt x="65" y="17"/>
                    <a:pt x="67" y="22"/>
                  </a:cubicBezTo>
                  <a:cubicBezTo>
                    <a:pt x="78" y="22"/>
                    <a:pt x="72" y="11"/>
                    <a:pt x="71" y="8"/>
                  </a:cubicBezTo>
                  <a:cubicBezTo>
                    <a:pt x="75" y="4"/>
                    <a:pt x="81" y="15"/>
                    <a:pt x="77" y="20"/>
                  </a:cubicBezTo>
                  <a:cubicBezTo>
                    <a:pt x="103" y="0"/>
                    <a:pt x="144" y="7"/>
                    <a:pt x="146" y="39"/>
                  </a:cubicBezTo>
                  <a:cubicBezTo>
                    <a:pt x="148" y="63"/>
                    <a:pt x="123" y="79"/>
                    <a:pt x="125" y="103"/>
                  </a:cubicBezTo>
                  <a:cubicBezTo>
                    <a:pt x="130" y="105"/>
                    <a:pt x="138" y="94"/>
                    <a:pt x="146" y="99"/>
                  </a:cubicBezTo>
                  <a:cubicBezTo>
                    <a:pt x="149" y="104"/>
                    <a:pt x="147" y="114"/>
                    <a:pt x="148" y="120"/>
                  </a:cubicBezTo>
                  <a:cubicBezTo>
                    <a:pt x="142" y="125"/>
                    <a:pt x="135" y="122"/>
                    <a:pt x="129" y="119"/>
                  </a:cubicBezTo>
                  <a:cubicBezTo>
                    <a:pt x="129" y="131"/>
                    <a:pt x="129" y="143"/>
                    <a:pt x="141" y="143"/>
                  </a:cubicBezTo>
                  <a:cubicBezTo>
                    <a:pt x="120" y="146"/>
                    <a:pt x="125" y="125"/>
                    <a:pt x="124" y="108"/>
                  </a:cubicBezTo>
                  <a:cubicBezTo>
                    <a:pt x="123" y="95"/>
                    <a:pt x="118" y="88"/>
                    <a:pt x="121" y="76"/>
                  </a:cubicBezTo>
                  <a:cubicBezTo>
                    <a:pt x="125" y="57"/>
                    <a:pt x="149" y="40"/>
                    <a:pt x="132" y="18"/>
                  </a:cubicBezTo>
                  <a:cubicBezTo>
                    <a:pt x="101" y="5"/>
                    <a:pt x="76" y="33"/>
                    <a:pt x="46" y="31"/>
                  </a:cubicBezTo>
                  <a:cubicBezTo>
                    <a:pt x="31" y="30"/>
                    <a:pt x="16" y="16"/>
                    <a:pt x="0" y="27"/>
                  </a:cubicBezTo>
                  <a:cubicBezTo>
                    <a:pt x="14" y="12"/>
                    <a:pt x="37" y="23"/>
                    <a:pt x="60" y="24"/>
                  </a:cubicBezTo>
                  <a:cubicBezTo>
                    <a:pt x="62" y="22"/>
                    <a:pt x="58" y="15"/>
                    <a:pt x="58" y="11"/>
                  </a:cubicBezTo>
                  <a:cubicBezTo>
                    <a:pt x="61" y="10"/>
                    <a:pt x="64" y="4"/>
                    <a:pt x="68" y="8"/>
                  </a:cubicBezTo>
                  <a:cubicBezTo>
                    <a:pt x="67" y="9"/>
                    <a:pt x="59" y="9"/>
                    <a:pt x="61" y="17"/>
                  </a:cubicBezTo>
                  <a:close/>
                  <a:moveTo>
                    <a:pt x="58" y="27"/>
                  </a:moveTo>
                  <a:cubicBezTo>
                    <a:pt x="49" y="25"/>
                    <a:pt x="41" y="22"/>
                    <a:pt x="31" y="25"/>
                  </a:cubicBezTo>
                  <a:cubicBezTo>
                    <a:pt x="41" y="26"/>
                    <a:pt x="49" y="32"/>
                    <a:pt x="58" y="27"/>
                  </a:cubicBezTo>
                  <a:close/>
                  <a:moveTo>
                    <a:pt x="101" y="11"/>
                  </a:moveTo>
                  <a:cubicBezTo>
                    <a:pt x="98" y="14"/>
                    <a:pt x="85" y="15"/>
                    <a:pt x="88" y="20"/>
                  </a:cubicBezTo>
                  <a:cubicBezTo>
                    <a:pt x="90" y="15"/>
                    <a:pt x="104" y="16"/>
                    <a:pt x="101" y="11"/>
                  </a:cubicBezTo>
                  <a:close/>
                  <a:moveTo>
                    <a:pt x="142" y="32"/>
                  </a:moveTo>
                  <a:cubicBezTo>
                    <a:pt x="140" y="29"/>
                    <a:pt x="138" y="30"/>
                    <a:pt x="141" y="34"/>
                  </a:cubicBezTo>
                  <a:cubicBezTo>
                    <a:pt x="139" y="59"/>
                    <a:pt x="121" y="67"/>
                    <a:pt x="122" y="95"/>
                  </a:cubicBezTo>
                  <a:cubicBezTo>
                    <a:pt x="127" y="73"/>
                    <a:pt x="146" y="59"/>
                    <a:pt x="142" y="32"/>
                  </a:cubicBezTo>
                  <a:close/>
                  <a:moveTo>
                    <a:pt x="145" y="119"/>
                  </a:moveTo>
                  <a:cubicBezTo>
                    <a:pt x="145" y="113"/>
                    <a:pt x="145" y="109"/>
                    <a:pt x="142" y="106"/>
                  </a:cubicBezTo>
                  <a:cubicBezTo>
                    <a:pt x="139" y="106"/>
                    <a:pt x="135" y="106"/>
                    <a:pt x="132" y="106"/>
                  </a:cubicBezTo>
                  <a:cubicBezTo>
                    <a:pt x="126" y="113"/>
                    <a:pt x="134" y="121"/>
                    <a:pt x="145" y="119"/>
                  </a:cubicBezTo>
                  <a:close/>
                  <a:moveTo>
                    <a:pt x="146" y="103"/>
                  </a:moveTo>
                  <a:cubicBezTo>
                    <a:pt x="142" y="100"/>
                    <a:pt x="137" y="100"/>
                    <a:pt x="134" y="103"/>
                  </a:cubicBezTo>
                  <a:cubicBezTo>
                    <a:pt x="139" y="101"/>
                    <a:pt x="144" y="107"/>
                    <a:pt x="146" y="10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07" name="Freeform 50"/>
            <p:cNvSpPr>
              <a:spLocks noEditPoints="1"/>
            </p:cNvSpPr>
            <p:nvPr/>
          </p:nvSpPr>
          <p:spPr bwMode="auto">
            <a:xfrm>
              <a:off x="4162425" y="3359150"/>
              <a:ext cx="334963" cy="309563"/>
            </a:xfrm>
            <a:custGeom>
              <a:avLst/>
              <a:gdLst>
                <a:gd name="T0" fmla="*/ 69 w 149"/>
                <a:gd name="T1" fmla="*/ 3 h 138"/>
                <a:gd name="T2" fmla="*/ 64 w 149"/>
                <a:gd name="T3" fmla="*/ 7 h 138"/>
                <a:gd name="T4" fmla="*/ 70 w 149"/>
                <a:gd name="T5" fmla="*/ 7 h 138"/>
                <a:gd name="T6" fmla="*/ 70 w 149"/>
                <a:gd name="T7" fmla="*/ 3 h 138"/>
                <a:gd name="T8" fmla="*/ 73 w 149"/>
                <a:gd name="T9" fmla="*/ 1 h 138"/>
                <a:gd name="T10" fmla="*/ 147 w 149"/>
                <a:gd name="T11" fmla="*/ 33 h 138"/>
                <a:gd name="T12" fmla="*/ 142 w 149"/>
                <a:gd name="T13" fmla="*/ 91 h 138"/>
                <a:gd name="T14" fmla="*/ 149 w 149"/>
                <a:gd name="T15" fmla="*/ 114 h 138"/>
                <a:gd name="T16" fmla="*/ 130 w 149"/>
                <a:gd name="T17" fmla="*/ 114 h 138"/>
                <a:gd name="T18" fmla="*/ 137 w 149"/>
                <a:gd name="T19" fmla="*/ 138 h 138"/>
                <a:gd name="T20" fmla="*/ 122 w 149"/>
                <a:gd name="T21" fmla="*/ 94 h 138"/>
                <a:gd name="T22" fmla="*/ 129 w 149"/>
                <a:gd name="T23" fmla="*/ 51 h 138"/>
                <a:gd name="T24" fmla="*/ 49 w 149"/>
                <a:gd name="T25" fmla="*/ 26 h 138"/>
                <a:gd name="T26" fmla="*/ 1 w 149"/>
                <a:gd name="T27" fmla="*/ 21 h 138"/>
                <a:gd name="T28" fmla="*/ 39 w 149"/>
                <a:gd name="T29" fmla="*/ 15 h 138"/>
                <a:gd name="T30" fmla="*/ 58 w 149"/>
                <a:gd name="T31" fmla="*/ 5 h 138"/>
                <a:gd name="T32" fmla="*/ 67 w 149"/>
                <a:gd name="T33" fmla="*/ 2 h 138"/>
                <a:gd name="T34" fmla="*/ 60 w 149"/>
                <a:gd name="T35" fmla="*/ 10 h 138"/>
                <a:gd name="T36" fmla="*/ 77 w 149"/>
                <a:gd name="T37" fmla="*/ 14 h 138"/>
                <a:gd name="T38" fmla="*/ 73 w 149"/>
                <a:gd name="T39" fmla="*/ 15 h 138"/>
                <a:gd name="T40" fmla="*/ 68 w 149"/>
                <a:gd name="T41" fmla="*/ 8 h 138"/>
                <a:gd name="T42" fmla="*/ 61 w 149"/>
                <a:gd name="T43" fmla="*/ 12 h 138"/>
                <a:gd name="T44" fmla="*/ 60 w 149"/>
                <a:gd name="T45" fmla="*/ 19 h 138"/>
                <a:gd name="T46" fmla="*/ 7 w 149"/>
                <a:gd name="T47" fmla="*/ 17 h 138"/>
                <a:gd name="T48" fmla="*/ 40 w 149"/>
                <a:gd name="T49" fmla="*/ 17 h 138"/>
                <a:gd name="T50" fmla="*/ 60 w 149"/>
                <a:gd name="T51" fmla="*/ 20 h 138"/>
                <a:gd name="T52" fmla="*/ 31 w 149"/>
                <a:gd name="T53" fmla="*/ 20 h 138"/>
                <a:gd name="T54" fmla="*/ 49 w 149"/>
                <a:gd name="T55" fmla="*/ 24 h 138"/>
                <a:gd name="T56" fmla="*/ 87 w 149"/>
                <a:gd name="T57" fmla="*/ 12 h 138"/>
                <a:gd name="T58" fmla="*/ 77 w 149"/>
                <a:gd name="T59" fmla="*/ 14 h 138"/>
                <a:gd name="T60" fmla="*/ 124 w 149"/>
                <a:gd name="T61" fmla="*/ 97 h 138"/>
                <a:gd name="T62" fmla="*/ 101 w 149"/>
                <a:gd name="T63" fmla="*/ 4 h 138"/>
                <a:gd name="T64" fmla="*/ 89 w 149"/>
                <a:gd name="T65" fmla="*/ 14 h 138"/>
                <a:gd name="T66" fmla="*/ 133 w 149"/>
                <a:gd name="T67" fmla="*/ 12 h 138"/>
                <a:gd name="T68" fmla="*/ 131 w 149"/>
                <a:gd name="T69" fmla="*/ 55 h 138"/>
                <a:gd name="T70" fmla="*/ 140 w 149"/>
                <a:gd name="T71" fmla="*/ 24 h 138"/>
                <a:gd name="T72" fmla="*/ 123 w 149"/>
                <a:gd name="T73" fmla="*/ 89 h 138"/>
                <a:gd name="T74" fmla="*/ 135 w 149"/>
                <a:gd name="T75" fmla="*/ 137 h 138"/>
                <a:gd name="T76" fmla="*/ 141 w 149"/>
                <a:gd name="T77" fmla="*/ 116 h 138"/>
                <a:gd name="T78" fmla="*/ 147 w 149"/>
                <a:gd name="T79" fmla="*/ 98 h 138"/>
                <a:gd name="T80" fmla="*/ 131 w 149"/>
                <a:gd name="T81" fmla="*/ 99 h 138"/>
                <a:gd name="T82" fmla="*/ 146 w 149"/>
                <a:gd name="T83" fmla="*/ 94 h 138"/>
                <a:gd name="T84" fmla="*/ 88 w 149"/>
                <a:gd name="T85" fmla="*/ 12 h 138"/>
                <a:gd name="T86" fmla="*/ 95 w 149"/>
                <a:gd name="T87" fmla="*/ 9 h 138"/>
                <a:gd name="T88" fmla="*/ 40 w 149"/>
                <a:gd name="T89" fmla="*/ 19 h 138"/>
                <a:gd name="T90" fmla="*/ 56 w 149"/>
                <a:gd name="T91" fmla="*/ 21 h 138"/>
                <a:gd name="T92" fmla="*/ 141 w 149"/>
                <a:gd name="T93" fmla="*/ 28 h 138"/>
                <a:gd name="T94" fmla="*/ 131 w 149"/>
                <a:gd name="T95" fmla="*/ 66 h 138"/>
                <a:gd name="T96" fmla="*/ 141 w 149"/>
                <a:gd name="T97" fmla="*/ 97 h 138"/>
                <a:gd name="T98" fmla="*/ 143 w 149"/>
                <a:gd name="T99" fmla="*/ 100 h 138"/>
                <a:gd name="T100" fmla="*/ 130 w 149"/>
                <a:gd name="T101" fmla="*/ 108 h 138"/>
                <a:gd name="T102" fmla="*/ 131 w 149"/>
                <a:gd name="T103" fmla="*/ 107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49" h="138">
                  <a:moveTo>
                    <a:pt x="65" y="0"/>
                  </a:moveTo>
                  <a:cubicBezTo>
                    <a:pt x="66" y="0"/>
                    <a:pt x="68" y="1"/>
                    <a:pt x="69" y="2"/>
                  </a:cubicBezTo>
                  <a:cubicBezTo>
                    <a:pt x="69" y="2"/>
                    <a:pt x="69" y="2"/>
                    <a:pt x="69" y="2"/>
                  </a:cubicBezTo>
                  <a:cubicBezTo>
                    <a:pt x="69" y="3"/>
                    <a:pt x="69" y="3"/>
                    <a:pt x="69" y="3"/>
                  </a:cubicBezTo>
                  <a:cubicBezTo>
                    <a:pt x="68" y="3"/>
                    <a:pt x="68" y="3"/>
                    <a:pt x="67" y="4"/>
                  </a:cubicBezTo>
                  <a:cubicBezTo>
                    <a:pt x="65" y="4"/>
                    <a:pt x="63" y="4"/>
                    <a:pt x="62" y="6"/>
                  </a:cubicBezTo>
                  <a:cubicBezTo>
                    <a:pt x="62" y="7"/>
                    <a:pt x="61" y="8"/>
                    <a:pt x="62" y="10"/>
                  </a:cubicBezTo>
                  <a:cubicBezTo>
                    <a:pt x="63" y="9"/>
                    <a:pt x="63" y="8"/>
                    <a:pt x="64" y="7"/>
                  </a:cubicBezTo>
                  <a:cubicBezTo>
                    <a:pt x="66" y="6"/>
                    <a:pt x="67" y="5"/>
                    <a:pt x="68" y="5"/>
                  </a:cubicBezTo>
                  <a:cubicBezTo>
                    <a:pt x="69" y="5"/>
                    <a:pt x="70" y="5"/>
                    <a:pt x="70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70" y="8"/>
                    <a:pt x="69" y="8"/>
                    <a:pt x="69" y="9"/>
                  </a:cubicBezTo>
                  <a:cubicBezTo>
                    <a:pt x="68" y="11"/>
                    <a:pt x="67" y="12"/>
                    <a:pt x="67" y="16"/>
                  </a:cubicBezTo>
                  <a:cubicBezTo>
                    <a:pt x="70" y="16"/>
                    <a:pt x="71" y="15"/>
                    <a:pt x="72" y="14"/>
                  </a:cubicBezTo>
                  <a:cubicBezTo>
                    <a:pt x="74" y="11"/>
                    <a:pt x="71" y="5"/>
                    <a:pt x="70" y="3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71" y="2"/>
                    <a:pt x="71" y="2"/>
                    <a:pt x="71" y="2"/>
                  </a:cubicBezTo>
                  <a:cubicBezTo>
                    <a:pt x="71" y="1"/>
                    <a:pt x="72" y="1"/>
                    <a:pt x="73" y="1"/>
                  </a:cubicBezTo>
                  <a:cubicBezTo>
                    <a:pt x="73" y="1"/>
                    <a:pt x="73" y="1"/>
                    <a:pt x="73" y="1"/>
                  </a:cubicBezTo>
                  <a:cubicBezTo>
                    <a:pt x="75" y="1"/>
                    <a:pt x="77" y="3"/>
                    <a:pt x="78" y="5"/>
                  </a:cubicBezTo>
                  <a:cubicBezTo>
                    <a:pt x="79" y="7"/>
                    <a:pt x="79" y="9"/>
                    <a:pt x="79" y="11"/>
                  </a:cubicBezTo>
                  <a:cubicBezTo>
                    <a:pt x="88" y="5"/>
                    <a:pt x="99" y="2"/>
                    <a:pt x="110" y="2"/>
                  </a:cubicBezTo>
                  <a:cubicBezTo>
                    <a:pt x="131" y="2"/>
                    <a:pt x="145" y="14"/>
                    <a:pt x="147" y="33"/>
                  </a:cubicBezTo>
                  <a:cubicBezTo>
                    <a:pt x="148" y="45"/>
                    <a:pt x="142" y="55"/>
                    <a:pt x="137" y="65"/>
                  </a:cubicBezTo>
                  <a:cubicBezTo>
                    <a:pt x="131" y="75"/>
                    <a:pt x="125" y="85"/>
                    <a:pt x="126" y="97"/>
                  </a:cubicBezTo>
                  <a:cubicBezTo>
                    <a:pt x="127" y="97"/>
                    <a:pt x="130" y="96"/>
                    <a:pt x="132" y="95"/>
                  </a:cubicBezTo>
                  <a:cubicBezTo>
                    <a:pt x="135" y="93"/>
                    <a:pt x="138" y="91"/>
                    <a:pt x="142" y="91"/>
                  </a:cubicBezTo>
                  <a:cubicBezTo>
                    <a:pt x="144" y="91"/>
                    <a:pt x="145" y="92"/>
                    <a:pt x="147" y="93"/>
                  </a:cubicBezTo>
                  <a:cubicBezTo>
                    <a:pt x="147" y="93"/>
                    <a:pt x="147" y="93"/>
                    <a:pt x="147" y="93"/>
                  </a:cubicBezTo>
                  <a:cubicBezTo>
                    <a:pt x="149" y="96"/>
                    <a:pt x="149" y="101"/>
                    <a:pt x="149" y="106"/>
                  </a:cubicBezTo>
                  <a:cubicBezTo>
                    <a:pt x="148" y="109"/>
                    <a:pt x="148" y="112"/>
                    <a:pt x="149" y="114"/>
                  </a:cubicBezTo>
                  <a:cubicBezTo>
                    <a:pt x="149" y="115"/>
                    <a:pt x="149" y="115"/>
                    <a:pt x="149" y="115"/>
                  </a:cubicBezTo>
                  <a:cubicBezTo>
                    <a:pt x="148" y="115"/>
                    <a:pt x="148" y="115"/>
                    <a:pt x="148" y="115"/>
                  </a:cubicBezTo>
                  <a:cubicBezTo>
                    <a:pt x="146" y="117"/>
                    <a:pt x="143" y="118"/>
                    <a:pt x="141" y="118"/>
                  </a:cubicBezTo>
                  <a:cubicBezTo>
                    <a:pt x="137" y="118"/>
                    <a:pt x="134" y="116"/>
                    <a:pt x="130" y="114"/>
                  </a:cubicBezTo>
                  <a:cubicBezTo>
                    <a:pt x="130" y="115"/>
                    <a:pt x="130" y="115"/>
                    <a:pt x="130" y="115"/>
                  </a:cubicBezTo>
                  <a:cubicBezTo>
                    <a:pt x="130" y="126"/>
                    <a:pt x="130" y="136"/>
                    <a:pt x="141" y="136"/>
                  </a:cubicBezTo>
                  <a:cubicBezTo>
                    <a:pt x="141" y="138"/>
                    <a:pt x="141" y="138"/>
                    <a:pt x="141" y="138"/>
                  </a:cubicBezTo>
                  <a:cubicBezTo>
                    <a:pt x="139" y="138"/>
                    <a:pt x="138" y="138"/>
                    <a:pt x="137" y="138"/>
                  </a:cubicBezTo>
                  <a:cubicBezTo>
                    <a:pt x="123" y="138"/>
                    <a:pt x="123" y="125"/>
                    <a:pt x="123" y="112"/>
                  </a:cubicBezTo>
                  <a:cubicBezTo>
                    <a:pt x="123" y="108"/>
                    <a:pt x="123" y="105"/>
                    <a:pt x="123" y="102"/>
                  </a:cubicBezTo>
                  <a:cubicBezTo>
                    <a:pt x="123" y="99"/>
                    <a:pt x="122" y="96"/>
                    <a:pt x="122" y="94"/>
                  </a:cubicBezTo>
                  <a:cubicBezTo>
                    <a:pt x="122" y="94"/>
                    <a:pt x="122" y="94"/>
                    <a:pt x="122" y="94"/>
                  </a:cubicBezTo>
                  <a:cubicBezTo>
                    <a:pt x="122" y="93"/>
                    <a:pt x="122" y="93"/>
                    <a:pt x="122" y="93"/>
                  </a:cubicBezTo>
                  <a:cubicBezTo>
                    <a:pt x="121" y="92"/>
                    <a:pt x="121" y="91"/>
                    <a:pt x="121" y="90"/>
                  </a:cubicBezTo>
                  <a:cubicBezTo>
                    <a:pt x="120" y="84"/>
                    <a:pt x="118" y="78"/>
                    <a:pt x="120" y="70"/>
                  </a:cubicBezTo>
                  <a:cubicBezTo>
                    <a:pt x="122" y="64"/>
                    <a:pt x="125" y="57"/>
                    <a:pt x="129" y="51"/>
                  </a:cubicBezTo>
                  <a:cubicBezTo>
                    <a:pt x="136" y="39"/>
                    <a:pt x="143" y="27"/>
                    <a:pt x="132" y="13"/>
                  </a:cubicBezTo>
                  <a:cubicBezTo>
                    <a:pt x="126" y="11"/>
                    <a:pt x="121" y="10"/>
                    <a:pt x="115" y="10"/>
                  </a:cubicBezTo>
                  <a:cubicBezTo>
                    <a:pt x="104" y="10"/>
                    <a:pt x="93" y="14"/>
                    <a:pt x="83" y="18"/>
                  </a:cubicBezTo>
                  <a:cubicBezTo>
                    <a:pt x="72" y="22"/>
                    <a:pt x="61" y="26"/>
                    <a:pt x="49" y="26"/>
                  </a:cubicBezTo>
                  <a:cubicBezTo>
                    <a:pt x="48" y="26"/>
                    <a:pt x="47" y="26"/>
                    <a:pt x="45" y="26"/>
                  </a:cubicBezTo>
                  <a:cubicBezTo>
                    <a:pt x="40" y="25"/>
                    <a:pt x="35" y="23"/>
                    <a:pt x="30" y="22"/>
                  </a:cubicBezTo>
                  <a:cubicBezTo>
                    <a:pt x="25" y="19"/>
                    <a:pt x="19" y="17"/>
                    <a:pt x="13" y="17"/>
                  </a:cubicBezTo>
                  <a:cubicBezTo>
                    <a:pt x="9" y="17"/>
                    <a:pt x="4" y="19"/>
                    <a:pt x="1" y="21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5" y="15"/>
                    <a:pt x="11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6" y="13"/>
                    <a:pt x="33" y="14"/>
                    <a:pt x="39" y="15"/>
                  </a:cubicBezTo>
                  <a:cubicBezTo>
                    <a:pt x="46" y="16"/>
                    <a:pt x="53" y="17"/>
                    <a:pt x="59" y="17"/>
                  </a:cubicBezTo>
                  <a:cubicBezTo>
                    <a:pt x="61" y="16"/>
                    <a:pt x="60" y="13"/>
                    <a:pt x="59" y="10"/>
                  </a:cubicBezTo>
                  <a:cubicBezTo>
                    <a:pt x="58" y="8"/>
                    <a:pt x="58" y="7"/>
                    <a:pt x="58" y="5"/>
                  </a:cubicBezTo>
                  <a:cubicBezTo>
                    <a:pt x="58" y="5"/>
                    <a:pt x="58" y="5"/>
                    <a:pt x="58" y="5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9" y="4"/>
                    <a:pt x="59" y="3"/>
                    <a:pt x="60" y="3"/>
                  </a:cubicBezTo>
                  <a:cubicBezTo>
                    <a:pt x="62" y="1"/>
                    <a:pt x="63" y="0"/>
                    <a:pt x="65" y="0"/>
                  </a:cubicBezTo>
                  <a:close/>
                  <a:moveTo>
                    <a:pt x="67" y="2"/>
                  </a:moveTo>
                  <a:cubicBezTo>
                    <a:pt x="65" y="1"/>
                    <a:pt x="63" y="2"/>
                    <a:pt x="61" y="4"/>
                  </a:cubicBezTo>
                  <a:cubicBezTo>
                    <a:pt x="60" y="4"/>
                    <a:pt x="60" y="5"/>
                    <a:pt x="59" y="5"/>
                  </a:cubicBezTo>
                  <a:cubicBezTo>
                    <a:pt x="59" y="7"/>
                    <a:pt x="60" y="8"/>
                    <a:pt x="60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0" y="8"/>
                    <a:pt x="60" y="7"/>
                    <a:pt x="61" y="5"/>
                  </a:cubicBezTo>
                  <a:cubicBezTo>
                    <a:pt x="62" y="3"/>
                    <a:pt x="65" y="3"/>
                    <a:pt x="66" y="2"/>
                  </a:cubicBezTo>
                  <a:cubicBezTo>
                    <a:pt x="66" y="2"/>
                    <a:pt x="67" y="2"/>
                    <a:pt x="67" y="2"/>
                  </a:cubicBezTo>
                  <a:close/>
                  <a:moveTo>
                    <a:pt x="77" y="14"/>
                  </a:moveTo>
                  <a:cubicBezTo>
                    <a:pt x="76" y="13"/>
                    <a:pt x="76" y="13"/>
                    <a:pt x="76" y="13"/>
                  </a:cubicBezTo>
                  <a:cubicBezTo>
                    <a:pt x="78" y="11"/>
                    <a:pt x="78" y="8"/>
                    <a:pt x="77" y="6"/>
                  </a:cubicBezTo>
                  <a:cubicBezTo>
                    <a:pt x="75" y="3"/>
                    <a:pt x="73" y="1"/>
                    <a:pt x="72" y="2"/>
                  </a:cubicBezTo>
                  <a:cubicBezTo>
                    <a:pt x="73" y="5"/>
                    <a:pt x="76" y="11"/>
                    <a:pt x="73" y="15"/>
                  </a:cubicBezTo>
                  <a:cubicBezTo>
                    <a:pt x="72" y="16"/>
                    <a:pt x="70" y="17"/>
                    <a:pt x="67" y="17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5" y="12"/>
                    <a:pt x="66" y="10"/>
                    <a:pt x="68" y="8"/>
                  </a:cubicBezTo>
                  <a:cubicBezTo>
                    <a:pt x="68" y="8"/>
                    <a:pt x="68" y="7"/>
                    <a:pt x="69" y="7"/>
                  </a:cubicBezTo>
                  <a:cubicBezTo>
                    <a:pt x="69" y="6"/>
                    <a:pt x="68" y="6"/>
                    <a:pt x="68" y="6"/>
                  </a:cubicBezTo>
                  <a:cubicBezTo>
                    <a:pt x="67" y="6"/>
                    <a:pt x="66" y="7"/>
                    <a:pt x="65" y="8"/>
                  </a:cubicBezTo>
                  <a:cubicBezTo>
                    <a:pt x="64" y="10"/>
                    <a:pt x="63" y="11"/>
                    <a:pt x="61" y="12"/>
                  </a:cubicBezTo>
                  <a:cubicBezTo>
                    <a:pt x="61" y="12"/>
                    <a:pt x="61" y="12"/>
                    <a:pt x="61" y="12"/>
                  </a:cubicBezTo>
                  <a:cubicBezTo>
                    <a:pt x="61" y="14"/>
                    <a:pt x="62" y="17"/>
                    <a:pt x="60" y="18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53" y="18"/>
                    <a:pt x="46" y="17"/>
                    <a:pt x="39" y="16"/>
                  </a:cubicBezTo>
                  <a:cubicBezTo>
                    <a:pt x="32" y="15"/>
                    <a:pt x="26" y="14"/>
                    <a:pt x="20" y="14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15" y="14"/>
                    <a:pt x="11" y="15"/>
                    <a:pt x="7" y="17"/>
                  </a:cubicBezTo>
                  <a:cubicBezTo>
                    <a:pt x="9" y="16"/>
                    <a:pt x="11" y="16"/>
                    <a:pt x="13" y="16"/>
                  </a:cubicBezTo>
                  <a:cubicBezTo>
                    <a:pt x="18" y="16"/>
                    <a:pt x="24" y="18"/>
                    <a:pt x="29" y="19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4" y="18"/>
                    <a:pt x="37" y="17"/>
                    <a:pt x="40" y="17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5" y="17"/>
                    <a:pt x="49" y="18"/>
                    <a:pt x="54" y="19"/>
                  </a:cubicBezTo>
                  <a:cubicBezTo>
                    <a:pt x="55" y="19"/>
                    <a:pt x="57" y="20"/>
                    <a:pt x="58" y="20"/>
                  </a:cubicBezTo>
                  <a:cubicBezTo>
                    <a:pt x="60" y="20"/>
                    <a:pt x="60" y="20"/>
                    <a:pt x="60" y="20"/>
                  </a:cubicBezTo>
                  <a:cubicBezTo>
                    <a:pt x="59" y="21"/>
                    <a:pt x="59" y="21"/>
                    <a:pt x="59" y="21"/>
                  </a:cubicBezTo>
                  <a:cubicBezTo>
                    <a:pt x="56" y="23"/>
                    <a:pt x="53" y="24"/>
                    <a:pt x="50" y="24"/>
                  </a:cubicBezTo>
                  <a:cubicBezTo>
                    <a:pt x="47" y="24"/>
                    <a:pt x="43" y="23"/>
                    <a:pt x="40" y="22"/>
                  </a:cubicBezTo>
                  <a:cubicBezTo>
                    <a:pt x="37" y="21"/>
                    <a:pt x="34" y="20"/>
                    <a:pt x="31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1" y="20"/>
                    <a:pt x="31" y="20"/>
                  </a:cubicBezTo>
                  <a:cubicBezTo>
                    <a:pt x="36" y="22"/>
                    <a:pt x="41" y="24"/>
                    <a:pt x="46" y="24"/>
                  </a:cubicBezTo>
                  <a:cubicBezTo>
                    <a:pt x="47" y="24"/>
                    <a:pt x="48" y="24"/>
                    <a:pt x="49" y="24"/>
                  </a:cubicBezTo>
                  <a:cubicBezTo>
                    <a:pt x="61" y="24"/>
                    <a:pt x="72" y="20"/>
                    <a:pt x="82" y="16"/>
                  </a:cubicBezTo>
                  <a:cubicBezTo>
                    <a:pt x="84" y="16"/>
                    <a:pt x="86" y="15"/>
                    <a:pt x="88" y="14"/>
                  </a:cubicBezTo>
                  <a:cubicBezTo>
                    <a:pt x="88" y="14"/>
                    <a:pt x="88" y="14"/>
                    <a:pt x="88" y="14"/>
                  </a:cubicBezTo>
                  <a:cubicBezTo>
                    <a:pt x="87" y="13"/>
                    <a:pt x="87" y="12"/>
                    <a:pt x="87" y="12"/>
                  </a:cubicBezTo>
                  <a:cubicBezTo>
                    <a:pt x="88" y="10"/>
                    <a:pt x="91" y="9"/>
                    <a:pt x="94" y="7"/>
                  </a:cubicBezTo>
                  <a:cubicBezTo>
                    <a:pt x="97" y="7"/>
                    <a:pt x="99" y="6"/>
                    <a:pt x="100" y="5"/>
                  </a:cubicBezTo>
                  <a:cubicBezTo>
                    <a:pt x="101" y="4"/>
                    <a:pt x="101" y="4"/>
                    <a:pt x="101" y="4"/>
                  </a:cubicBezTo>
                  <a:cubicBezTo>
                    <a:pt x="92" y="6"/>
                    <a:pt x="84" y="9"/>
                    <a:pt x="77" y="14"/>
                  </a:cubicBezTo>
                  <a:close/>
                  <a:moveTo>
                    <a:pt x="126" y="98"/>
                  </a:moveTo>
                  <a:cubicBezTo>
                    <a:pt x="126" y="98"/>
                    <a:pt x="125" y="98"/>
                    <a:pt x="125" y="98"/>
                  </a:cubicBezTo>
                  <a:cubicBezTo>
                    <a:pt x="124" y="98"/>
                    <a:pt x="124" y="98"/>
                    <a:pt x="124" y="98"/>
                  </a:cubicBezTo>
                  <a:cubicBezTo>
                    <a:pt x="124" y="97"/>
                    <a:pt x="124" y="97"/>
                    <a:pt x="124" y="97"/>
                  </a:cubicBezTo>
                  <a:cubicBezTo>
                    <a:pt x="123" y="85"/>
                    <a:pt x="129" y="74"/>
                    <a:pt x="135" y="64"/>
                  </a:cubicBezTo>
                  <a:cubicBezTo>
                    <a:pt x="141" y="54"/>
                    <a:pt x="147" y="45"/>
                    <a:pt x="146" y="34"/>
                  </a:cubicBezTo>
                  <a:cubicBezTo>
                    <a:pt x="144" y="15"/>
                    <a:pt x="130" y="4"/>
                    <a:pt x="110" y="4"/>
                  </a:cubicBezTo>
                  <a:cubicBezTo>
                    <a:pt x="107" y="4"/>
                    <a:pt x="104" y="4"/>
                    <a:pt x="101" y="4"/>
                  </a:cubicBezTo>
                  <a:cubicBezTo>
                    <a:pt x="102" y="5"/>
                    <a:pt x="102" y="5"/>
                    <a:pt x="102" y="5"/>
                  </a:cubicBezTo>
                  <a:cubicBezTo>
                    <a:pt x="102" y="6"/>
                    <a:pt x="102" y="6"/>
                    <a:pt x="102" y="7"/>
                  </a:cubicBezTo>
                  <a:cubicBezTo>
                    <a:pt x="101" y="9"/>
                    <a:pt x="99" y="10"/>
                    <a:pt x="96" y="11"/>
                  </a:cubicBezTo>
                  <a:cubicBezTo>
                    <a:pt x="93" y="11"/>
                    <a:pt x="90" y="12"/>
                    <a:pt x="89" y="14"/>
                  </a:cubicBezTo>
                  <a:cubicBezTo>
                    <a:pt x="97" y="11"/>
                    <a:pt x="106" y="8"/>
                    <a:pt x="115" y="8"/>
                  </a:cubicBezTo>
                  <a:cubicBezTo>
                    <a:pt x="121" y="8"/>
                    <a:pt x="127" y="9"/>
                    <a:pt x="132" y="12"/>
                  </a:cubicBezTo>
                  <a:cubicBezTo>
                    <a:pt x="133" y="12"/>
                    <a:pt x="133" y="12"/>
                    <a:pt x="133" y="12"/>
                  </a:cubicBezTo>
                  <a:cubicBezTo>
                    <a:pt x="133" y="12"/>
                    <a:pt x="133" y="12"/>
                    <a:pt x="133" y="12"/>
                  </a:cubicBezTo>
                  <a:cubicBezTo>
                    <a:pt x="145" y="27"/>
                    <a:pt x="137" y="40"/>
                    <a:pt x="130" y="52"/>
                  </a:cubicBezTo>
                  <a:cubicBezTo>
                    <a:pt x="126" y="58"/>
                    <a:pt x="123" y="64"/>
                    <a:pt x="122" y="71"/>
                  </a:cubicBezTo>
                  <a:cubicBezTo>
                    <a:pt x="120" y="76"/>
                    <a:pt x="121" y="80"/>
                    <a:pt x="121" y="84"/>
                  </a:cubicBezTo>
                  <a:cubicBezTo>
                    <a:pt x="122" y="72"/>
                    <a:pt x="126" y="63"/>
                    <a:pt x="131" y="55"/>
                  </a:cubicBezTo>
                  <a:cubicBezTo>
                    <a:pt x="135" y="47"/>
                    <a:pt x="139" y="39"/>
                    <a:pt x="140" y="28"/>
                  </a:cubicBezTo>
                  <a:cubicBezTo>
                    <a:pt x="139" y="27"/>
                    <a:pt x="138" y="25"/>
                    <a:pt x="139" y="24"/>
                  </a:cubicBezTo>
                  <a:cubicBezTo>
                    <a:pt x="139" y="24"/>
                    <a:pt x="139" y="24"/>
                    <a:pt x="140" y="24"/>
                  </a:cubicBezTo>
                  <a:cubicBezTo>
                    <a:pt x="140" y="24"/>
                    <a:pt x="140" y="24"/>
                    <a:pt x="140" y="24"/>
                  </a:cubicBezTo>
                  <a:cubicBezTo>
                    <a:pt x="141" y="24"/>
                    <a:pt x="142" y="24"/>
                    <a:pt x="143" y="26"/>
                  </a:cubicBezTo>
                  <a:cubicBezTo>
                    <a:pt x="143" y="26"/>
                    <a:pt x="143" y="26"/>
                    <a:pt x="143" y="26"/>
                  </a:cubicBezTo>
                  <a:cubicBezTo>
                    <a:pt x="145" y="43"/>
                    <a:pt x="139" y="55"/>
                    <a:pt x="133" y="66"/>
                  </a:cubicBezTo>
                  <a:cubicBezTo>
                    <a:pt x="129" y="73"/>
                    <a:pt x="125" y="81"/>
                    <a:pt x="123" y="89"/>
                  </a:cubicBezTo>
                  <a:cubicBezTo>
                    <a:pt x="123" y="90"/>
                    <a:pt x="123" y="90"/>
                    <a:pt x="123" y="90"/>
                  </a:cubicBezTo>
                  <a:cubicBezTo>
                    <a:pt x="123" y="94"/>
                    <a:pt x="124" y="97"/>
                    <a:pt x="124" y="102"/>
                  </a:cubicBezTo>
                  <a:cubicBezTo>
                    <a:pt x="125" y="105"/>
                    <a:pt x="125" y="108"/>
                    <a:pt x="125" y="112"/>
                  </a:cubicBezTo>
                  <a:cubicBezTo>
                    <a:pt x="125" y="124"/>
                    <a:pt x="125" y="135"/>
                    <a:pt x="135" y="137"/>
                  </a:cubicBezTo>
                  <a:cubicBezTo>
                    <a:pt x="129" y="133"/>
                    <a:pt x="129" y="124"/>
                    <a:pt x="129" y="115"/>
                  </a:cubicBezTo>
                  <a:cubicBezTo>
                    <a:pt x="129" y="112"/>
                    <a:pt x="129" y="112"/>
                    <a:pt x="129" y="112"/>
                  </a:cubicBezTo>
                  <a:cubicBezTo>
                    <a:pt x="130" y="112"/>
                    <a:pt x="130" y="112"/>
                    <a:pt x="130" y="112"/>
                  </a:cubicBezTo>
                  <a:cubicBezTo>
                    <a:pt x="133" y="115"/>
                    <a:pt x="137" y="116"/>
                    <a:pt x="141" y="116"/>
                  </a:cubicBezTo>
                  <a:cubicBezTo>
                    <a:pt x="143" y="116"/>
                    <a:pt x="145" y="115"/>
                    <a:pt x="147" y="114"/>
                  </a:cubicBezTo>
                  <a:cubicBezTo>
                    <a:pt x="147" y="112"/>
                    <a:pt x="147" y="109"/>
                    <a:pt x="147" y="106"/>
                  </a:cubicBezTo>
                  <a:cubicBezTo>
                    <a:pt x="147" y="103"/>
                    <a:pt x="147" y="100"/>
                    <a:pt x="147" y="98"/>
                  </a:cubicBezTo>
                  <a:cubicBezTo>
                    <a:pt x="147" y="98"/>
                    <a:pt x="147" y="98"/>
                    <a:pt x="147" y="98"/>
                  </a:cubicBezTo>
                  <a:cubicBezTo>
                    <a:pt x="146" y="99"/>
                    <a:pt x="145" y="99"/>
                    <a:pt x="144" y="99"/>
                  </a:cubicBezTo>
                  <a:cubicBezTo>
                    <a:pt x="143" y="99"/>
                    <a:pt x="142" y="99"/>
                    <a:pt x="141" y="99"/>
                  </a:cubicBezTo>
                  <a:cubicBezTo>
                    <a:pt x="138" y="98"/>
                    <a:pt x="136" y="97"/>
                    <a:pt x="134" y="98"/>
                  </a:cubicBezTo>
                  <a:cubicBezTo>
                    <a:pt x="131" y="99"/>
                    <a:pt x="131" y="99"/>
                    <a:pt x="131" y="99"/>
                  </a:cubicBezTo>
                  <a:cubicBezTo>
                    <a:pt x="133" y="97"/>
                    <a:pt x="133" y="97"/>
                    <a:pt x="133" y="97"/>
                  </a:cubicBezTo>
                  <a:cubicBezTo>
                    <a:pt x="137" y="93"/>
                    <a:pt x="142" y="93"/>
                    <a:pt x="147" y="97"/>
                  </a:cubicBezTo>
                  <a:cubicBezTo>
                    <a:pt x="147" y="97"/>
                    <a:pt x="147" y="97"/>
                    <a:pt x="147" y="97"/>
                  </a:cubicBezTo>
                  <a:cubicBezTo>
                    <a:pt x="147" y="96"/>
                    <a:pt x="146" y="95"/>
                    <a:pt x="146" y="94"/>
                  </a:cubicBezTo>
                  <a:cubicBezTo>
                    <a:pt x="145" y="93"/>
                    <a:pt x="143" y="93"/>
                    <a:pt x="142" y="93"/>
                  </a:cubicBezTo>
                  <a:cubicBezTo>
                    <a:pt x="139" y="93"/>
                    <a:pt x="136" y="94"/>
                    <a:pt x="133" y="96"/>
                  </a:cubicBezTo>
                  <a:cubicBezTo>
                    <a:pt x="130" y="97"/>
                    <a:pt x="128" y="98"/>
                    <a:pt x="126" y="98"/>
                  </a:cubicBezTo>
                  <a:close/>
                  <a:moveTo>
                    <a:pt x="88" y="12"/>
                  </a:moveTo>
                  <a:cubicBezTo>
                    <a:pt x="90" y="11"/>
                    <a:pt x="93" y="10"/>
                    <a:pt x="95" y="9"/>
                  </a:cubicBezTo>
                  <a:cubicBezTo>
                    <a:pt x="98" y="8"/>
                    <a:pt x="100" y="8"/>
                    <a:pt x="101" y="7"/>
                  </a:cubicBezTo>
                  <a:cubicBezTo>
                    <a:pt x="101" y="7"/>
                    <a:pt x="101" y="6"/>
                    <a:pt x="101" y="6"/>
                  </a:cubicBezTo>
                  <a:cubicBezTo>
                    <a:pt x="99" y="7"/>
                    <a:pt x="97" y="8"/>
                    <a:pt x="95" y="9"/>
                  </a:cubicBezTo>
                  <a:cubicBezTo>
                    <a:pt x="92" y="10"/>
                    <a:pt x="89" y="11"/>
                    <a:pt x="88" y="12"/>
                  </a:cubicBezTo>
                  <a:close/>
                  <a:moveTo>
                    <a:pt x="56" y="21"/>
                  </a:moveTo>
                  <a:cubicBezTo>
                    <a:pt x="55" y="21"/>
                    <a:pt x="54" y="21"/>
                    <a:pt x="53" y="20"/>
                  </a:cubicBezTo>
                  <a:cubicBezTo>
                    <a:pt x="49" y="19"/>
                    <a:pt x="45" y="19"/>
                    <a:pt x="40" y="19"/>
                  </a:cubicBezTo>
                  <a:cubicBezTo>
                    <a:pt x="39" y="19"/>
                    <a:pt x="37" y="19"/>
                    <a:pt x="35" y="19"/>
                  </a:cubicBezTo>
                  <a:cubicBezTo>
                    <a:pt x="37" y="20"/>
                    <a:pt x="38" y="20"/>
                    <a:pt x="40" y="20"/>
                  </a:cubicBezTo>
                  <a:cubicBezTo>
                    <a:pt x="44" y="21"/>
                    <a:pt x="47" y="22"/>
                    <a:pt x="50" y="22"/>
                  </a:cubicBezTo>
                  <a:cubicBezTo>
                    <a:pt x="52" y="22"/>
                    <a:pt x="54" y="22"/>
                    <a:pt x="56" y="21"/>
                  </a:cubicBezTo>
                  <a:close/>
                  <a:moveTo>
                    <a:pt x="141" y="27"/>
                  </a:moveTo>
                  <a:cubicBezTo>
                    <a:pt x="141" y="26"/>
                    <a:pt x="141" y="26"/>
                    <a:pt x="140" y="25"/>
                  </a:cubicBezTo>
                  <a:cubicBezTo>
                    <a:pt x="141" y="26"/>
                    <a:pt x="141" y="27"/>
                    <a:pt x="141" y="27"/>
                  </a:cubicBezTo>
                  <a:cubicBezTo>
                    <a:pt x="141" y="28"/>
                    <a:pt x="141" y="28"/>
                    <a:pt x="141" y="28"/>
                  </a:cubicBezTo>
                  <a:cubicBezTo>
                    <a:pt x="141" y="28"/>
                    <a:pt x="141" y="28"/>
                    <a:pt x="141" y="28"/>
                  </a:cubicBezTo>
                  <a:cubicBezTo>
                    <a:pt x="141" y="40"/>
                    <a:pt x="136" y="48"/>
                    <a:pt x="132" y="56"/>
                  </a:cubicBezTo>
                  <a:cubicBezTo>
                    <a:pt x="128" y="64"/>
                    <a:pt x="123" y="72"/>
                    <a:pt x="123" y="84"/>
                  </a:cubicBezTo>
                  <a:cubicBezTo>
                    <a:pt x="125" y="77"/>
                    <a:pt x="128" y="71"/>
                    <a:pt x="131" y="66"/>
                  </a:cubicBezTo>
                  <a:cubicBezTo>
                    <a:pt x="138" y="54"/>
                    <a:pt x="144" y="43"/>
                    <a:pt x="141" y="27"/>
                  </a:cubicBezTo>
                  <a:close/>
                  <a:moveTo>
                    <a:pt x="145" y="98"/>
                  </a:moveTo>
                  <a:cubicBezTo>
                    <a:pt x="142" y="95"/>
                    <a:pt x="139" y="95"/>
                    <a:pt x="136" y="96"/>
                  </a:cubicBezTo>
                  <a:cubicBezTo>
                    <a:pt x="138" y="96"/>
                    <a:pt x="140" y="97"/>
                    <a:pt x="141" y="97"/>
                  </a:cubicBezTo>
                  <a:cubicBezTo>
                    <a:pt x="143" y="98"/>
                    <a:pt x="144" y="98"/>
                    <a:pt x="145" y="98"/>
                  </a:cubicBezTo>
                  <a:close/>
                  <a:moveTo>
                    <a:pt x="132" y="100"/>
                  </a:moveTo>
                  <a:cubicBezTo>
                    <a:pt x="142" y="100"/>
                    <a:pt x="142" y="100"/>
                    <a:pt x="142" y="100"/>
                  </a:cubicBezTo>
                  <a:cubicBezTo>
                    <a:pt x="143" y="100"/>
                    <a:pt x="143" y="100"/>
                    <a:pt x="143" y="100"/>
                  </a:cubicBezTo>
                  <a:cubicBezTo>
                    <a:pt x="146" y="102"/>
                    <a:pt x="146" y="108"/>
                    <a:pt x="146" y="113"/>
                  </a:cubicBezTo>
                  <a:cubicBezTo>
                    <a:pt x="146" y="114"/>
                    <a:pt x="146" y="114"/>
                    <a:pt x="146" y="114"/>
                  </a:cubicBezTo>
                  <a:cubicBezTo>
                    <a:pt x="145" y="114"/>
                    <a:pt x="145" y="114"/>
                    <a:pt x="145" y="114"/>
                  </a:cubicBezTo>
                  <a:cubicBezTo>
                    <a:pt x="138" y="115"/>
                    <a:pt x="132" y="112"/>
                    <a:pt x="130" y="108"/>
                  </a:cubicBezTo>
                  <a:cubicBezTo>
                    <a:pt x="129" y="105"/>
                    <a:pt x="129" y="102"/>
                    <a:pt x="132" y="100"/>
                  </a:cubicBezTo>
                  <a:close/>
                  <a:moveTo>
                    <a:pt x="142" y="101"/>
                  </a:moveTo>
                  <a:cubicBezTo>
                    <a:pt x="133" y="101"/>
                    <a:pt x="133" y="101"/>
                    <a:pt x="133" y="101"/>
                  </a:cubicBezTo>
                  <a:cubicBezTo>
                    <a:pt x="131" y="103"/>
                    <a:pt x="130" y="105"/>
                    <a:pt x="131" y="107"/>
                  </a:cubicBezTo>
                  <a:cubicBezTo>
                    <a:pt x="133" y="111"/>
                    <a:pt x="138" y="113"/>
                    <a:pt x="144" y="112"/>
                  </a:cubicBezTo>
                  <a:cubicBezTo>
                    <a:pt x="145" y="106"/>
                    <a:pt x="144" y="103"/>
                    <a:pt x="142" y="10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08" name="Freeform 51"/>
            <p:cNvSpPr>
              <a:spLocks noEditPoints="1"/>
            </p:cNvSpPr>
            <p:nvPr/>
          </p:nvSpPr>
          <p:spPr bwMode="auto">
            <a:xfrm>
              <a:off x="4205288" y="5753100"/>
              <a:ext cx="303213" cy="344488"/>
            </a:xfrm>
            <a:custGeom>
              <a:avLst/>
              <a:gdLst>
                <a:gd name="T0" fmla="*/ 47 w 135"/>
                <a:gd name="T1" fmla="*/ 133 h 153"/>
                <a:gd name="T2" fmla="*/ 91 w 135"/>
                <a:gd name="T3" fmla="*/ 114 h 153"/>
                <a:gd name="T4" fmla="*/ 47 w 135"/>
                <a:gd name="T5" fmla="*/ 138 h 153"/>
                <a:gd name="T6" fmla="*/ 0 w 135"/>
                <a:gd name="T7" fmla="*/ 124 h 153"/>
                <a:gd name="T8" fmla="*/ 4 w 135"/>
                <a:gd name="T9" fmla="*/ 133 h 153"/>
                <a:gd name="T10" fmla="*/ 97 w 135"/>
                <a:gd name="T11" fmla="*/ 109 h 153"/>
                <a:gd name="T12" fmla="*/ 100 w 135"/>
                <a:gd name="T13" fmla="*/ 94 h 153"/>
                <a:gd name="T14" fmla="*/ 125 w 135"/>
                <a:gd name="T15" fmla="*/ 22 h 153"/>
                <a:gd name="T16" fmla="*/ 101 w 135"/>
                <a:gd name="T17" fmla="*/ 15 h 153"/>
                <a:gd name="T18" fmla="*/ 114 w 135"/>
                <a:gd name="T19" fmla="*/ 5 h 153"/>
                <a:gd name="T20" fmla="*/ 132 w 135"/>
                <a:gd name="T21" fmla="*/ 30 h 153"/>
                <a:gd name="T22" fmla="*/ 107 w 135"/>
                <a:gd name="T23" fmla="*/ 106 h 153"/>
                <a:gd name="T24" fmla="*/ 100 w 135"/>
                <a:gd name="T25" fmla="*/ 137 h 153"/>
                <a:gd name="T26" fmla="*/ 95 w 135"/>
                <a:gd name="T27" fmla="*/ 113 h 153"/>
                <a:gd name="T28" fmla="*/ 47 w 135"/>
                <a:gd name="T29" fmla="*/ 133 h 153"/>
                <a:gd name="T30" fmla="*/ 102 w 135"/>
                <a:gd name="T31" fmla="*/ 107 h 153"/>
                <a:gd name="T32" fmla="*/ 128 w 135"/>
                <a:gd name="T33" fmla="*/ 36 h 153"/>
                <a:gd name="T34" fmla="*/ 102 w 135"/>
                <a:gd name="T35" fmla="*/ 107 h 153"/>
                <a:gd name="T36" fmla="*/ 114 w 135"/>
                <a:gd name="T37" fmla="*/ 110 h 153"/>
                <a:gd name="T38" fmla="*/ 118 w 135"/>
                <a:gd name="T39" fmla="*/ 128 h 153"/>
                <a:gd name="T40" fmla="*/ 114 w 135"/>
                <a:gd name="T41" fmla="*/ 110 h 153"/>
                <a:gd name="T42" fmla="*/ 104 w 135"/>
                <a:gd name="T43" fmla="*/ 110 h 153"/>
                <a:gd name="T44" fmla="*/ 102 w 135"/>
                <a:gd name="T45" fmla="*/ 131 h 153"/>
                <a:gd name="T46" fmla="*/ 115 w 135"/>
                <a:gd name="T47" fmla="*/ 133 h 153"/>
                <a:gd name="T48" fmla="*/ 104 w 135"/>
                <a:gd name="T49" fmla="*/ 110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35" h="153">
                  <a:moveTo>
                    <a:pt x="47" y="133"/>
                  </a:moveTo>
                  <a:cubicBezTo>
                    <a:pt x="62" y="133"/>
                    <a:pt x="76" y="119"/>
                    <a:pt x="91" y="114"/>
                  </a:cubicBezTo>
                  <a:cubicBezTo>
                    <a:pt x="82" y="120"/>
                    <a:pt x="63" y="134"/>
                    <a:pt x="47" y="138"/>
                  </a:cubicBezTo>
                  <a:cubicBezTo>
                    <a:pt x="28" y="143"/>
                    <a:pt x="0" y="144"/>
                    <a:pt x="0" y="124"/>
                  </a:cubicBezTo>
                  <a:cubicBezTo>
                    <a:pt x="6" y="123"/>
                    <a:pt x="1" y="132"/>
                    <a:pt x="4" y="133"/>
                  </a:cubicBezTo>
                  <a:cubicBezTo>
                    <a:pt x="38" y="148"/>
                    <a:pt x="65" y="113"/>
                    <a:pt x="97" y="109"/>
                  </a:cubicBezTo>
                  <a:cubicBezTo>
                    <a:pt x="98" y="104"/>
                    <a:pt x="100" y="100"/>
                    <a:pt x="100" y="94"/>
                  </a:cubicBezTo>
                  <a:cubicBezTo>
                    <a:pt x="109" y="85"/>
                    <a:pt x="131" y="46"/>
                    <a:pt x="125" y="22"/>
                  </a:cubicBezTo>
                  <a:cubicBezTo>
                    <a:pt x="123" y="12"/>
                    <a:pt x="109" y="0"/>
                    <a:pt x="101" y="15"/>
                  </a:cubicBezTo>
                  <a:cubicBezTo>
                    <a:pt x="97" y="9"/>
                    <a:pt x="107" y="4"/>
                    <a:pt x="114" y="5"/>
                  </a:cubicBezTo>
                  <a:cubicBezTo>
                    <a:pt x="125" y="6"/>
                    <a:pt x="131" y="18"/>
                    <a:pt x="132" y="30"/>
                  </a:cubicBezTo>
                  <a:cubicBezTo>
                    <a:pt x="135" y="56"/>
                    <a:pt x="111" y="90"/>
                    <a:pt x="107" y="106"/>
                  </a:cubicBezTo>
                  <a:cubicBezTo>
                    <a:pt x="133" y="105"/>
                    <a:pt x="126" y="153"/>
                    <a:pt x="100" y="137"/>
                  </a:cubicBezTo>
                  <a:cubicBezTo>
                    <a:pt x="97" y="130"/>
                    <a:pt x="98" y="120"/>
                    <a:pt x="95" y="113"/>
                  </a:cubicBezTo>
                  <a:cubicBezTo>
                    <a:pt x="78" y="113"/>
                    <a:pt x="63" y="127"/>
                    <a:pt x="47" y="133"/>
                  </a:cubicBezTo>
                  <a:close/>
                  <a:moveTo>
                    <a:pt x="102" y="107"/>
                  </a:moveTo>
                  <a:cubicBezTo>
                    <a:pt x="112" y="84"/>
                    <a:pt x="130" y="63"/>
                    <a:pt x="128" y="36"/>
                  </a:cubicBezTo>
                  <a:cubicBezTo>
                    <a:pt x="126" y="65"/>
                    <a:pt x="105" y="83"/>
                    <a:pt x="102" y="107"/>
                  </a:cubicBezTo>
                  <a:close/>
                  <a:moveTo>
                    <a:pt x="114" y="110"/>
                  </a:moveTo>
                  <a:cubicBezTo>
                    <a:pt x="117" y="118"/>
                    <a:pt x="121" y="121"/>
                    <a:pt x="118" y="128"/>
                  </a:cubicBezTo>
                  <a:cubicBezTo>
                    <a:pt x="128" y="125"/>
                    <a:pt x="119" y="112"/>
                    <a:pt x="114" y="110"/>
                  </a:cubicBezTo>
                  <a:close/>
                  <a:moveTo>
                    <a:pt x="104" y="110"/>
                  </a:moveTo>
                  <a:cubicBezTo>
                    <a:pt x="100" y="114"/>
                    <a:pt x="100" y="125"/>
                    <a:pt x="102" y="131"/>
                  </a:cubicBezTo>
                  <a:cubicBezTo>
                    <a:pt x="108" y="132"/>
                    <a:pt x="110" y="135"/>
                    <a:pt x="115" y="133"/>
                  </a:cubicBezTo>
                  <a:cubicBezTo>
                    <a:pt x="120" y="121"/>
                    <a:pt x="114" y="111"/>
                    <a:pt x="104" y="1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09" name="Freeform 52"/>
            <p:cNvSpPr>
              <a:spLocks noEditPoints="1"/>
            </p:cNvSpPr>
            <p:nvPr/>
          </p:nvSpPr>
          <p:spPr bwMode="auto">
            <a:xfrm>
              <a:off x="4202113" y="5762625"/>
              <a:ext cx="306388" cy="311150"/>
            </a:xfrm>
            <a:custGeom>
              <a:avLst/>
              <a:gdLst>
                <a:gd name="T0" fmla="*/ 0 w 136"/>
                <a:gd name="T1" fmla="*/ 120 h 138"/>
                <a:gd name="T2" fmla="*/ 4 w 136"/>
                <a:gd name="T3" fmla="*/ 120 h 138"/>
                <a:gd name="T4" fmla="*/ 23 w 136"/>
                <a:gd name="T5" fmla="*/ 132 h 138"/>
                <a:gd name="T6" fmla="*/ 97 w 136"/>
                <a:gd name="T7" fmla="*/ 104 h 138"/>
                <a:gd name="T8" fmla="*/ 100 w 136"/>
                <a:gd name="T9" fmla="*/ 90 h 138"/>
                <a:gd name="T10" fmla="*/ 103 w 136"/>
                <a:gd name="T11" fmla="*/ 11 h 138"/>
                <a:gd name="T12" fmla="*/ 101 w 136"/>
                <a:gd name="T13" fmla="*/ 6 h 138"/>
                <a:gd name="T14" fmla="*/ 134 w 136"/>
                <a:gd name="T15" fmla="*/ 26 h 138"/>
                <a:gd name="T16" fmla="*/ 125 w 136"/>
                <a:gd name="T17" fmla="*/ 119 h 138"/>
                <a:gd name="T18" fmla="*/ 100 w 136"/>
                <a:gd name="T19" fmla="*/ 133 h 138"/>
                <a:gd name="T20" fmla="*/ 96 w 136"/>
                <a:gd name="T21" fmla="*/ 110 h 138"/>
                <a:gd name="T22" fmla="*/ 87 w 136"/>
                <a:gd name="T23" fmla="*/ 115 h 138"/>
                <a:gd name="T24" fmla="*/ 5 w 136"/>
                <a:gd name="T25" fmla="*/ 129 h 138"/>
                <a:gd name="T26" fmla="*/ 48 w 136"/>
                <a:gd name="T27" fmla="*/ 134 h 138"/>
                <a:gd name="T28" fmla="*/ 48 w 136"/>
                <a:gd name="T29" fmla="*/ 129 h 138"/>
                <a:gd name="T30" fmla="*/ 65 w 136"/>
                <a:gd name="T31" fmla="*/ 120 h 138"/>
                <a:gd name="T32" fmla="*/ 97 w 136"/>
                <a:gd name="T33" fmla="*/ 108 h 138"/>
                <a:gd name="T34" fmla="*/ 97 w 136"/>
                <a:gd name="T35" fmla="*/ 109 h 138"/>
                <a:gd name="T36" fmla="*/ 111 w 136"/>
                <a:gd name="T37" fmla="*/ 135 h 138"/>
                <a:gd name="T38" fmla="*/ 118 w 136"/>
                <a:gd name="T39" fmla="*/ 125 h 138"/>
                <a:gd name="T40" fmla="*/ 117 w 136"/>
                <a:gd name="T41" fmla="*/ 129 h 138"/>
                <a:gd name="T42" fmla="*/ 108 w 136"/>
                <a:gd name="T43" fmla="*/ 129 h 138"/>
                <a:gd name="T44" fmla="*/ 103 w 136"/>
                <a:gd name="T45" fmla="*/ 128 h 138"/>
                <a:gd name="T46" fmla="*/ 105 w 136"/>
                <a:gd name="T47" fmla="*/ 105 h 138"/>
                <a:gd name="T48" fmla="*/ 118 w 136"/>
                <a:gd name="T49" fmla="*/ 124 h 138"/>
                <a:gd name="T50" fmla="*/ 114 w 136"/>
                <a:gd name="T51" fmla="*/ 105 h 138"/>
                <a:gd name="T52" fmla="*/ 108 w 136"/>
                <a:gd name="T53" fmla="*/ 102 h 138"/>
                <a:gd name="T54" fmla="*/ 115 w 136"/>
                <a:gd name="T55" fmla="*/ 82 h 138"/>
                <a:gd name="T56" fmla="*/ 102 w 136"/>
                <a:gd name="T57" fmla="*/ 7 h 138"/>
                <a:gd name="T58" fmla="*/ 127 w 136"/>
                <a:gd name="T59" fmla="*/ 18 h 138"/>
                <a:gd name="T60" fmla="*/ 98 w 136"/>
                <a:gd name="T61" fmla="*/ 105 h 138"/>
                <a:gd name="T62" fmla="*/ 23 w 136"/>
                <a:gd name="T63" fmla="*/ 133 h 138"/>
                <a:gd name="T64" fmla="*/ 104 w 136"/>
                <a:gd name="T65" fmla="*/ 127 h 138"/>
                <a:gd name="T66" fmla="*/ 115 w 136"/>
                <a:gd name="T67" fmla="*/ 113 h 138"/>
                <a:gd name="T68" fmla="*/ 89 w 136"/>
                <a:gd name="T69" fmla="*/ 110 h 138"/>
                <a:gd name="T70" fmla="*/ 74 w 136"/>
                <a:gd name="T71" fmla="*/ 118 h 138"/>
                <a:gd name="T72" fmla="*/ 4 w 136"/>
                <a:gd name="T73" fmla="*/ 127 h 138"/>
                <a:gd name="T74" fmla="*/ 2 w 136"/>
                <a:gd name="T75" fmla="*/ 121 h 138"/>
                <a:gd name="T76" fmla="*/ 120 w 136"/>
                <a:gd name="T77" fmla="*/ 123 h 138"/>
                <a:gd name="T78" fmla="*/ 102 w 136"/>
                <a:gd name="T79" fmla="*/ 108 h 138"/>
                <a:gd name="T80" fmla="*/ 128 w 136"/>
                <a:gd name="T81" fmla="*/ 32 h 138"/>
                <a:gd name="T82" fmla="*/ 104 w 136"/>
                <a:gd name="T83" fmla="*/ 103 h 138"/>
                <a:gd name="T84" fmla="*/ 116 w 136"/>
                <a:gd name="T85" fmla="*/ 72 h 138"/>
                <a:gd name="T86" fmla="*/ 128 w 136"/>
                <a:gd name="T87" fmla="*/ 44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36" h="138">
                  <a:moveTo>
                    <a:pt x="26" y="138"/>
                  </a:moveTo>
                  <a:cubicBezTo>
                    <a:pt x="16" y="138"/>
                    <a:pt x="9" y="136"/>
                    <a:pt x="5" y="131"/>
                  </a:cubicBezTo>
                  <a:cubicBezTo>
                    <a:pt x="2" y="129"/>
                    <a:pt x="0" y="125"/>
                    <a:pt x="0" y="120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1" y="119"/>
                    <a:pt x="1" y="119"/>
                    <a:pt x="1" y="119"/>
                  </a:cubicBezTo>
                  <a:cubicBezTo>
                    <a:pt x="2" y="119"/>
                    <a:pt x="3" y="119"/>
                    <a:pt x="4" y="120"/>
                  </a:cubicBezTo>
                  <a:cubicBezTo>
                    <a:pt x="5" y="121"/>
                    <a:pt x="5" y="123"/>
                    <a:pt x="5" y="124"/>
                  </a:cubicBezTo>
                  <a:cubicBezTo>
                    <a:pt x="5" y="126"/>
                    <a:pt x="5" y="128"/>
                    <a:pt x="6" y="128"/>
                  </a:cubicBezTo>
                  <a:cubicBezTo>
                    <a:pt x="11" y="131"/>
                    <a:pt x="17" y="132"/>
                    <a:pt x="23" y="132"/>
                  </a:cubicBezTo>
                  <a:cubicBezTo>
                    <a:pt x="37" y="132"/>
                    <a:pt x="49" y="125"/>
                    <a:pt x="63" y="118"/>
                  </a:cubicBezTo>
                  <a:cubicBezTo>
                    <a:pt x="74" y="112"/>
                    <a:pt x="85" y="106"/>
                    <a:pt x="97" y="104"/>
                  </a:cubicBezTo>
                  <a:cubicBezTo>
                    <a:pt x="97" y="104"/>
                    <a:pt x="97" y="104"/>
                    <a:pt x="97" y="104"/>
                  </a:cubicBezTo>
                  <a:cubicBezTo>
                    <a:pt x="99" y="100"/>
                    <a:pt x="100" y="96"/>
                    <a:pt x="100" y="90"/>
                  </a:cubicBezTo>
                  <a:cubicBezTo>
                    <a:pt x="100" y="90"/>
                    <a:pt x="100" y="90"/>
                    <a:pt x="100" y="90"/>
                  </a:cubicBezTo>
                  <a:cubicBezTo>
                    <a:pt x="100" y="90"/>
                    <a:pt x="100" y="90"/>
                    <a:pt x="100" y="90"/>
                  </a:cubicBezTo>
                  <a:cubicBezTo>
                    <a:pt x="109" y="81"/>
                    <a:pt x="132" y="42"/>
                    <a:pt x="125" y="18"/>
                  </a:cubicBezTo>
                  <a:cubicBezTo>
                    <a:pt x="124" y="12"/>
                    <a:pt x="117" y="4"/>
                    <a:pt x="111" y="4"/>
                  </a:cubicBezTo>
                  <a:cubicBezTo>
                    <a:pt x="108" y="4"/>
                    <a:pt x="105" y="7"/>
                    <a:pt x="103" y="11"/>
                  </a:cubicBezTo>
                  <a:cubicBezTo>
                    <a:pt x="102" y="12"/>
                    <a:pt x="102" y="12"/>
                    <a:pt x="102" y="12"/>
                  </a:cubicBezTo>
                  <a:cubicBezTo>
                    <a:pt x="101" y="11"/>
                    <a:pt x="101" y="11"/>
                    <a:pt x="101" y="11"/>
                  </a:cubicBezTo>
                  <a:cubicBezTo>
                    <a:pt x="100" y="9"/>
                    <a:pt x="100" y="8"/>
                    <a:pt x="101" y="6"/>
                  </a:cubicBezTo>
                  <a:cubicBezTo>
                    <a:pt x="103" y="2"/>
                    <a:pt x="109" y="0"/>
                    <a:pt x="114" y="0"/>
                  </a:cubicBezTo>
                  <a:cubicBezTo>
                    <a:pt x="114" y="0"/>
                    <a:pt x="114" y="0"/>
                    <a:pt x="115" y="0"/>
                  </a:cubicBezTo>
                  <a:cubicBezTo>
                    <a:pt x="127" y="1"/>
                    <a:pt x="133" y="14"/>
                    <a:pt x="134" y="26"/>
                  </a:cubicBezTo>
                  <a:cubicBezTo>
                    <a:pt x="136" y="44"/>
                    <a:pt x="125" y="66"/>
                    <a:pt x="117" y="83"/>
                  </a:cubicBezTo>
                  <a:cubicBezTo>
                    <a:pt x="113" y="90"/>
                    <a:pt x="110" y="96"/>
                    <a:pt x="109" y="101"/>
                  </a:cubicBezTo>
                  <a:cubicBezTo>
                    <a:pt x="120" y="101"/>
                    <a:pt x="125" y="110"/>
                    <a:pt x="125" y="119"/>
                  </a:cubicBezTo>
                  <a:cubicBezTo>
                    <a:pt x="125" y="128"/>
                    <a:pt x="120" y="137"/>
                    <a:pt x="111" y="137"/>
                  </a:cubicBezTo>
                  <a:cubicBezTo>
                    <a:pt x="107" y="137"/>
                    <a:pt x="104" y="136"/>
                    <a:pt x="100" y="134"/>
                  </a:cubicBezTo>
                  <a:cubicBezTo>
                    <a:pt x="100" y="133"/>
                    <a:pt x="100" y="133"/>
                    <a:pt x="100" y="133"/>
                  </a:cubicBezTo>
                  <a:cubicBezTo>
                    <a:pt x="100" y="133"/>
                    <a:pt x="100" y="133"/>
                    <a:pt x="100" y="133"/>
                  </a:cubicBezTo>
                  <a:cubicBezTo>
                    <a:pt x="98" y="130"/>
                    <a:pt x="98" y="125"/>
                    <a:pt x="97" y="120"/>
                  </a:cubicBezTo>
                  <a:cubicBezTo>
                    <a:pt x="97" y="116"/>
                    <a:pt x="97" y="113"/>
                    <a:pt x="96" y="110"/>
                  </a:cubicBezTo>
                  <a:cubicBezTo>
                    <a:pt x="95" y="110"/>
                    <a:pt x="95" y="110"/>
                    <a:pt x="94" y="110"/>
                  </a:cubicBezTo>
                  <a:cubicBezTo>
                    <a:pt x="92" y="111"/>
                    <a:pt x="92" y="111"/>
                    <a:pt x="92" y="111"/>
                  </a:cubicBezTo>
                  <a:cubicBezTo>
                    <a:pt x="91" y="112"/>
                    <a:pt x="89" y="113"/>
                    <a:pt x="87" y="115"/>
                  </a:cubicBezTo>
                  <a:cubicBezTo>
                    <a:pt x="77" y="121"/>
                    <a:pt x="61" y="132"/>
                    <a:pt x="48" y="135"/>
                  </a:cubicBezTo>
                  <a:cubicBezTo>
                    <a:pt x="41" y="137"/>
                    <a:pt x="33" y="138"/>
                    <a:pt x="26" y="138"/>
                  </a:cubicBezTo>
                  <a:close/>
                  <a:moveTo>
                    <a:pt x="5" y="129"/>
                  </a:moveTo>
                  <a:cubicBezTo>
                    <a:pt x="5" y="130"/>
                    <a:pt x="5" y="130"/>
                    <a:pt x="6" y="130"/>
                  </a:cubicBezTo>
                  <a:cubicBezTo>
                    <a:pt x="10" y="134"/>
                    <a:pt x="17" y="137"/>
                    <a:pt x="26" y="137"/>
                  </a:cubicBezTo>
                  <a:cubicBezTo>
                    <a:pt x="33" y="137"/>
                    <a:pt x="41" y="135"/>
                    <a:pt x="48" y="134"/>
                  </a:cubicBezTo>
                  <a:cubicBezTo>
                    <a:pt x="61" y="130"/>
                    <a:pt x="76" y="120"/>
                    <a:pt x="86" y="114"/>
                  </a:cubicBezTo>
                  <a:cubicBezTo>
                    <a:pt x="82" y="115"/>
                    <a:pt x="78" y="117"/>
                    <a:pt x="75" y="119"/>
                  </a:cubicBezTo>
                  <a:cubicBezTo>
                    <a:pt x="66" y="124"/>
                    <a:pt x="57" y="129"/>
                    <a:pt x="48" y="129"/>
                  </a:cubicBezTo>
                  <a:cubicBezTo>
                    <a:pt x="44" y="129"/>
                    <a:pt x="44" y="129"/>
                    <a:pt x="44" y="129"/>
                  </a:cubicBezTo>
                  <a:cubicBezTo>
                    <a:pt x="48" y="128"/>
                    <a:pt x="48" y="128"/>
                    <a:pt x="48" y="128"/>
                  </a:cubicBezTo>
                  <a:cubicBezTo>
                    <a:pt x="54" y="126"/>
                    <a:pt x="59" y="123"/>
                    <a:pt x="65" y="120"/>
                  </a:cubicBezTo>
                  <a:cubicBezTo>
                    <a:pt x="75" y="114"/>
                    <a:pt x="85" y="108"/>
                    <a:pt x="96" y="108"/>
                  </a:cubicBezTo>
                  <a:cubicBezTo>
                    <a:pt x="96" y="108"/>
                    <a:pt x="96" y="108"/>
                    <a:pt x="96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9"/>
                    <a:pt x="97" y="109"/>
                    <a:pt x="97" y="109"/>
                  </a:cubicBezTo>
                  <a:cubicBezTo>
                    <a:pt x="98" y="112"/>
                    <a:pt x="99" y="116"/>
                    <a:pt x="99" y="120"/>
                  </a:cubicBezTo>
                  <a:cubicBezTo>
                    <a:pt x="99" y="124"/>
                    <a:pt x="100" y="129"/>
                    <a:pt x="101" y="132"/>
                  </a:cubicBezTo>
                  <a:cubicBezTo>
                    <a:pt x="104" y="134"/>
                    <a:pt x="108" y="135"/>
                    <a:pt x="111" y="135"/>
                  </a:cubicBezTo>
                  <a:cubicBezTo>
                    <a:pt x="118" y="135"/>
                    <a:pt x="122" y="129"/>
                    <a:pt x="123" y="123"/>
                  </a:cubicBezTo>
                  <a:cubicBezTo>
                    <a:pt x="122" y="124"/>
                    <a:pt x="121" y="125"/>
                    <a:pt x="119" y="125"/>
                  </a:cubicBezTo>
                  <a:cubicBezTo>
                    <a:pt x="118" y="125"/>
                    <a:pt x="118" y="125"/>
                    <a:pt x="118" y="125"/>
                  </a:cubicBezTo>
                  <a:cubicBezTo>
                    <a:pt x="118" y="127"/>
                    <a:pt x="117" y="128"/>
                    <a:pt x="117" y="129"/>
                  </a:cubicBezTo>
                  <a:cubicBezTo>
                    <a:pt x="117" y="129"/>
                    <a:pt x="117" y="129"/>
                    <a:pt x="117" y="129"/>
                  </a:cubicBezTo>
                  <a:cubicBezTo>
                    <a:pt x="117" y="129"/>
                    <a:pt x="117" y="129"/>
                    <a:pt x="117" y="129"/>
                  </a:cubicBezTo>
                  <a:cubicBezTo>
                    <a:pt x="115" y="130"/>
                    <a:pt x="114" y="130"/>
                    <a:pt x="113" y="130"/>
                  </a:cubicBezTo>
                  <a:cubicBezTo>
                    <a:pt x="113" y="130"/>
                    <a:pt x="113" y="130"/>
                    <a:pt x="113" y="130"/>
                  </a:cubicBezTo>
                  <a:cubicBezTo>
                    <a:pt x="111" y="130"/>
                    <a:pt x="109" y="130"/>
                    <a:pt x="108" y="129"/>
                  </a:cubicBezTo>
                  <a:cubicBezTo>
                    <a:pt x="106" y="129"/>
                    <a:pt x="105" y="128"/>
                    <a:pt x="103" y="128"/>
                  </a:cubicBezTo>
                  <a:cubicBezTo>
                    <a:pt x="103" y="128"/>
                    <a:pt x="103" y="128"/>
                    <a:pt x="103" y="128"/>
                  </a:cubicBezTo>
                  <a:cubicBezTo>
                    <a:pt x="103" y="128"/>
                    <a:pt x="103" y="128"/>
                    <a:pt x="103" y="128"/>
                  </a:cubicBezTo>
                  <a:cubicBezTo>
                    <a:pt x="100" y="122"/>
                    <a:pt x="100" y="110"/>
                    <a:pt x="104" y="105"/>
                  </a:cubicBezTo>
                  <a:cubicBezTo>
                    <a:pt x="105" y="105"/>
                    <a:pt x="105" y="105"/>
                    <a:pt x="105" y="105"/>
                  </a:cubicBezTo>
                  <a:cubicBezTo>
                    <a:pt x="105" y="105"/>
                    <a:pt x="105" y="105"/>
                    <a:pt x="105" y="105"/>
                  </a:cubicBezTo>
                  <a:cubicBezTo>
                    <a:pt x="110" y="106"/>
                    <a:pt x="114" y="108"/>
                    <a:pt x="116" y="112"/>
                  </a:cubicBezTo>
                  <a:cubicBezTo>
                    <a:pt x="118" y="116"/>
                    <a:pt x="119" y="120"/>
                    <a:pt x="118" y="124"/>
                  </a:cubicBezTo>
                  <a:cubicBezTo>
                    <a:pt x="118" y="124"/>
                    <a:pt x="118" y="124"/>
                    <a:pt x="118" y="124"/>
                  </a:cubicBezTo>
                  <a:cubicBezTo>
                    <a:pt x="121" y="119"/>
                    <a:pt x="119" y="116"/>
                    <a:pt x="117" y="112"/>
                  </a:cubicBezTo>
                  <a:cubicBezTo>
                    <a:pt x="116" y="110"/>
                    <a:pt x="115" y="109"/>
                    <a:pt x="114" y="106"/>
                  </a:cubicBezTo>
                  <a:cubicBezTo>
                    <a:pt x="114" y="105"/>
                    <a:pt x="114" y="105"/>
                    <a:pt x="114" y="105"/>
                  </a:cubicBezTo>
                  <a:cubicBezTo>
                    <a:pt x="115" y="105"/>
                    <a:pt x="115" y="105"/>
                    <a:pt x="115" y="105"/>
                  </a:cubicBezTo>
                  <a:cubicBezTo>
                    <a:pt x="117" y="106"/>
                    <a:pt x="121" y="109"/>
                    <a:pt x="123" y="113"/>
                  </a:cubicBezTo>
                  <a:cubicBezTo>
                    <a:pt x="121" y="107"/>
                    <a:pt x="116" y="102"/>
                    <a:pt x="108" y="102"/>
                  </a:cubicBezTo>
                  <a:cubicBezTo>
                    <a:pt x="107" y="102"/>
                    <a:pt x="107" y="102"/>
                    <a:pt x="107" y="102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8" y="97"/>
                    <a:pt x="112" y="90"/>
                    <a:pt x="115" y="82"/>
                  </a:cubicBezTo>
                  <a:cubicBezTo>
                    <a:pt x="124" y="65"/>
                    <a:pt x="134" y="44"/>
                    <a:pt x="133" y="26"/>
                  </a:cubicBezTo>
                  <a:cubicBezTo>
                    <a:pt x="131" y="15"/>
                    <a:pt x="126" y="3"/>
                    <a:pt x="115" y="2"/>
                  </a:cubicBezTo>
                  <a:cubicBezTo>
                    <a:pt x="110" y="1"/>
                    <a:pt x="104" y="4"/>
                    <a:pt x="102" y="7"/>
                  </a:cubicBezTo>
                  <a:cubicBezTo>
                    <a:pt x="102" y="7"/>
                    <a:pt x="102" y="8"/>
                    <a:pt x="102" y="9"/>
                  </a:cubicBezTo>
                  <a:cubicBezTo>
                    <a:pt x="105" y="4"/>
                    <a:pt x="109" y="3"/>
                    <a:pt x="111" y="3"/>
                  </a:cubicBezTo>
                  <a:cubicBezTo>
                    <a:pt x="118" y="3"/>
                    <a:pt x="125" y="11"/>
                    <a:pt x="127" y="18"/>
                  </a:cubicBezTo>
                  <a:cubicBezTo>
                    <a:pt x="133" y="42"/>
                    <a:pt x="110" y="81"/>
                    <a:pt x="101" y="91"/>
                  </a:cubicBezTo>
                  <a:cubicBezTo>
                    <a:pt x="102" y="96"/>
                    <a:pt x="100" y="100"/>
                    <a:pt x="99" y="104"/>
                  </a:cubicBezTo>
                  <a:cubicBezTo>
                    <a:pt x="98" y="105"/>
                    <a:pt x="98" y="105"/>
                    <a:pt x="98" y="105"/>
                  </a:cubicBezTo>
                  <a:cubicBezTo>
                    <a:pt x="98" y="105"/>
                    <a:pt x="98" y="105"/>
                    <a:pt x="98" y="105"/>
                  </a:cubicBezTo>
                  <a:cubicBezTo>
                    <a:pt x="86" y="107"/>
                    <a:pt x="75" y="113"/>
                    <a:pt x="64" y="119"/>
                  </a:cubicBezTo>
                  <a:cubicBezTo>
                    <a:pt x="51" y="126"/>
                    <a:pt x="37" y="133"/>
                    <a:pt x="23" y="133"/>
                  </a:cubicBezTo>
                  <a:cubicBezTo>
                    <a:pt x="17" y="133"/>
                    <a:pt x="11" y="132"/>
                    <a:pt x="5" y="129"/>
                  </a:cubicBezTo>
                  <a:cubicBezTo>
                    <a:pt x="5" y="129"/>
                    <a:pt x="5" y="129"/>
                    <a:pt x="5" y="129"/>
                  </a:cubicBezTo>
                  <a:close/>
                  <a:moveTo>
                    <a:pt x="104" y="127"/>
                  </a:moveTo>
                  <a:cubicBezTo>
                    <a:pt x="106" y="127"/>
                    <a:pt x="107" y="127"/>
                    <a:pt x="108" y="128"/>
                  </a:cubicBezTo>
                  <a:cubicBezTo>
                    <a:pt x="111" y="129"/>
                    <a:pt x="113" y="129"/>
                    <a:pt x="116" y="128"/>
                  </a:cubicBezTo>
                  <a:cubicBezTo>
                    <a:pt x="118" y="123"/>
                    <a:pt x="118" y="117"/>
                    <a:pt x="115" y="113"/>
                  </a:cubicBezTo>
                  <a:cubicBezTo>
                    <a:pt x="113" y="110"/>
                    <a:pt x="109" y="107"/>
                    <a:pt x="105" y="107"/>
                  </a:cubicBezTo>
                  <a:cubicBezTo>
                    <a:pt x="102" y="111"/>
                    <a:pt x="102" y="121"/>
                    <a:pt x="104" y="127"/>
                  </a:cubicBezTo>
                  <a:close/>
                  <a:moveTo>
                    <a:pt x="89" y="110"/>
                  </a:moveTo>
                  <a:cubicBezTo>
                    <a:pt x="81" y="112"/>
                    <a:pt x="73" y="117"/>
                    <a:pt x="65" y="121"/>
                  </a:cubicBezTo>
                  <a:cubicBezTo>
                    <a:pt x="61" y="123"/>
                    <a:pt x="57" y="125"/>
                    <a:pt x="53" y="127"/>
                  </a:cubicBezTo>
                  <a:cubicBezTo>
                    <a:pt x="60" y="126"/>
                    <a:pt x="67" y="122"/>
                    <a:pt x="74" y="118"/>
                  </a:cubicBezTo>
                  <a:cubicBezTo>
                    <a:pt x="79" y="115"/>
                    <a:pt x="84" y="112"/>
                    <a:pt x="89" y="110"/>
                  </a:cubicBezTo>
                  <a:close/>
                  <a:moveTo>
                    <a:pt x="2" y="121"/>
                  </a:moveTo>
                  <a:cubicBezTo>
                    <a:pt x="2" y="123"/>
                    <a:pt x="3" y="125"/>
                    <a:pt x="4" y="127"/>
                  </a:cubicBezTo>
                  <a:cubicBezTo>
                    <a:pt x="3" y="127"/>
                    <a:pt x="3" y="125"/>
                    <a:pt x="3" y="124"/>
                  </a:cubicBezTo>
                  <a:cubicBezTo>
                    <a:pt x="3" y="123"/>
                    <a:pt x="4" y="122"/>
                    <a:pt x="3" y="121"/>
                  </a:cubicBezTo>
                  <a:cubicBezTo>
                    <a:pt x="3" y="121"/>
                    <a:pt x="3" y="121"/>
                    <a:pt x="2" y="121"/>
                  </a:cubicBezTo>
                  <a:close/>
                  <a:moveTo>
                    <a:pt x="116" y="108"/>
                  </a:moveTo>
                  <a:cubicBezTo>
                    <a:pt x="117" y="109"/>
                    <a:pt x="118" y="110"/>
                    <a:pt x="118" y="111"/>
                  </a:cubicBezTo>
                  <a:cubicBezTo>
                    <a:pt x="120" y="115"/>
                    <a:pt x="122" y="118"/>
                    <a:pt x="120" y="123"/>
                  </a:cubicBezTo>
                  <a:cubicBezTo>
                    <a:pt x="122" y="122"/>
                    <a:pt x="123" y="121"/>
                    <a:pt x="123" y="119"/>
                  </a:cubicBezTo>
                  <a:cubicBezTo>
                    <a:pt x="123" y="115"/>
                    <a:pt x="119" y="110"/>
                    <a:pt x="116" y="108"/>
                  </a:cubicBezTo>
                  <a:close/>
                  <a:moveTo>
                    <a:pt x="102" y="108"/>
                  </a:moveTo>
                  <a:cubicBezTo>
                    <a:pt x="103" y="103"/>
                    <a:pt x="103" y="103"/>
                    <a:pt x="103" y="103"/>
                  </a:cubicBezTo>
                  <a:cubicBezTo>
                    <a:pt x="104" y="92"/>
                    <a:pt x="109" y="82"/>
                    <a:pt x="114" y="72"/>
                  </a:cubicBezTo>
                  <a:cubicBezTo>
                    <a:pt x="121" y="60"/>
                    <a:pt x="127" y="47"/>
                    <a:pt x="128" y="32"/>
                  </a:cubicBezTo>
                  <a:cubicBezTo>
                    <a:pt x="130" y="32"/>
                    <a:pt x="130" y="32"/>
                    <a:pt x="130" y="32"/>
                  </a:cubicBezTo>
                  <a:cubicBezTo>
                    <a:pt x="131" y="51"/>
                    <a:pt x="122" y="68"/>
                    <a:pt x="114" y="84"/>
                  </a:cubicBezTo>
                  <a:cubicBezTo>
                    <a:pt x="110" y="90"/>
                    <a:pt x="107" y="97"/>
                    <a:pt x="104" y="103"/>
                  </a:cubicBezTo>
                  <a:lnTo>
                    <a:pt x="102" y="108"/>
                  </a:lnTo>
                  <a:close/>
                  <a:moveTo>
                    <a:pt x="128" y="44"/>
                  </a:moveTo>
                  <a:cubicBezTo>
                    <a:pt x="125" y="54"/>
                    <a:pt x="120" y="63"/>
                    <a:pt x="116" y="72"/>
                  </a:cubicBezTo>
                  <a:cubicBezTo>
                    <a:pt x="111" y="81"/>
                    <a:pt x="107" y="89"/>
                    <a:pt x="105" y="97"/>
                  </a:cubicBezTo>
                  <a:cubicBezTo>
                    <a:pt x="108" y="92"/>
                    <a:pt x="110" y="88"/>
                    <a:pt x="112" y="83"/>
                  </a:cubicBezTo>
                  <a:cubicBezTo>
                    <a:pt x="119" y="71"/>
                    <a:pt x="126" y="58"/>
                    <a:pt x="128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80" name="Picture Placeholder 33" descr="An empty placeholder to add an image. Click on the placeholder and select the image that you wish to add."/>
          <p:cNvSpPr>
            <a:spLocks noGrp="1"/>
          </p:cNvSpPr>
          <p:nvPr>
            <p:ph type="pic" sz="quarter" idx="20"/>
          </p:nvPr>
        </p:nvSpPr>
        <p:spPr>
          <a:xfrm>
            <a:off x="8222798" y="1824285"/>
            <a:ext cx="2715768" cy="2776308"/>
          </a:xfrm>
          <a:solidFill>
            <a:schemeClr val="bg2"/>
          </a:solidFill>
          <a:ln w="38100">
            <a:solidFill>
              <a:schemeClr val="bg1"/>
            </a:solidFill>
          </a:ln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dirty="0"/>
          </a:p>
        </p:txBody>
      </p:sp>
      <p:sp>
        <p:nvSpPr>
          <p:cNvPr id="83" name="Text Placeholder 3"/>
          <p:cNvSpPr>
            <a:spLocks noGrp="1"/>
          </p:cNvSpPr>
          <p:nvPr>
            <p:ph type="body" sz="half" idx="22"/>
          </p:nvPr>
        </p:nvSpPr>
        <p:spPr>
          <a:xfrm>
            <a:off x="8209082" y="4947405"/>
            <a:ext cx="2743200" cy="914400"/>
          </a:xfrm>
        </p:spPr>
        <p:txBody>
          <a:bodyPr>
            <a:normAutofit/>
          </a:bodyPr>
          <a:lstStyle>
            <a:lvl1pPr marL="0" indent="0">
              <a:spcBef>
                <a:spcPts val="16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B156B-59AE-415F-B24B-8756D48BB977}" type="slidenum">
              <a:rPr/>
              <a:pPr/>
              <a:t>‹#›</a:t>
            </a:fld>
            <a:endParaRPr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99945-0A15-4715-AB6C-F5E56CF20F70}" type="datetimeFigureOut">
              <a:rPr lang="en-US"/>
              <a:pPr/>
              <a:t>12/13/2025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8193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66214" y="421594"/>
            <a:ext cx="2286000" cy="188550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84" name="Group 83"/>
          <p:cNvGrpSpPr>
            <a:grpSpLocks noChangeAspect="1"/>
          </p:cNvGrpSpPr>
          <p:nvPr/>
        </p:nvGrpSpPr>
        <p:grpSpPr>
          <a:xfrm rot="16200000" flipV="1">
            <a:off x="274315" y="1102304"/>
            <a:ext cx="5053664" cy="4411852"/>
            <a:chOff x="895350" y="3313113"/>
            <a:chExt cx="3613151" cy="2790825"/>
          </a:xfrm>
          <a:solidFill>
            <a:schemeClr val="tx1">
              <a:lumMod val="50000"/>
            </a:schemeClr>
          </a:solidFill>
        </p:grpSpPr>
        <p:sp>
          <p:nvSpPr>
            <p:cNvPr id="85" name="Freeform 41"/>
            <p:cNvSpPr>
              <a:spLocks/>
            </p:cNvSpPr>
            <p:nvPr/>
          </p:nvSpPr>
          <p:spPr bwMode="auto">
            <a:xfrm>
              <a:off x="963613" y="3725863"/>
              <a:ext cx="11113" cy="1952625"/>
            </a:xfrm>
            <a:custGeom>
              <a:avLst/>
              <a:gdLst>
                <a:gd name="T0" fmla="*/ 3 w 5"/>
                <a:gd name="T1" fmla="*/ 0 h 868"/>
                <a:gd name="T2" fmla="*/ 4 w 5"/>
                <a:gd name="T3" fmla="*/ 217 h 868"/>
                <a:gd name="T4" fmla="*/ 3 w 5"/>
                <a:gd name="T5" fmla="*/ 326 h 868"/>
                <a:gd name="T6" fmla="*/ 4 w 5"/>
                <a:gd name="T7" fmla="*/ 434 h 868"/>
                <a:gd name="T8" fmla="*/ 4 w 5"/>
                <a:gd name="T9" fmla="*/ 651 h 868"/>
                <a:gd name="T10" fmla="*/ 4 w 5"/>
                <a:gd name="T11" fmla="*/ 760 h 868"/>
                <a:gd name="T12" fmla="*/ 3 w 5"/>
                <a:gd name="T13" fmla="*/ 868 h 868"/>
                <a:gd name="T14" fmla="*/ 2 w 5"/>
                <a:gd name="T15" fmla="*/ 868 h 868"/>
                <a:gd name="T16" fmla="*/ 1 w 5"/>
                <a:gd name="T17" fmla="*/ 760 h 868"/>
                <a:gd name="T18" fmla="*/ 0 w 5"/>
                <a:gd name="T19" fmla="*/ 651 h 868"/>
                <a:gd name="T20" fmla="*/ 1 w 5"/>
                <a:gd name="T21" fmla="*/ 434 h 868"/>
                <a:gd name="T22" fmla="*/ 2 w 5"/>
                <a:gd name="T23" fmla="*/ 326 h 868"/>
                <a:gd name="T24" fmla="*/ 1 w 5"/>
                <a:gd name="T25" fmla="*/ 217 h 868"/>
                <a:gd name="T26" fmla="*/ 2 w 5"/>
                <a:gd name="T27" fmla="*/ 0 h 868"/>
                <a:gd name="T28" fmla="*/ 3 w 5"/>
                <a:gd name="T29" fmla="*/ 0 h 8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" h="868">
                  <a:moveTo>
                    <a:pt x="3" y="0"/>
                  </a:moveTo>
                  <a:cubicBezTo>
                    <a:pt x="4" y="73"/>
                    <a:pt x="4" y="145"/>
                    <a:pt x="4" y="217"/>
                  </a:cubicBezTo>
                  <a:cubicBezTo>
                    <a:pt x="4" y="253"/>
                    <a:pt x="3" y="290"/>
                    <a:pt x="3" y="326"/>
                  </a:cubicBezTo>
                  <a:cubicBezTo>
                    <a:pt x="3" y="362"/>
                    <a:pt x="3" y="398"/>
                    <a:pt x="4" y="434"/>
                  </a:cubicBezTo>
                  <a:cubicBezTo>
                    <a:pt x="4" y="507"/>
                    <a:pt x="5" y="579"/>
                    <a:pt x="4" y="651"/>
                  </a:cubicBezTo>
                  <a:cubicBezTo>
                    <a:pt x="5" y="687"/>
                    <a:pt x="4" y="724"/>
                    <a:pt x="4" y="760"/>
                  </a:cubicBezTo>
                  <a:cubicBezTo>
                    <a:pt x="4" y="796"/>
                    <a:pt x="3" y="832"/>
                    <a:pt x="3" y="868"/>
                  </a:cubicBezTo>
                  <a:cubicBezTo>
                    <a:pt x="2" y="868"/>
                    <a:pt x="2" y="868"/>
                    <a:pt x="2" y="868"/>
                  </a:cubicBezTo>
                  <a:cubicBezTo>
                    <a:pt x="2" y="832"/>
                    <a:pt x="1" y="796"/>
                    <a:pt x="1" y="760"/>
                  </a:cubicBezTo>
                  <a:cubicBezTo>
                    <a:pt x="1" y="724"/>
                    <a:pt x="0" y="687"/>
                    <a:pt x="0" y="651"/>
                  </a:cubicBezTo>
                  <a:cubicBezTo>
                    <a:pt x="0" y="579"/>
                    <a:pt x="1" y="507"/>
                    <a:pt x="1" y="434"/>
                  </a:cubicBezTo>
                  <a:cubicBezTo>
                    <a:pt x="2" y="398"/>
                    <a:pt x="2" y="362"/>
                    <a:pt x="2" y="326"/>
                  </a:cubicBezTo>
                  <a:cubicBezTo>
                    <a:pt x="2" y="290"/>
                    <a:pt x="1" y="253"/>
                    <a:pt x="1" y="217"/>
                  </a:cubicBezTo>
                  <a:cubicBezTo>
                    <a:pt x="0" y="145"/>
                    <a:pt x="1" y="73"/>
                    <a:pt x="2" y="0"/>
                  </a:cubicBezTo>
                  <a:lnTo>
                    <a:pt x="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86" name="Freeform 42"/>
            <p:cNvSpPr>
              <a:spLocks/>
            </p:cNvSpPr>
            <p:nvPr/>
          </p:nvSpPr>
          <p:spPr bwMode="auto">
            <a:xfrm>
              <a:off x="1350963" y="6038850"/>
              <a:ext cx="2736850" cy="11113"/>
            </a:xfrm>
            <a:custGeom>
              <a:avLst/>
              <a:gdLst>
                <a:gd name="T0" fmla="*/ 0 w 1216"/>
                <a:gd name="T1" fmla="*/ 2 h 5"/>
                <a:gd name="T2" fmla="*/ 304 w 1216"/>
                <a:gd name="T3" fmla="*/ 1 h 5"/>
                <a:gd name="T4" fmla="*/ 456 w 1216"/>
                <a:gd name="T5" fmla="*/ 2 h 5"/>
                <a:gd name="T6" fmla="*/ 608 w 1216"/>
                <a:gd name="T7" fmla="*/ 1 h 5"/>
                <a:gd name="T8" fmla="*/ 912 w 1216"/>
                <a:gd name="T9" fmla="*/ 0 h 5"/>
                <a:gd name="T10" fmla="*/ 1064 w 1216"/>
                <a:gd name="T11" fmla="*/ 1 h 5"/>
                <a:gd name="T12" fmla="*/ 1216 w 1216"/>
                <a:gd name="T13" fmla="*/ 2 h 5"/>
                <a:gd name="T14" fmla="*/ 1216 w 1216"/>
                <a:gd name="T15" fmla="*/ 2 h 5"/>
                <a:gd name="T16" fmla="*/ 1064 w 1216"/>
                <a:gd name="T17" fmla="*/ 4 h 5"/>
                <a:gd name="T18" fmla="*/ 912 w 1216"/>
                <a:gd name="T19" fmla="*/ 4 h 5"/>
                <a:gd name="T20" fmla="*/ 608 w 1216"/>
                <a:gd name="T21" fmla="*/ 3 h 5"/>
                <a:gd name="T22" fmla="*/ 456 w 1216"/>
                <a:gd name="T23" fmla="*/ 3 h 5"/>
                <a:gd name="T24" fmla="*/ 304 w 1216"/>
                <a:gd name="T25" fmla="*/ 4 h 5"/>
                <a:gd name="T26" fmla="*/ 0 w 1216"/>
                <a:gd name="T27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16" h="5">
                  <a:moveTo>
                    <a:pt x="0" y="2"/>
                  </a:moveTo>
                  <a:cubicBezTo>
                    <a:pt x="101" y="1"/>
                    <a:pt x="202" y="0"/>
                    <a:pt x="304" y="1"/>
                  </a:cubicBezTo>
                  <a:cubicBezTo>
                    <a:pt x="354" y="1"/>
                    <a:pt x="405" y="2"/>
                    <a:pt x="456" y="2"/>
                  </a:cubicBezTo>
                  <a:cubicBezTo>
                    <a:pt x="506" y="2"/>
                    <a:pt x="557" y="1"/>
                    <a:pt x="608" y="1"/>
                  </a:cubicBezTo>
                  <a:cubicBezTo>
                    <a:pt x="709" y="1"/>
                    <a:pt x="810" y="0"/>
                    <a:pt x="912" y="0"/>
                  </a:cubicBezTo>
                  <a:cubicBezTo>
                    <a:pt x="962" y="0"/>
                    <a:pt x="1013" y="1"/>
                    <a:pt x="1064" y="1"/>
                  </a:cubicBezTo>
                  <a:cubicBezTo>
                    <a:pt x="1114" y="1"/>
                    <a:pt x="1165" y="1"/>
                    <a:pt x="1216" y="2"/>
                  </a:cubicBezTo>
                  <a:cubicBezTo>
                    <a:pt x="1216" y="2"/>
                    <a:pt x="1216" y="2"/>
                    <a:pt x="1216" y="2"/>
                  </a:cubicBezTo>
                  <a:cubicBezTo>
                    <a:pt x="1165" y="3"/>
                    <a:pt x="1114" y="3"/>
                    <a:pt x="1064" y="4"/>
                  </a:cubicBezTo>
                  <a:cubicBezTo>
                    <a:pt x="1013" y="4"/>
                    <a:pt x="962" y="4"/>
                    <a:pt x="912" y="4"/>
                  </a:cubicBezTo>
                  <a:cubicBezTo>
                    <a:pt x="810" y="5"/>
                    <a:pt x="709" y="4"/>
                    <a:pt x="608" y="3"/>
                  </a:cubicBezTo>
                  <a:cubicBezTo>
                    <a:pt x="557" y="3"/>
                    <a:pt x="506" y="3"/>
                    <a:pt x="456" y="3"/>
                  </a:cubicBezTo>
                  <a:cubicBezTo>
                    <a:pt x="405" y="3"/>
                    <a:pt x="354" y="4"/>
                    <a:pt x="304" y="4"/>
                  </a:cubicBezTo>
                  <a:cubicBezTo>
                    <a:pt x="202" y="4"/>
                    <a:pt x="101" y="4"/>
                    <a:pt x="0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87" name="Freeform 43"/>
            <p:cNvSpPr>
              <a:spLocks/>
            </p:cNvSpPr>
            <p:nvPr/>
          </p:nvSpPr>
          <p:spPr bwMode="auto">
            <a:xfrm>
              <a:off x="1330325" y="3378200"/>
              <a:ext cx="2743200" cy="11113"/>
            </a:xfrm>
            <a:custGeom>
              <a:avLst/>
              <a:gdLst>
                <a:gd name="T0" fmla="*/ 0 w 1219"/>
                <a:gd name="T1" fmla="*/ 2 h 5"/>
                <a:gd name="T2" fmla="*/ 304 w 1219"/>
                <a:gd name="T3" fmla="*/ 1 h 5"/>
                <a:gd name="T4" fmla="*/ 457 w 1219"/>
                <a:gd name="T5" fmla="*/ 2 h 5"/>
                <a:gd name="T6" fmla="*/ 609 w 1219"/>
                <a:gd name="T7" fmla="*/ 1 h 5"/>
                <a:gd name="T8" fmla="*/ 914 w 1219"/>
                <a:gd name="T9" fmla="*/ 0 h 5"/>
                <a:gd name="T10" fmla="*/ 1067 w 1219"/>
                <a:gd name="T11" fmla="*/ 1 h 5"/>
                <a:gd name="T12" fmla="*/ 1219 w 1219"/>
                <a:gd name="T13" fmla="*/ 2 h 5"/>
                <a:gd name="T14" fmla="*/ 1219 w 1219"/>
                <a:gd name="T15" fmla="*/ 3 h 5"/>
                <a:gd name="T16" fmla="*/ 1067 w 1219"/>
                <a:gd name="T17" fmla="*/ 4 h 5"/>
                <a:gd name="T18" fmla="*/ 914 w 1219"/>
                <a:gd name="T19" fmla="*/ 4 h 5"/>
                <a:gd name="T20" fmla="*/ 609 w 1219"/>
                <a:gd name="T21" fmla="*/ 3 h 5"/>
                <a:gd name="T22" fmla="*/ 457 w 1219"/>
                <a:gd name="T23" fmla="*/ 3 h 5"/>
                <a:gd name="T24" fmla="*/ 304 w 1219"/>
                <a:gd name="T25" fmla="*/ 4 h 5"/>
                <a:gd name="T26" fmla="*/ 0 w 1219"/>
                <a:gd name="T27" fmla="*/ 3 h 5"/>
                <a:gd name="T28" fmla="*/ 0 w 1219"/>
                <a:gd name="T29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19" h="5">
                  <a:moveTo>
                    <a:pt x="0" y="2"/>
                  </a:moveTo>
                  <a:cubicBezTo>
                    <a:pt x="101" y="1"/>
                    <a:pt x="203" y="0"/>
                    <a:pt x="304" y="1"/>
                  </a:cubicBezTo>
                  <a:cubicBezTo>
                    <a:pt x="355" y="1"/>
                    <a:pt x="406" y="2"/>
                    <a:pt x="457" y="2"/>
                  </a:cubicBezTo>
                  <a:cubicBezTo>
                    <a:pt x="508" y="2"/>
                    <a:pt x="559" y="1"/>
                    <a:pt x="609" y="1"/>
                  </a:cubicBezTo>
                  <a:cubicBezTo>
                    <a:pt x="711" y="1"/>
                    <a:pt x="813" y="0"/>
                    <a:pt x="914" y="0"/>
                  </a:cubicBezTo>
                  <a:cubicBezTo>
                    <a:pt x="965" y="0"/>
                    <a:pt x="1016" y="1"/>
                    <a:pt x="1067" y="1"/>
                  </a:cubicBezTo>
                  <a:cubicBezTo>
                    <a:pt x="1117" y="1"/>
                    <a:pt x="1168" y="1"/>
                    <a:pt x="1219" y="2"/>
                  </a:cubicBezTo>
                  <a:cubicBezTo>
                    <a:pt x="1219" y="3"/>
                    <a:pt x="1219" y="3"/>
                    <a:pt x="1219" y="3"/>
                  </a:cubicBezTo>
                  <a:cubicBezTo>
                    <a:pt x="1168" y="3"/>
                    <a:pt x="1117" y="4"/>
                    <a:pt x="1067" y="4"/>
                  </a:cubicBezTo>
                  <a:cubicBezTo>
                    <a:pt x="1016" y="4"/>
                    <a:pt x="965" y="4"/>
                    <a:pt x="914" y="4"/>
                  </a:cubicBezTo>
                  <a:cubicBezTo>
                    <a:pt x="813" y="5"/>
                    <a:pt x="711" y="4"/>
                    <a:pt x="609" y="3"/>
                  </a:cubicBezTo>
                  <a:cubicBezTo>
                    <a:pt x="559" y="3"/>
                    <a:pt x="508" y="3"/>
                    <a:pt x="457" y="3"/>
                  </a:cubicBezTo>
                  <a:cubicBezTo>
                    <a:pt x="406" y="3"/>
                    <a:pt x="355" y="4"/>
                    <a:pt x="304" y="4"/>
                  </a:cubicBezTo>
                  <a:cubicBezTo>
                    <a:pt x="203" y="4"/>
                    <a:pt x="101" y="4"/>
                    <a:pt x="0" y="3"/>
                  </a:cubicBez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88" name="Freeform 44"/>
            <p:cNvSpPr>
              <a:spLocks/>
            </p:cNvSpPr>
            <p:nvPr/>
          </p:nvSpPr>
          <p:spPr bwMode="auto">
            <a:xfrm>
              <a:off x="4443413" y="3759200"/>
              <a:ext cx="9525" cy="1919288"/>
            </a:xfrm>
            <a:custGeom>
              <a:avLst/>
              <a:gdLst>
                <a:gd name="T0" fmla="*/ 2 w 4"/>
                <a:gd name="T1" fmla="*/ 853 h 853"/>
                <a:gd name="T2" fmla="*/ 0 w 4"/>
                <a:gd name="T3" fmla="*/ 640 h 853"/>
                <a:gd name="T4" fmla="*/ 1 w 4"/>
                <a:gd name="T5" fmla="*/ 533 h 853"/>
                <a:gd name="T6" fmla="*/ 1 w 4"/>
                <a:gd name="T7" fmla="*/ 427 h 853"/>
                <a:gd name="T8" fmla="*/ 0 w 4"/>
                <a:gd name="T9" fmla="*/ 213 h 853"/>
                <a:gd name="T10" fmla="*/ 0 w 4"/>
                <a:gd name="T11" fmla="*/ 107 h 853"/>
                <a:gd name="T12" fmla="*/ 2 w 4"/>
                <a:gd name="T13" fmla="*/ 0 h 853"/>
                <a:gd name="T14" fmla="*/ 2 w 4"/>
                <a:gd name="T15" fmla="*/ 0 h 853"/>
                <a:gd name="T16" fmla="*/ 3 w 4"/>
                <a:gd name="T17" fmla="*/ 107 h 853"/>
                <a:gd name="T18" fmla="*/ 4 w 4"/>
                <a:gd name="T19" fmla="*/ 213 h 853"/>
                <a:gd name="T20" fmla="*/ 3 w 4"/>
                <a:gd name="T21" fmla="*/ 427 h 853"/>
                <a:gd name="T22" fmla="*/ 2 w 4"/>
                <a:gd name="T23" fmla="*/ 533 h 853"/>
                <a:gd name="T24" fmla="*/ 3 w 4"/>
                <a:gd name="T25" fmla="*/ 640 h 853"/>
                <a:gd name="T26" fmla="*/ 2 w 4"/>
                <a:gd name="T27" fmla="*/ 853 h 8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" h="853">
                  <a:moveTo>
                    <a:pt x="2" y="853"/>
                  </a:moveTo>
                  <a:cubicBezTo>
                    <a:pt x="0" y="782"/>
                    <a:pt x="0" y="711"/>
                    <a:pt x="0" y="640"/>
                  </a:cubicBezTo>
                  <a:cubicBezTo>
                    <a:pt x="0" y="604"/>
                    <a:pt x="1" y="569"/>
                    <a:pt x="1" y="533"/>
                  </a:cubicBezTo>
                  <a:cubicBezTo>
                    <a:pt x="1" y="498"/>
                    <a:pt x="1" y="462"/>
                    <a:pt x="1" y="427"/>
                  </a:cubicBezTo>
                  <a:cubicBezTo>
                    <a:pt x="0" y="356"/>
                    <a:pt x="0" y="284"/>
                    <a:pt x="0" y="213"/>
                  </a:cubicBezTo>
                  <a:cubicBezTo>
                    <a:pt x="0" y="178"/>
                    <a:pt x="0" y="142"/>
                    <a:pt x="0" y="107"/>
                  </a:cubicBezTo>
                  <a:cubicBezTo>
                    <a:pt x="1" y="71"/>
                    <a:pt x="1" y="36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3" y="36"/>
                    <a:pt x="3" y="71"/>
                    <a:pt x="3" y="107"/>
                  </a:cubicBezTo>
                  <a:cubicBezTo>
                    <a:pt x="4" y="142"/>
                    <a:pt x="4" y="178"/>
                    <a:pt x="4" y="213"/>
                  </a:cubicBezTo>
                  <a:cubicBezTo>
                    <a:pt x="4" y="284"/>
                    <a:pt x="3" y="356"/>
                    <a:pt x="3" y="427"/>
                  </a:cubicBezTo>
                  <a:cubicBezTo>
                    <a:pt x="3" y="462"/>
                    <a:pt x="2" y="498"/>
                    <a:pt x="2" y="533"/>
                  </a:cubicBezTo>
                  <a:cubicBezTo>
                    <a:pt x="3" y="569"/>
                    <a:pt x="3" y="604"/>
                    <a:pt x="3" y="640"/>
                  </a:cubicBezTo>
                  <a:cubicBezTo>
                    <a:pt x="4" y="711"/>
                    <a:pt x="3" y="782"/>
                    <a:pt x="2" y="8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89" name="Freeform 45"/>
            <p:cNvSpPr>
              <a:spLocks noEditPoints="1"/>
            </p:cNvSpPr>
            <p:nvPr/>
          </p:nvSpPr>
          <p:spPr bwMode="auto">
            <a:xfrm>
              <a:off x="903288" y="5772150"/>
              <a:ext cx="341313" cy="331788"/>
            </a:xfrm>
            <a:custGeom>
              <a:avLst/>
              <a:gdLst>
                <a:gd name="T0" fmla="*/ 127 w 152"/>
                <a:gd name="T1" fmla="*/ 122 h 148"/>
                <a:gd name="T2" fmla="*/ 84 w 152"/>
                <a:gd name="T3" fmla="*/ 134 h 148"/>
                <a:gd name="T4" fmla="*/ 112 w 152"/>
                <a:gd name="T5" fmla="*/ 131 h 148"/>
                <a:gd name="T6" fmla="*/ 48 w 152"/>
                <a:gd name="T7" fmla="*/ 142 h 148"/>
                <a:gd name="T8" fmla="*/ 4 w 152"/>
                <a:gd name="T9" fmla="*/ 95 h 148"/>
                <a:gd name="T10" fmla="*/ 20 w 152"/>
                <a:gd name="T11" fmla="*/ 61 h 148"/>
                <a:gd name="T12" fmla="*/ 26 w 152"/>
                <a:gd name="T13" fmla="*/ 58 h 148"/>
                <a:gd name="T14" fmla="*/ 31 w 152"/>
                <a:gd name="T15" fmla="*/ 23 h 148"/>
                <a:gd name="T16" fmla="*/ 19 w 152"/>
                <a:gd name="T17" fmla="*/ 0 h 148"/>
                <a:gd name="T18" fmla="*/ 33 w 152"/>
                <a:gd name="T19" fmla="*/ 57 h 148"/>
                <a:gd name="T20" fmla="*/ 41 w 152"/>
                <a:gd name="T21" fmla="*/ 63 h 148"/>
                <a:gd name="T22" fmla="*/ 36 w 152"/>
                <a:gd name="T23" fmla="*/ 80 h 148"/>
                <a:gd name="T24" fmla="*/ 26 w 152"/>
                <a:gd name="T25" fmla="*/ 67 h 148"/>
                <a:gd name="T26" fmla="*/ 64 w 152"/>
                <a:gd name="T27" fmla="*/ 132 h 148"/>
                <a:gd name="T28" fmla="*/ 84 w 152"/>
                <a:gd name="T29" fmla="*/ 112 h 148"/>
                <a:gd name="T30" fmla="*/ 77 w 152"/>
                <a:gd name="T31" fmla="*/ 131 h 148"/>
                <a:gd name="T32" fmla="*/ 152 w 152"/>
                <a:gd name="T33" fmla="*/ 129 h 148"/>
                <a:gd name="T34" fmla="*/ 114 w 152"/>
                <a:gd name="T35" fmla="*/ 131 h 148"/>
                <a:gd name="T36" fmla="*/ 127 w 152"/>
                <a:gd name="T37" fmla="*/ 122 h 148"/>
                <a:gd name="T38" fmla="*/ 74 w 152"/>
                <a:gd name="T39" fmla="*/ 128 h 148"/>
                <a:gd name="T40" fmla="*/ 68 w 152"/>
                <a:gd name="T41" fmla="*/ 112 h 148"/>
                <a:gd name="T42" fmla="*/ 66 w 152"/>
                <a:gd name="T43" fmla="*/ 117 h 148"/>
                <a:gd name="T44" fmla="*/ 66 w 152"/>
                <a:gd name="T45" fmla="*/ 125 h 148"/>
                <a:gd name="T46" fmla="*/ 73 w 152"/>
                <a:gd name="T47" fmla="*/ 128 h 148"/>
                <a:gd name="T48" fmla="*/ 74 w 152"/>
                <a:gd name="T49" fmla="*/ 114 h 148"/>
                <a:gd name="T50" fmla="*/ 74 w 152"/>
                <a:gd name="T51" fmla="*/ 128 h 148"/>
                <a:gd name="T52" fmla="*/ 9 w 152"/>
                <a:gd name="T53" fmla="*/ 88 h 148"/>
                <a:gd name="T54" fmla="*/ 56 w 152"/>
                <a:gd name="T55" fmla="*/ 135 h 148"/>
                <a:gd name="T56" fmla="*/ 9 w 152"/>
                <a:gd name="T57" fmla="*/ 88 h 148"/>
                <a:gd name="T58" fmla="*/ 37 w 152"/>
                <a:gd name="T59" fmla="*/ 61 h 148"/>
                <a:gd name="T60" fmla="*/ 31 w 152"/>
                <a:gd name="T61" fmla="*/ 77 h 148"/>
                <a:gd name="T62" fmla="*/ 37 w 152"/>
                <a:gd name="T63" fmla="*/ 61 h 148"/>
                <a:gd name="T64" fmla="*/ 30 w 152"/>
                <a:gd name="T65" fmla="*/ 57 h 148"/>
                <a:gd name="T66" fmla="*/ 33 w 152"/>
                <a:gd name="T67" fmla="*/ 31 h 148"/>
                <a:gd name="T68" fmla="*/ 30 w 152"/>
                <a:gd name="T69" fmla="*/ 57 h 148"/>
                <a:gd name="T70" fmla="*/ 30 w 152"/>
                <a:gd name="T71" fmla="*/ 61 h 148"/>
                <a:gd name="T72" fmla="*/ 30 w 152"/>
                <a:gd name="T73" fmla="*/ 74 h 148"/>
                <a:gd name="T74" fmla="*/ 30 w 152"/>
                <a:gd name="T75" fmla="*/ 61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52" h="148">
                  <a:moveTo>
                    <a:pt x="127" y="122"/>
                  </a:moveTo>
                  <a:cubicBezTo>
                    <a:pt x="115" y="118"/>
                    <a:pt x="99" y="137"/>
                    <a:pt x="84" y="134"/>
                  </a:cubicBezTo>
                  <a:cubicBezTo>
                    <a:pt x="92" y="142"/>
                    <a:pt x="106" y="130"/>
                    <a:pt x="112" y="131"/>
                  </a:cubicBezTo>
                  <a:cubicBezTo>
                    <a:pt x="95" y="147"/>
                    <a:pt x="66" y="127"/>
                    <a:pt x="48" y="142"/>
                  </a:cubicBezTo>
                  <a:cubicBezTo>
                    <a:pt x="19" y="142"/>
                    <a:pt x="1" y="123"/>
                    <a:pt x="4" y="95"/>
                  </a:cubicBezTo>
                  <a:cubicBezTo>
                    <a:pt x="6" y="82"/>
                    <a:pt x="19" y="74"/>
                    <a:pt x="20" y="61"/>
                  </a:cubicBezTo>
                  <a:cubicBezTo>
                    <a:pt x="23" y="58"/>
                    <a:pt x="22" y="60"/>
                    <a:pt x="26" y="58"/>
                  </a:cubicBezTo>
                  <a:cubicBezTo>
                    <a:pt x="25" y="45"/>
                    <a:pt x="33" y="34"/>
                    <a:pt x="31" y="23"/>
                  </a:cubicBezTo>
                  <a:cubicBezTo>
                    <a:pt x="30" y="12"/>
                    <a:pt x="19" y="8"/>
                    <a:pt x="19" y="0"/>
                  </a:cubicBezTo>
                  <a:cubicBezTo>
                    <a:pt x="36" y="7"/>
                    <a:pt x="41" y="36"/>
                    <a:pt x="33" y="57"/>
                  </a:cubicBezTo>
                  <a:cubicBezTo>
                    <a:pt x="34" y="60"/>
                    <a:pt x="40" y="59"/>
                    <a:pt x="41" y="63"/>
                  </a:cubicBezTo>
                  <a:cubicBezTo>
                    <a:pt x="43" y="69"/>
                    <a:pt x="40" y="75"/>
                    <a:pt x="36" y="80"/>
                  </a:cubicBezTo>
                  <a:cubicBezTo>
                    <a:pt x="27" y="79"/>
                    <a:pt x="20" y="74"/>
                    <a:pt x="26" y="67"/>
                  </a:cubicBezTo>
                  <a:cubicBezTo>
                    <a:pt x="1" y="88"/>
                    <a:pt x="14" y="148"/>
                    <a:pt x="64" y="132"/>
                  </a:cubicBezTo>
                  <a:cubicBezTo>
                    <a:pt x="54" y="118"/>
                    <a:pt x="73" y="97"/>
                    <a:pt x="84" y="112"/>
                  </a:cubicBezTo>
                  <a:cubicBezTo>
                    <a:pt x="86" y="123"/>
                    <a:pt x="81" y="126"/>
                    <a:pt x="77" y="131"/>
                  </a:cubicBezTo>
                  <a:cubicBezTo>
                    <a:pt x="101" y="137"/>
                    <a:pt x="133" y="102"/>
                    <a:pt x="152" y="129"/>
                  </a:cubicBezTo>
                  <a:cubicBezTo>
                    <a:pt x="143" y="117"/>
                    <a:pt x="124" y="124"/>
                    <a:pt x="114" y="131"/>
                  </a:cubicBezTo>
                  <a:cubicBezTo>
                    <a:pt x="116" y="126"/>
                    <a:pt x="123" y="126"/>
                    <a:pt x="127" y="122"/>
                  </a:cubicBezTo>
                  <a:close/>
                  <a:moveTo>
                    <a:pt x="74" y="128"/>
                  </a:moveTo>
                  <a:cubicBezTo>
                    <a:pt x="91" y="127"/>
                    <a:pt x="78" y="98"/>
                    <a:pt x="68" y="112"/>
                  </a:cubicBezTo>
                  <a:cubicBezTo>
                    <a:pt x="75" y="112"/>
                    <a:pt x="69" y="117"/>
                    <a:pt x="66" y="117"/>
                  </a:cubicBezTo>
                  <a:cubicBezTo>
                    <a:pt x="66" y="119"/>
                    <a:pt x="66" y="122"/>
                    <a:pt x="66" y="125"/>
                  </a:cubicBezTo>
                  <a:cubicBezTo>
                    <a:pt x="68" y="126"/>
                    <a:pt x="69" y="128"/>
                    <a:pt x="73" y="128"/>
                  </a:cubicBezTo>
                  <a:cubicBezTo>
                    <a:pt x="75" y="124"/>
                    <a:pt x="80" y="117"/>
                    <a:pt x="74" y="114"/>
                  </a:cubicBezTo>
                  <a:cubicBezTo>
                    <a:pt x="84" y="115"/>
                    <a:pt x="78" y="125"/>
                    <a:pt x="74" y="128"/>
                  </a:cubicBezTo>
                  <a:close/>
                  <a:moveTo>
                    <a:pt x="9" y="88"/>
                  </a:moveTo>
                  <a:cubicBezTo>
                    <a:pt x="0" y="121"/>
                    <a:pt x="28" y="148"/>
                    <a:pt x="56" y="135"/>
                  </a:cubicBezTo>
                  <a:cubicBezTo>
                    <a:pt x="20" y="145"/>
                    <a:pt x="13" y="115"/>
                    <a:pt x="9" y="88"/>
                  </a:cubicBezTo>
                  <a:close/>
                  <a:moveTo>
                    <a:pt x="37" y="61"/>
                  </a:moveTo>
                  <a:cubicBezTo>
                    <a:pt x="38" y="69"/>
                    <a:pt x="34" y="72"/>
                    <a:pt x="31" y="77"/>
                  </a:cubicBezTo>
                  <a:cubicBezTo>
                    <a:pt x="40" y="78"/>
                    <a:pt x="42" y="66"/>
                    <a:pt x="37" y="61"/>
                  </a:cubicBezTo>
                  <a:close/>
                  <a:moveTo>
                    <a:pt x="30" y="57"/>
                  </a:moveTo>
                  <a:cubicBezTo>
                    <a:pt x="30" y="49"/>
                    <a:pt x="38" y="40"/>
                    <a:pt x="33" y="31"/>
                  </a:cubicBezTo>
                  <a:cubicBezTo>
                    <a:pt x="34" y="41"/>
                    <a:pt x="26" y="49"/>
                    <a:pt x="30" y="57"/>
                  </a:cubicBezTo>
                  <a:close/>
                  <a:moveTo>
                    <a:pt x="30" y="61"/>
                  </a:moveTo>
                  <a:cubicBezTo>
                    <a:pt x="28" y="63"/>
                    <a:pt x="27" y="72"/>
                    <a:pt x="30" y="74"/>
                  </a:cubicBezTo>
                  <a:cubicBezTo>
                    <a:pt x="33" y="70"/>
                    <a:pt x="36" y="63"/>
                    <a:pt x="30" y="6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90" name="Freeform 46"/>
            <p:cNvSpPr>
              <a:spLocks noEditPoints="1"/>
            </p:cNvSpPr>
            <p:nvPr/>
          </p:nvSpPr>
          <p:spPr bwMode="auto">
            <a:xfrm>
              <a:off x="906463" y="5768975"/>
              <a:ext cx="341313" cy="323850"/>
            </a:xfrm>
            <a:custGeom>
              <a:avLst/>
              <a:gdLst>
                <a:gd name="T0" fmla="*/ 2 w 151"/>
                <a:gd name="T1" fmla="*/ 96 h 144"/>
                <a:gd name="T2" fmla="*/ 21 w 151"/>
                <a:gd name="T3" fmla="*/ 59 h 144"/>
                <a:gd name="T4" fmla="*/ 22 w 151"/>
                <a:gd name="T5" fmla="*/ 12 h 144"/>
                <a:gd name="T6" fmla="*/ 32 w 151"/>
                <a:gd name="T7" fmla="*/ 58 h 144"/>
                <a:gd name="T8" fmla="*/ 34 w 151"/>
                <a:gd name="T9" fmla="*/ 81 h 144"/>
                <a:gd name="T10" fmla="*/ 15 w 151"/>
                <a:gd name="T11" fmla="*/ 112 h 144"/>
                <a:gd name="T12" fmla="*/ 73 w 151"/>
                <a:gd name="T13" fmla="*/ 107 h 144"/>
                <a:gd name="T14" fmla="*/ 76 w 151"/>
                <a:gd name="T15" fmla="*/ 131 h 144"/>
                <a:gd name="T16" fmla="*/ 151 w 151"/>
                <a:gd name="T17" fmla="*/ 130 h 144"/>
                <a:gd name="T18" fmla="*/ 110 w 151"/>
                <a:gd name="T19" fmla="*/ 134 h 144"/>
                <a:gd name="T20" fmla="*/ 66 w 151"/>
                <a:gd name="T21" fmla="*/ 138 h 144"/>
                <a:gd name="T22" fmla="*/ 12 w 151"/>
                <a:gd name="T23" fmla="*/ 128 h 144"/>
                <a:gd name="T24" fmla="*/ 86 w 151"/>
                <a:gd name="T25" fmla="*/ 138 h 144"/>
                <a:gd name="T26" fmla="*/ 86 w 151"/>
                <a:gd name="T27" fmla="*/ 134 h 144"/>
                <a:gd name="T28" fmla="*/ 75 w 151"/>
                <a:gd name="T29" fmla="*/ 133 h 144"/>
                <a:gd name="T30" fmla="*/ 77 w 151"/>
                <a:gd name="T31" fmla="*/ 128 h 144"/>
                <a:gd name="T32" fmla="*/ 66 w 151"/>
                <a:gd name="T33" fmla="*/ 128 h 144"/>
                <a:gd name="T34" fmla="*/ 64 w 151"/>
                <a:gd name="T35" fmla="*/ 117 h 144"/>
                <a:gd name="T36" fmla="*/ 65 w 151"/>
                <a:gd name="T37" fmla="*/ 114 h 144"/>
                <a:gd name="T38" fmla="*/ 63 w 151"/>
                <a:gd name="T39" fmla="*/ 133 h 144"/>
                <a:gd name="T40" fmla="*/ 54 w 151"/>
                <a:gd name="T41" fmla="*/ 137 h 144"/>
                <a:gd name="T42" fmla="*/ 7 w 151"/>
                <a:gd name="T43" fmla="*/ 86 h 144"/>
                <a:gd name="T44" fmla="*/ 41 w 151"/>
                <a:gd name="T45" fmla="*/ 139 h 144"/>
                <a:gd name="T46" fmla="*/ 92 w 151"/>
                <a:gd name="T47" fmla="*/ 138 h 144"/>
                <a:gd name="T48" fmla="*/ 41 w 151"/>
                <a:gd name="T49" fmla="*/ 137 h 144"/>
                <a:gd name="T50" fmla="*/ 26 w 151"/>
                <a:gd name="T51" fmla="*/ 65 h 144"/>
                <a:gd name="T52" fmla="*/ 32 w 151"/>
                <a:gd name="T53" fmla="*/ 64 h 144"/>
                <a:gd name="T54" fmla="*/ 26 w 151"/>
                <a:gd name="T55" fmla="*/ 72 h 144"/>
                <a:gd name="T56" fmla="*/ 33 w 151"/>
                <a:gd name="T57" fmla="*/ 80 h 144"/>
                <a:gd name="T58" fmla="*/ 38 w 151"/>
                <a:gd name="T59" fmla="*/ 73 h 144"/>
                <a:gd name="T60" fmla="*/ 28 w 151"/>
                <a:gd name="T61" fmla="*/ 78 h 144"/>
                <a:gd name="T62" fmla="*/ 34 w 151"/>
                <a:gd name="T63" fmla="*/ 61 h 144"/>
                <a:gd name="T64" fmla="*/ 18 w 151"/>
                <a:gd name="T65" fmla="*/ 2 h 144"/>
                <a:gd name="T66" fmla="*/ 31 w 151"/>
                <a:gd name="T67" fmla="*/ 32 h 144"/>
                <a:gd name="T68" fmla="*/ 27 w 151"/>
                <a:gd name="T69" fmla="*/ 58 h 144"/>
                <a:gd name="T70" fmla="*/ 28 w 151"/>
                <a:gd name="T71" fmla="*/ 42 h 144"/>
                <a:gd name="T72" fmla="*/ 21 w 151"/>
                <a:gd name="T73" fmla="*/ 61 h 144"/>
                <a:gd name="T74" fmla="*/ 7 w 151"/>
                <a:gd name="T75" fmla="*/ 86 h 144"/>
                <a:gd name="T76" fmla="*/ 110 w 151"/>
                <a:gd name="T77" fmla="*/ 131 h 144"/>
                <a:gd name="T78" fmla="*/ 121 w 151"/>
                <a:gd name="T79" fmla="*/ 123 h 144"/>
                <a:gd name="T80" fmla="*/ 67 w 151"/>
                <a:gd name="T81" fmla="*/ 127 h 144"/>
                <a:gd name="T82" fmla="*/ 74 w 151"/>
                <a:gd name="T83" fmla="*/ 118 h 144"/>
                <a:gd name="T84" fmla="*/ 64 w 151"/>
                <a:gd name="T85" fmla="*/ 118 h 144"/>
                <a:gd name="T86" fmla="*/ 75 w 151"/>
                <a:gd name="T87" fmla="*/ 118 h 144"/>
                <a:gd name="T88" fmla="*/ 70 w 151"/>
                <a:gd name="T89" fmla="*/ 114 h 144"/>
                <a:gd name="T90" fmla="*/ 79 w 151"/>
                <a:gd name="T91" fmla="*/ 120 h 144"/>
                <a:gd name="T92" fmla="*/ 122 w 151"/>
                <a:gd name="T93" fmla="*/ 122 h 144"/>
                <a:gd name="T94" fmla="*/ 123 w 151"/>
                <a:gd name="T95" fmla="*/ 125 h 144"/>
                <a:gd name="T96" fmla="*/ 122 w 151"/>
                <a:gd name="T97" fmla="*/ 122 h 144"/>
                <a:gd name="T98" fmla="*/ 81 w 151"/>
                <a:gd name="T99" fmla="*/ 114 h 144"/>
                <a:gd name="T100" fmla="*/ 32 w 151"/>
                <a:gd name="T101" fmla="*/ 74 h 144"/>
                <a:gd name="T102" fmla="*/ 28 w 151"/>
                <a:gd name="T103" fmla="*/ 63 h 144"/>
                <a:gd name="T104" fmla="*/ 28 w 151"/>
                <a:gd name="T105" fmla="*/ 63 h 144"/>
                <a:gd name="T106" fmla="*/ 29 w 151"/>
                <a:gd name="T107" fmla="*/ 4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51" h="144">
                  <a:moveTo>
                    <a:pt x="47" y="144"/>
                  </a:moveTo>
                  <a:cubicBezTo>
                    <a:pt x="46" y="144"/>
                    <a:pt x="46" y="144"/>
                    <a:pt x="46" y="144"/>
                  </a:cubicBezTo>
                  <a:cubicBezTo>
                    <a:pt x="32" y="144"/>
                    <a:pt x="19" y="139"/>
                    <a:pt x="11" y="129"/>
                  </a:cubicBezTo>
                  <a:cubicBezTo>
                    <a:pt x="3" y="121"/>
                    <a:pt x="0" y="109"/>
                    <a:pt x="2" y="96"/>
                  </a:cubicBezTo>
                  <a:cubicBezTo>
                    <a:pt x="3" y="90"/>
                    <a:pt x="6" y="84"/>
                    <a:pt x="10" y="79"/>
                  </a:cubicBezTo>
                  <a:cubicBezTo>
                    <a:pt x="13" y="73"/>
                    <a:pt x="17" y="68"/>
                    <a:pt x="17" y="62"/>
                  </a:cubicBezTo>
                  <a:cubicBezTo>
                    <a:pt x="17" y="62"/>
                    <a:pt x="17" y="62"/>
                    <a:pt x="17" y="62"/>
                  </a:cubicBezTo>
                  <a:cubicBezTo>
                    <a:pt x="19" y="60"/>
                    <a:pt x="20" y="59"/>
                    <a:pt x="21" y="59"/>
                  </a:cubicBezTo>
                  <a:cubicBezTo>
                    <a:pt x="21" y="59"/>
                    <a:pt x="22" y="59"/>
                    <a:pt x="23" y="59"/>
                  </a:cubicBezTo>
                  <a:cubicBezTo>
                    <a:pt x="23" y="53"/>
                    <a:pt x="24" y="47"/>
                    <a:pt x="26" y="41"/>
                  </a:cubicBezTo>
                  <a:cubicBezTo>
                    <a:pt x="28" y="35"/>
                    <a:pt x="30" y="30"/>
                    <a:pt x="29" y="24"/>
                  </a:cubicBezTo>
                  <a:cubicBezTo>
                    <a:pt x="28" y="19"/>
                    <a:pt x="25" y="15"/>
                    <a:pt x="22" y="12"/>
                  </a:cubicBezTo>
                  <a:cubicBezTo>
                    <a:pt x="19" y="8"/>
                    <a:pt x="16" y="5"/>
                    <a:pt x="16" y="1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35" y="8"/>
                    <a:pt x="40" y="37"/>
                    <a:pt x="32" y="58"/>
                  </a:cubicBezTo>
                  <a:cubicBezTo>
                    <a:pt x="32" y="59"/>
                    <a:pt x="34" y="59"/>
                    <a:pt x="35" y="60"/>
                  </a:cubicBezTo>
                  <a:cubicBezTo>
                    <a:pt x="37" y="61"/>
                    <a:pt x="39" y="61"/>
                    <a:pt x="40" y="63"/>
                  </a:cubicBezTo>
                  <a:cubicBezTo>
                    <a:pt x="43" y="72"/>
                    <a:pt x="37" y="78"/>
                    <a:pt x="34" y="81"/>
                  </a:cubicBezTo>
                  <a:cubicBezTo>
                    <a:pt x="34" y="81"/>
                    <a:pt x="34" y="81"/>
                    <a:pt x="34" y="81"/>
                  </a:cubicBezTo>
                  <a:cubicBezTo>
                    <a:pt x="34" y="81"/>
                    <a:pt x="34" y="81"/>
                    <a:pt x="34" y="81"/>
                  </a:cubicBezTo>
                  <a:cubicBezTo>
                    <a:pt x="28" y="81"/>
                    <a:pt x="23" y="79"/>
                    <a:pt x="22" y="76"/>
                  </a:cubicBezTo>
                  <a:cubicBezTo>
                    <a:pt x="21" y="75"/>
                    <a:pt x="21" y="73"/>
                    <a:pt x="21" y="71"/>
                  </a:cubicBezTo>
                  <a:cubicBezTo>
                    <a:pt x="12" y="82"/>
                    <a:pt x="10" y="98"/>
                    <a:pt x="15" y="112"/>
                  </a:cubicBezTo>
                  <a:cubicBezTo>
                    <a:pt x="20" y="127"/>
                    <a:pt x="32" y="135"/>
                    <a:pt x="46" y="135"/>
                  </a:cubicBezTo>
                  <a:cubicBezTo>
                    <a:pt x="51" y="135"/>
                    <a:pt x="56" y="134"/>
                    <a:pt x="61" y="133"/>
                  </a:cubicBezTo>
                  <a:cubicBezTo>
                    <a:pt x="58" y="128"/>
                    <a:pt x="57" y="122"/>
                    <a:pt x="60" y="116"/>
                  </a:cubicBezTo>
                  <a:cubicBezTo>
                    <a:pt x="63" y="111"/>
                    <a:pt x="68" y="107"/>
                    <a:pt x="73" y="107"/>
                  </a:cubicBezTo>
                  <a:cubicBezTo>
                    <a:pt x="75" y="107"/>
                    <a:pt x="79" y="108"/>
                    <a:pt x="83" y="113"/>
                  </a:cubicBezTo>
                  <a:cubicBezTo>
                    <a:pt x="83" y="113"/>
                    <a:pt x="83" y="113"/>
                    <a:pt x="83" y="113"/>
                  </a:cubicBezTo>
                  <a:cubicBezTo>
                    <a:pt x="84" y="122"/>
                    <a:pt x="81" y="126"/>
                    <a:pt x="77" y="130"/>
                  </a:cubicBezTo>
                  <a:cubicBezTo>
                    <a:pt x="77" y="130"/>
                    <a:pt x="77" y="131"/>
                    <a:pt x="76" y="131"/>
                  </a:cubicBezTo>
                  <a:cubicBezTo>
                    <a:pt x="78" y="132"/>
                    <a:pt x="80" y="132"/>
                    <a:pt x="82" y="132"/>
                  </a:cubicBezTo>
                  <a:cubicBezTo>
                    <a:pt x="90" y="132"/>
                    <a:pt x="98" y="129"/>
                    <a:pt x="107" y="125"/>
                  </a:cubicBezTo>
                  <a:cubicBezTo>
                    <a:pt x="115" y="122"/>
                    <a:pt x="123" y="119"/>
                    <a:pt x="131" y="119"/>
                  </a:cubicBezTo>
                  <a:cubicBezTo>
                    <a:pt x="139" y="119"/>
                    <a:pt x="146" y="123"/>
                    <a:pt x="151" y="130"/>
                  </a:cubicBezTo>
                  <a:cubicBezTo>
                    <a:pt x="150" y="131"/>
                    <a:pt x="150" y="131"/>
                    <a:pt x="150" y="131"/>
                  </a:cubicBezTo>
                  <a:cubicBezTo>
                    <a:pt x="146" y="127"/>
                    <a:pt x="142" y="124"/>
                    <a:pt x="136" y="124"/>
                  </a:cubicBezTo>
                  <a:cubicBezTo>
                    <a:pt x="126" y="124"/>
                    <a:pt x="115" y="131"/>
                    <a:pt x="112" y="132"/>
                  </a:cubicBezTo>
                  <a:cubicBezTo>
                    <a:pt x="110" y="134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05" y="137"/>
                    <a:pt x="99" y="139"/>
                    <a:pt x="90" y="139"/>
                  </a:cubicBezTo>
                  <a:cubicBezTo>
                    <a:pt x="86" y="139"/>
                    <a:pt x="82" y="139"/>
                    <a:pt x="78" y="139"/>
                  </a:cubicBezTo>
                  <a:cubicBezTo>
                    <a:pt x="74" y="138"/>
                    <a:pt x="70" y="138"/>
                    <a:pt x="66" y="138"/>
                  </a:cubicBezTo>
                  <a:cubicBezTo>
                    <a:pt x="58" y="138"/>
                    <a:pt x="52" y="140"/>
                    <a:pt x="47" y="144"/>
                  </a:cubicBezTo>
                  <a:close/>
                  <a:moveTo>
                    <a:pt x="7" y="86"/>
                  </a:moveTo>
                  <a:cubicBezTo>
                    <a:pt x="5" y="89"/>
                    <a:pt x="4" y="93"/>
                    <a:pt x="3" y="96"/>
                  </a:cubicBezTo>
                  <a:cubicBezTo>
                    <a:pt x="2" y="109"/>
                    <a:pt x="5" y="120"/>
                    <a:pt x="12" y="128"/>
                  </a:cubicBezTo>
                  <a:cubicBezTo>
                    <a:pt x="20" y="137"/>
                    <a:pt x="32" y="142"/>
                    <a:pt x="46" y="142"/>
                  </a:cubicBezTo>
                  <a:cubicBezTo>
                    <a:pt x="51" y="138"/>
                    <a:pt x="57" y="136"/>
                    <a:pt x="66" y="136"/>
                  </a:cubicBezTo>
                  <a:cubicBezTo>
                    <a:pt x="70" y="136"/>
                    <a:pt x="74" y="137"/>
                    <a:pt x="78" y="137"/>
                  </a:cubicBezTo>
                  <a:cubicBezTo>
                    <a:pt x="81" y="137"/>
                    <a:pt x="83" y="138"/>
                    <a:pt x="86" y="138"/>
                  </a:cubicBezTo>
                  <a:cubicBezTo>
                    <a:pt x="84" y="137"/>
                    <a:pt x="83" y="136"/>
                    <a:pt x="81" y="135"/>
                  </a:cubicBezTo>
                  <a:cubicBezTo>
                    <a:pt x="80" y="133"/>
                    <a:pt x="80" y="133"/>
                    <a:pt x="80" y="133"/>
                  </a:cubicBezTo>
                  <a:cubicBezTo>
                    <a:pt x="82" y="134"/>
                    <a:pt x="82" y="134"/>
                    <a:pt x="82" y="134"/>
                  </a:cubicBezTo>
                  <a:cubicBezTo>
                    <a:pt x="83" y="134"/>
                    <a:pt x="84" y="134"/>
                    <a:pt x="86" y="134"/>
                  </a:cubicBezTo>
                  <a:cubicBezTo>
                    <a:pt x="92" y="134"/>
                    <a:pt x="99" y="131"/>
                    <a:pt x="105" y="128"/>
                  </a:cubicBezTo>
                  <a:cubicBezTo>
                    <a:pt x="105" y="128"/>
                    <a:pt x="105" y="128"/>
                    <a:pt x="105" y="128"/>
                  </a:cubicBezTo>
                  <a:cubicBezTo>
                    <a:pt x="97" y="131"/>
                    <a:pt x="89" y="133"/>
                    <a:pt x="82" y="133"/>
                  </a:cubicBezTo>
                  <a:cubicBezTo>
                    <a:pt x="79" y="133"/>
                    <a:pt x="77" y="133"/>
                    <a:pt x="75" y="133"/>
                  </a:cubicBezTo>
                  <a:cubicBezTo>
                    <a:pt x="74" y="132"/>
                    <a:pt x="74" y="132"/>
                    <a:pt x="74" y="132"/>
                  </a:cubicBezTo>
                  <a:cubicBezTo>
                    <a:pt x="74" y="131"/>
                    <a:pt x="74" y="131"/>
                    <a:pt x="74" y="131"/>
                  </a:cubicBezTo>
                  <a:cubicBezTo>
                    <a:pt x="75" y="131"/>
                    <a:pt x="76" y="130"/>
                    <a:pt x="76" y="129"/>
                  </a:cubicBezTo>
                  <a:cubicBezTo>
                    <a:pt x="77" y="129"/>
                    <a:pt x="77" y="128"/>
                    <a:pt x="77" y="128"/>
                  </a:cubicBezTo>
                  <a:cubicBezTo>
                    <a:pt x="76" y="129"/>
                    <a:pt x="74" y="130"/>
                    <a:pt x="72" y="130"/>
                  </a:cubicBezTo>
                  <a:cubicBezTo>
                    <a:pt x="70" y="130"/>
                    <a:pt x="70" y="130"/>
                    <a:pt x="70" y="130"/>
                  </a:cubicBezTo>
                  <a:cubicBezTo>
                    <a:pt x="70" y="130"/>
                    <a:pt x="70" y="130"/>
                    <a:pt x="70" y="130"/>
                  </a:cubicBezTo>
                  <a:cubicBezTo>
                    <a:pt x="68" y="130"/>
                    <a:pt x="67" y="129"/>
                    <a:pt x="66" y="128"/>
                  </a:cubicBezTo>
                  <a:cubicBezTo>
                    <a:pt x="65" y="128"/>
                    <a:pt x="64" y="127"/>
                    <a:pt x="63" y="127"/>
                  </a:cubicBezTo>
                  <a:cubicBezTo>
                    <a:pt x="63" y="127"/>
                    <a:pt x="63" y="127"/>
                    <a:pt x="63" y="127"/>
                  </a:cubicBezTo>
                  <a:cubicBezTo>
                    <a:pt x="63" y="117"/>
                    <a:pt x="63" y="117"/>
                    <a:pt x="63" y="117"/>
                  </a:cubicBezTo>
                  <a:cubicBezTo>
                    <a:pt x="64" y="117"/>
                    <a:pt x="64" y="117"/>
                    <a:pt x="64" y="117"/>
                  </a:cubicBezTo>
                  <a:cubicBezTo>
                    <a:pt x="64" y="117"/>
                    <a:pt x="64" y="117"/>
                    <a:pt x="64" y="117"/>
                  </a:cubicBezTo>
                  <a:cubicBezTo>
                    <a:pt x="66" y="117"/>
                    <a:pt x="68" y="115"/>
                    <a:pt x="68" y="114"/>
                  </a:cubicBezTo>
                  <a:cubicBezTo>
                    <a:pt x="68" y="114"/>
                    <a:pt x="68" y="114"/>
                    <a:pt x="66" y="114"/>
                  </a:cubicBezTo>
                  <a:cubicBezTo>
                    <a:pt x="65" y="114"/>
                    <a:pt x="65" y="114"/>
                    <a:pt x="65" y="114"/>
                  </a:cubicBezTo>
                  <a:cubicBezTo>
                    <a:pt x="66" y="113"/>
                    <a:pt x="66" y="113"/>
                    <a:pt x="66" y="113"/>
                  </a:cubicBezTo>
                  <a:cubicBezTo>
                    <a:pt x="67" y="110"/>
                    <a:pt x="69" y="109"/>
                    <a:pt x="71" y="109"/>
                  </a:cubicBezTo>
                  <a:cubicBezTo>
                    <a:pt x="67" y="110"/>
                    <a:pt x="64" y="113"/>
                    <a:pt x="62" y="117"/>
                  </a:cubicBezTo>
                  <a:cubicBezTo>
                    <a:pt x="59" y="122"/>
                    <a:pt x="59" y="128"/>
                    <a:pt x="63" y="133"/>
                  </a:cubicBezTo>
                  <a:cubicBezTo>
                    <a:pt x="63" y="134"/>
                    <a:pt x="63" y="134"/>
                    <a:pt x="63" y="134"/>
                  </a:cubicBezTo>
                  <a:cubicBezTo>
                    <a:pt x="62" y="134"/>
                    <a:pt x="62" y="134"/>
                    <a:pt x="62" y="134"/>
                  </a:cubicBezTo>
                  <a:cubicBezTo>
                    <a:pt x="59" y="135"/>
                    <a:pt x="56" y="136"/>
                    <a:pt x="54" y="136"/>
                  </a:cubicBezTo>
                  <a:cubicBezTo>
                    <a:pt x="54" y="137"/>
                    <a:pt x="54" y="137"/>
                    <a:pt x="54" y="137"/>
                  </a:cubicBezTo>
                  <a:cubicBezTo>
                    <a:pt x="49" y="139"/>
                    <a:pt x="44" y="140"/>
                    <a:pt x="39" y="140"/>
                  </a:cubicBezTo>
                  <a:cubicBezTo>
                    <a:pt x="29" y="140"/>
                    <a:pt x="19" y="135"/>
                    <a:pt x="13" y="127"/>
                  </a:cubicBezTo>
                  <a:cubicBezTo>
                    <a:pt x="5" y="116"/>
                    <a:pt x="2" y="103"/>
                    <a:pt x="6" y="89"/>
                  </a:cubicBezTo>
                  <a:lnTo>
                    <a:pt x="7" y="86"/>
                  </a:lnTo>
                  <a:close/>
                  <a:moveTo>
                    <a:pt x="7" y="93"/>
                  </a:moveTo>
                  <a:cubicBezTo>
                    <a:pt x="4" y="105"/>
                    <a:pt x="7" y="117"/>
                    <a:pt x="14" y="126"/>
                  </a:cubicBezTo>
                  <a:cubicBezTo>
                    <a:pt x="21" y="135"/>
                    <a:pt x="31" y="139"/>
                    <a:pt x="41" y="139"/>
                  </a:cubicBezTo>
                  <a:cubicBezTo>
                    <a:pt x="41" y="139"/>
                    <a:pt x="41" y="139"/>
                    <a:pt x="41" y="139"/>
                  </a:cubicBezTo>
                  <a:cubicBezTo>
                    <a:pt x="16" y="139"/>
                    <a:pt x="10" y="113"/>
                    <a:pt x="7" y="93"/>
                  </a:cubicBezTo>
                  <a:close/>
                  <a:moveTo>
                    <a:pt x="108" y="133"/>
                  </a:moveTo>
                  <a:cubicBezTo>
                    <a:pt x="106" y="133"/>
                    <a:pt x="104" y="134"/>
                    <a:pt x="102" y="135"/>
                  </a:cubicBezTo>
                  <a:cubicBezTo>
                    <a:pt x="99" y="136"/>
                    <a:pt x="95" y="137"/>
                    <a:pt x="92" y="138"/>
                  </a:cubicBezTo>
                  <a:cubicBezTo>
                    <a:pt x="99" y="138"/>
                    <a:pt x="104" y="136"/>
                    <a:pt x="108" y="133"/>
                  </a:cubicBezTo>
                  <a:close/>
                  <a:moveTo>
                    <a:pt x="7" y="86"/>
                  </a:moveTo>
                  <a:cubicBezTo>
                    <a:pt x="7" y="89"/>
                    <a:pt x="7" y="89"/>
                    <a:pt x="7" y="89"/>
                  </a:cubicBezTo>
                  <a:cubicBezTo>
                    <a:pt x="12" y="114"/>
                    <a:pt x="17" y="137"/>
                    <a:pt x="41" y="137"/>
                  </a:cubicBezTo>
                  <a:cubicBezTo>
                    <a:pt x="43" y="137"/>
                    <a:pt x="45" y="137"/>
                    <a:pt x="48" y="137"/>
                  </a:cubicBezTo>
                  <a:cubicBezTo>
                    <a:pt x="32" y="137"/>
                    <a:pt x="19" y="128"/>
                    <a:pt x="13" y="113"/>
                  </a:cubicBezTo>
                  <a:cubicBezTo>
                    <a:pt x="7" y="96"/>
                    <a:pt x="12" y="77"/>
                    <a:pt x="23" y="67"/>
                  </a:cubicBezTo>
                  <a:cubicBezTo>
                    <a:pt x="26" y="65"/>
                    <a:pt x="26" y="65"/>
                    <a:pt x="26" y="65"/>
                  </a:cubicBezTo>
                  <a:cubicBezTo>
                    <a:pt x="26" y="63"/>
                    <a:pt x="27" y="62"/>
                    <a:pt x="27" y="62"/>
                  </a:cubicBezTo>
                  <a:cubicBezTo>
                    <a:pt x="28" y="61"/>
                    <a:pt x="28" y="61"/>
                    <a:pt x="28" y="61"/>
                  </a:cubicBezTo>
                  <a:cubicBezTo>
                    <a:pt x="28" y="61"/>
                    <a:pt x="28" y="61"/>
                    <a:pt x="28" y="61"/>
                  </a:cubicBezTo>
                  <a:cubicBezTo>
                    <a:pt x="30" y="62"/>
                    <a:pt x="31" y="63"/>
                    <a:pt x="32" y="64"/>
                  </a:cubicBezTo>
                  <a:cubicBezTo>
                    <a:pt x="33" y="68"/>
                    <a:pt x="30" y="73"/>
                    <a:pt x="29" y="75"/>
                  </a:cubicBezTo>
                  <a:cubicBezTo>
                    <a:pt x="28" y="76"/>
                    <a:pt x="28" y="76"/>
                    <a:pt x="28" y="76"/>
                  </a:cubicBezTo>
                  <a:cubicBezTo>
                    <a:pt x="28" y="76"/>
                    <a:pt x="28" y="76"/>
                    <a:pt x="28" y="76"/>
                  </a:cubicBezTo>
                  <a:cubicBezTo>
                    <a:pt x="27" y="75"/>
                    <a:pt x="26" y="74"/>
                    <a:pt x="26" y="72"/>
                  </a:cubicBezTo>
                  <a:cubicBezTo>
                    <a:pt x="25" y="70"/>
                    <a:pt x="26" y="68"/>
                    <a:pt x="26" y="66"/>
                  </a:cubicBezTo>
                  <a:cubicBezTo>
                    <a:pt x="24" y="68"/>
                    <a:pt x="24" y="68"/>
                    <a:pt x="24" y="68"/>
                  </a:cubicBezTo>
                  <a:cubicBezTo>
                    <a:pt x="22" y="71"/>
                    <a:pt x="22" y="73"/>
                    <a:pt x="23" y="75"/>
                  </a:cubicBezTo>
                  <a:cubicBezTo>
                    <a:pt x="24" y="78"/>
                    <a:pt x="28" y="80"/>
                    <a:pt x="33" y="80"/>
                  </a:cubicBezTo>
                  <a:cubicBezTo>
                    <a:pt x="36" y="77"/>
                    <a:pt x="41" y="71"/>
                    <a:pt x="39" y="64"/>
                  </a:cubicBezTo>
                  <a:cubicBezTo>
                    <a:pt x="38" y="63"/>
                    <a:pt x="37" y="62"/>
                    <a:pt x="35" y="62"/>
                  </a:cubicBezTo>
                  <a:cubicBezTo>
                    <a:pt x="36" y="62"/>
                    <a:pt x="36" y="62"/>
                    <a:pt x="36" y="62"/>
                  </a:cubicBezTo>
                  <a:cubicBezTo>
                    <a:pt x="38" y="64"/>
                    <a:pt x="39" y="69"/>
                    <a:pt x="38" y="73"/>
                  </a:cubicBezTo>
                  <a:cubicBezTo>
                    <a:pt x="36" y="77"/>
                    <a:pt x="34" y="79"/>
                    <a:pt x="30" y="79"/>
                  </a:cubicBezTo>
                  <a:cubicBezTo>
                    <a:pt x="30" y="79"/>
                    <a:pt x="30" y="79"/>
                    <a:pt x="30" y="79"/>
                  </a:cubicBezTo>
                  <a:cubicBezTo>
                    <a:pt x="30" y="79"/>
                    <a:pt x="30" y="79"/>
                    <a:pt x="29" y="79"/>
                  </a:cubicBezTo>
                  <a:cubicBezTo>
                    <a:pt x="28" y="78"/>
                    <a:pt x="28" y="78"/>
                    <a:pt x="28" y="78"/>
                  </a:cubicBezTo>
                  <a:cubicBezTo>
                    <a:pt x="29" y="78"/>
                    <a:pt x="29" y="78"/>
                    <a:pt x="29" y="78"/>
                  </a:cubicBezTo>
                  <a:cubicBezTo>
                    <a:pt x="29" y="76"/>
                    <a:pt x="30" y="75"/>
                    <a:pt x="31" y="74"/>
                  </a:cubicBezTo>
                  <a:cubicBezTo>
                    <a:pt x="33" y="71"/>
                    <a:pt x="35" y="68"/>
                    <a:pt x="34" y="62"/>
                  </a:cubicBezTo>
                  <a:cubicBezTo>
                    <a:pt x="34" y="61"/>
                    <a:pt x="34" y="61"/>
                    <a:pt x="34" y="61"/>
                  </a:cubicBezTo>
                  <a:cubicBezTo>
                    <a:pt x="33" y="61"/>
                    <a:pt x="31" y="60"/>
                    <a:pt x="30" y="58"/>
                  </a:cubicBezTo>
                  <a:cubicBezTo>
                    <a:pt x="30" y="58"/>
                    <a:pt x="30" y="58"/>
                    <a:pt x="30" y="58"/>
                  </a:cubicBezTo>
                  <a:cubicBezTo>
                    <a:pt x="30" y="58"/>
                    <a:pt x="30" y="58"/>
                    <a:pt x="30" y="58"/>
                  </a:cubicBezTo>
                  <a:cubicBezTo>
                    <a:pt x="38" y="39"/>
                    <a:pt x="34" y="10"/>
                    <a:pt x="18" y="2"/>
                  </a:cubicBezTo>
                  <a:cubicBezTo>
                    <a:pt x="18" y="5"/>
                    <a:pt x="20" y="8"/>
                    <a:pt x="23" y="11"/>
                  </a:cubicBezTo>
                  <a:cubicBezTo>
                    <a:pt x="26" y="14"/>
                    <a:pt x="29" y="18"/>
                    <a:pt x="30" y="24"/>
                  </a:cubicBezTo>
                  <a:cubicBezTo>
                    <a:pt x="30" y="26"/>
                    <a:pt x="30" y="28"/>
                    <a:pt x="30" y="30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35" y="38"/>
                    <a:pt x="33" y="44"/>
                    <a:pt x="31" y="49"/>
                  </a:cubicBezTo>
                  <a:cubicBezTo>
                    <a:pt x="30" y="52"/>
                    <a:pt x="29" y="55"/>
                    <a:pt x="29" y="58"/>
                  </a:cubicBezTo>
                  <a:cubicBezTo>
                    <a:pt x="29" y="61"/>
                    <a:pt x="29" y="61"/>
                    <a:pt x="29" y="61"/>
                  </a:cubicBezTo>
                  <a:cubicBezTo>
                    <a:pt x="27" y="58"/>
                    <a:pt x="27" y="58"/>
                    <a:pt x="27" y="58"/>
                  </a:cubicBezTo>
                  <a:cubicBezTo>
                    <a:pt x="25" y="53"/>
                    <a:pt x="26" y="49"/>
                    <a:pt x="28" y="44"/>
                  </a:cubicBezTo>
                  <a:cubicBezTo>
                    <a:pt x="29" y="40"/>
                    <a:pt x="31" y="36"/>
                    <a:pt x="30" y="32"/>
                  </a:cubicBezTo>
                  <a:cubicBezTo>
                    <a:pt x="30" y="32"/>
                    <a:pt x="30" y="32"/>
                    <a:pt x="30" y="32"/>
                  </a:cubicBezTo>
                  <a:cubicBezTo>
                    <a:pt x="30" y="35"/>
                    <a:pt x="29" y="38"/>
                    <a:pt x="28" y="42"/>
                  </a:cubicBezTo>
                  <a:cubicBezTo>
                    <a:pt x="26" y="47"/>
                    <a:pt x="24" y="53"/>
                    <a:pt x="24" y="59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4" y="60"/>
                    <a:pt x="24" y="60"/>
                    <a:pt x="24" y="60"/>
                  </a:cubicBezTo>
                  <a:cubicBezTo>
                    <a:pt x="23" y="61"/>
                    <a:pt x="22" y="61"/>
                    <a:pt x="21" y="61"/>
                  </a:cubicBezTo>
                  <a:cubicBezTo>
                    <a:pt x="21" y="61"/>
                    <a:pt x="21" y="61"/>
                    <a:pt x="21" y="61"/>
                  </a:cubicBezTo>
                  <a:cubicBezTo>
                    <a:pt x="20" y="61"/>
                    <a:pt x="20" y="61"/>
                    <a:pt x="19" y="62"/>
                  </a:cubicBezTo>
                  <a:cubicBezTo>
                    <a:pt x="18" y="69"/>
                    <a:pt x="14" y="74"/>
                    <a:pt x="11" y="79"/>
                  </a:cubicBezTo>
                  <a:cubicBezTo>
                    <a:pt x="10" y="82"/>
                    <a:pt x="8" y="84"/>
                    <a:pt x="7" y="86"/>
                  </a:cubicBezTo>
                  <a:close/>
                  <a:moveTo>
                    <a:pt x="85" y="136"/>
                  </a:moveTo>
                  <a:cubicBezTo>
                    <a:pt x="86" y="136"/>
                    <a:pt x="87" y="137"/>
                    <a:pt x="89" y="137"/>
                  </a:cubicBezTo>
                  <a:cubicBezTo>
                    <a:pt x="93" y="137"/>
                    <a:pt x="97" y="135"/>
                    <a:pt x="101" y="133"/>
                  </a:cubicBezTo>
                  <a:cubicBezTo>
                    <a:pt x="105" y="132"/>
                    <a:pt x="108" y="131"/>
                    <a:pt x="110" y="131"/>
                  </a:cubicBezTo>
                  <a:cubicBezTo>
                    <a:pt x="111" y="131"/>
                    <a:pt x="111" y="131"/>
                    <a:pt x="111" y="131"/>
                  </a:cubicBezTo>
                  <a:cubicBezTo>
                    <a:pt x="113" y="129"/>
                    <a:pt x="116" y="127"/>
                    <a:pt x="118" y="126"/>
                  </a:cubicBezTo>
                  <a:cubicBezTo>
                    <a:pt x="120" y="125"/>
                    <a:pt x="122" y="125"/>
                    <a:pt x="123" y="124"/>
                  </a:cubicBezTo>
                  <a:cubicBezTo>
                    <a:pt x="122" y="124"/>
                    <a:pt x="122" y="123"/>
                    <a:pt x="121" y="123"/>
                  </a:cubicBezTo>
                  <a:cubicBezTo>
                    <a:pt x="117" y="123"/>
                    <a:pt x="111" y="126"/>
                    <a:pt x="106" y="129"/>
                  </a:cubicBezTo>
                  <a:cubicBezTo>
                    <a:pt x="99" y="132"/>
                    <a:pt x="92" y="136"/>
                    <a:pt x="85" y="136"/>
                  </a:cubicBezTo>
                  <a:close/>
                  <a:moveTo>
                    <a:pt x="64" y="126"/>
                  </a:moveTo>
                  <a:cubicBezTo>
                    <a:pt x="65" y="126"/>
                    <a:pt x="66" y="126"/>
                    <a:pt x="67" y="127"/>
                  </a:cubicBezTo>
                  <a:cubicBezTo>
                    <a:pt x="68" y="128"/>
                    <a:pt x="69" y="128"/>
                    <a:pt x="70" y="128"/>
                  </a:cubicBezTo>
                  <a:cubicBezTo>
                    <a:pt x="70" y="128"/>
                    <a:pt x="70" y="128"/>
                    <a:pt x="70" y="128"/>
                  </a:cubicBezTo>
                  <a:cubicBezTo>
                    <a:pt x="70" y="128"/>
                    <a:pt x="71" y="128"/>
                    <a:pt x="71" y="127"/>
                  </a:cubicBezTo>
                  <a:cubicBezTo>
                    <a:pt x="72" y="125"/>
                    <a:pt x="75" y="121"/>
                    <a:pt x="74" y="118"/>
                  </a:cubicBezTo>
                  <a:cubicBezTo>
                    <a:pt x="74" y="117"/>
                    <a:pt x="73" y="116"/>
                    <a:pt x="72" y="115"/>
                  </a:cubicBezTo>
                  <a:cubicBezTo>
                    <a:pt x="70" y="114"/>
                    <a:pt x="70" y="114"/>
                    <a:pt x="70" y="114"/>
                  </a:cubicBezTo>
                  <a:cubicBezTo>
                    <a:pt x="70" y="114"/>
                    <a:pt x="70" y="114"/>
                    <a:pt x="70" y="114"/>
                  </a:cubicBezTo>
                  <a:cubicBezTo>
                    <a:pt x="70" y="116"/>
                    <a:pt x="67" y="118"/>
                    <a:pt x="64" y="118"/>
                  </a:cubicBezTo>
                  <a:cubicBezTo>
                    <a:pt x="64" y="118"/>
                    <a:pt x="64" y="118"/>
                    <a:pt x="64" y="118"/>
                  </a:cubicBezTo>
                  <a:lnTo>
                    <a:pt x="64" y="126"/>
                  </a:lnTo>
                  <a:close/>
                  <a:moveTo>
                    <a:pt x="75" y="116"/>
                  </a:moveTo>
                  <a:cubicBezTo>
                    <a:pt x="75" y="117"/>
                    <a:pt x="75" y="117"/>
                    <a:pt x="75" y="118"/>
                  </a:cubicBezTo>
                  <a:cubicBezTo>
                    <a:pt x="76" y="121"/>
                    <a:pt x="74" y="125"/>
                    <a:pt x="72" y="128"/>
                  </a:cubicBezTo>
                  <a:cubicBezTo>
                    <a:pt x="75" y="126"/>
                    <a:pt x="77" y="121"/>
                    <a:pt x="77" y="118"/>
                  </a:cubicBezTo>
                  <a:cubicBezTo>
                    <a:pt x="76" y="118"/>
                    <a:pt x="76" y="117"/>
                    <a:pt x="75" y="116"/>
                  </a:cubicBezTo>
                  <a:close/>
                  <a:moveTo>
                    <a:pt x="70" y="114"/>
                  </a:moveTo>
                  <a:cubicBezTo>
                    <a:pt x="72" y="114"/>
                    <a:pt x="72" y="114"/>
                    <a:pt x="72" y="114"/>
                  </a:cubicBezTo>
                  <a:cubicBezTo>
                    <a:pt x="76" y="115"/>
                    <a:pt x="78" y="117"/>
                    <a:pt x="78" y="118"/>
                  </a:cubicBezTo>
                  <a:cubicBezTo>
                    <a:pt x="79" y="121"/>
                    <a:pt x="77" y="125"/>
                    <a:pt x="74" y="128"/>
                  </a:cubicBezTo>
                  <a:cubicBezTo>
                    <a:pt x="79" y="126"/>
                    <a:pt x="79" y="122"/>
                    <a:pt x="79" y="120"/>
                  </a:cubicBezTo>
                  <a:cubicBezTo>
                    <a:pt x="79" y="116"/>
                    <a:pt x="76" y="110"/>
                    <a:pt x="72" y="110"/>
                  </a:cubicBezTo>
                  <a:cubicBezTo>
                    <a:pt x="71" y="110"/>
                    <a:pt x="69" y="111"/>
                    <a:pt x="68" y="113"/>
                  </a:cubicBezTo>
                  <a:cubicBezTo>
                    <a:pt x="69" y="113"/>
                    <a:pt x="69" y="113"/>
                    <a:pt x="70" y="114"/>
                  </a:cubicBezTo>
                  <a:close/>
                  <a:moveTo>
                    <a:pt x="122" y="122"/>
                  </a:moveTo>
                  <a:cubicBezTo>
                    <a:pt x="123" y="122"/>
                    <a:pt x="124" y="122"/>
                    <a:pt x="125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5" y="124"/>
                    <a:pt x="124" y="125"/>
                    <a:pt x="123" y="125"/>
                  </a:cubicBezTo>
                  <a:cubicBezTo>
                    <a:pt x="127" y="124"/>
                    <a:pt x="131" y="123"/>
                    <a:pt x="136" y="123"/>
                  </a:cubicBezTo>
                  <a:cubicBezTo>
                    <a:pt x="139" y="123"/>
                    <a:pt x="141" y="123"/>
                    <a:pt x="143" y="124"/>
                  </a:cubicBezTo>
                  <a:cubicBezTo>
                    <a:pt x="140" y="122"/>
                    <a:pt x="136" y="121"/>
                    <a:pt x="131" y="121"/>
                  </a:cubicBezTo>
                  <a:cubicBezTo>
                    <a:pt x="128" y="121"/>
                    <a:pt x="125" y="121"/>
                    <a:pt x="122" y="122"/>
                  </a:cubicBezTo>
                  <a:close/>
                  <a:moveTo>
                    <a:pt x="72" y="109"/>
                  </a:moveTo>
                  <a:cubicBezTo>
                    <a:pt x="77" y="109"/>
                    <a:pt x="81" y="115"/>
                    <a:pt x="81" y="120"/>
                  </a:cubicBezTo>
                  <a:cubicBezTo>
                    <a:pt x="81" y="121"/>
                    <a:pt x="81" y="122"/>
                    <a:pt x="81" y="123"/>
                  </a:cubicBezTo>
                  <a:cubicBezTo>
                    <a:pt x="82" y="121"/>
                    <a:pt x="82" y="118"/>
                    <a:pt x="81" y="114"/>
                  </a:cubicBezTo>
                  <a:cubicBezTo>
                    <a:pt x="79" y="110"/>
                    <a:pt x="75" y="108"/>
                    <a:pt x="71" y="109"/>
                  </a:cubicBezTo>
                  <a:cubicBezTo>
                    <a:pt x="72" y="109"/>
                    <a:pt x="72" y="109"/>
                    <a:pt x="72" y="109"/>
                  </a:cubicBezTo>
                  <a:close/>
                  <a:moveTo>
                    <a:pt x="36" y="65"/>
                  </a:moveTo>
                  <a:cubicBezTo>
                    <a:pt x="36" y="69"/>
                    <a:pt x="34" y="72"/>
                    <a:pt x="32" y="74"/>
                  </a:cubicBezTo>
                  <a:cubicBezTo>
                    <a:pt x="32" y="75"/>
                    <a:pt x="31" y="76"/>
                    <a:pt x="31" y="77"/>
                  </a:cubicBezTo>
                  <a:cubicBezTo>
                    <a:pt x="34" y="77"/>
                    <a:pt x="36" y="74"/>
                    <a:pt x="36" y="73"/>
                  </a:cubicBezTo>
                  <a:cubicBezTo>
                    <a:pt x="37" y="70"/>
                    <a:pt x="37" y="67"/>
                    <a:pt x="36" y="65"/>
                  </a:cubicBezTo>
                  <a:close/>
                  <a:moveTo>
                    <a:pt x="28" y="63"/>
                  </a:moveTo>
                  <a:cubicBezTo>
                    <a:pt x="27" y="65"/>
                    <a:pt x="27" y="69"/>
                    <a:pt x="27" y="72"/>
                  </a:cubicBezTo>
                  <a:cubicBezTo>
                    <a:pt x="27" y="73"/>
                    <a:pt x="28" y="73"/>
                    <a:pt x="28" y="74"/>
                  </a:cubicBezTo>
                  <a:cubicBezTo>
                    <a:pt x="30" y="71"/>
                    <a:pt x="32" y="67"/>
                    <a:pt x="31" y="65"/>
                  </a:cubicBezTo>
                  <a:cubicBezTo>
                    <a:pt x="30" y="64"/>
                    <a:pt x="30" y="63"/>
                    <a:pt x="28" y="63"/>
                  </a:cubicBezTo>
                  <a:close/>
                  <a:moveTo>
                    <a:pt x="32" y="36"/>
                  </a:moveTo>
                  <a:cubicBezTo>
                    <a:pt x="31" y="39"/>
                    <a:pt x="30" y="42"/>
                    <a:pt x="29" y="44"/>
                  </a:cubicBezTo>
                  <a:cubicBezTo>
                    <a:pt x="28" y="48"/>
                    <a:pt x="27" y="51"/>
                    <a:pt x="28" y="55"/>
                  </a:cubicBezTo>
                  <a:cubicBezTo>
                    <a:pt x="28" y="53"/>
                    <a:pt x="29" y="51"/>
                    <a:pt x="29" y="49"/>
                  </a:cubicBezTo>
                  <a:cubicBezTo>
                    <a:pt x="31" y="45"/>
                    <a:pt x="32" y="41"/>
                    <a:pt x="32" y="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91" name="Freeform 47"/>
            <p:cNvSpPr>
              <a:spLocks noEditPoints="1"/>
            </p:cNvSpPr>
            <p:nvPr/>
          </p:nvSpPr>
          <p:spPr bwMode="auto">
            <a:xfrm>
              <a:off x="895350" y="3316288"/>
              <a:ext cx="363538" cy="328613"/>
            </a:xfrm>
            <a:custGeom>
              <a:avLst/>
              <a:gdLst>
                <a:gd name="T0" fmla="*/ 50 w 161"/>
                <a:gd name="T1" fmla="*/ 8 h 146"/>
                <a:gd name="T2" fmla="*/ 60 w 161"/>
                <a:gd name="T3" fmla="*/ 25 h 146"/>
                <a:gd name="T4" fmla="*/ 54 w 161"/>
                <a:gd name="T5" fmla="*/ 17 h 146"/>
                <a:gd name="T6" fmla="*/ 63 w 161"/>
                <a:gd name="T7" fmla="*/ 34 h 146"/>
                <a:gd name="T8" fmla="*/ 49 w 161"/>
                <a:gd name="T9" fmla="*/ 37 h 146"/>
                <a:gd name="T10" fmla="*/ 41 w 161"/>
                <a:gd name="T11" fmla="*/ 13 h 146"/>
                <a:gd name="T12" fmla="*/ 16 w 161"/>
                <a:gd name="T13" fmla="*/ 62 h 146"/>
                <a:gd name="T14" fmla="*/ 34 w 161"/>
                <a:gd name="T15" fmla="*/ 92 h 146"/>
                <a:gd name="T16" fmla="*/ 27 w 161"/>
                <a:gd name="T17" fmla="*/ 146 h 146"/>
                <a:gd name="T18" fmla="*/ 33 w 161"/>
                <a:gd name="T19" fmla="*/ 104 h 146"/>
                <a:gd name="T20" fmla="*/ 26 w 161"/>
                <a:gd name="T21" fmla="*/ 102 h 146"/>
                <a:gd name="T22" fmla="*/ 30 w 161"/>
                <a:gd name="T23" fmla="*/ 101 h 146"/>
                <a:gd name="T24" fmla="*/ 4 w 161"/>
                <a:gd name="T25" fmla="*/ 60 h 146"/>
                <a:gd name="T26" fmla="*/ 41 w 161"/>
                <a:gd name="T27" fmla="*/ 10 h 146"/>
                <a:gd name="T28" fmla="*/ 51 w 161"/>
                <a:gd name="T29" fmla="*/ 4 h 146"/>
                <a:gd name="T30" fmla="*/ 145 w 161"/>
                <a:gd name="T31" fmla="*/ 13 h 146"/>
                <a:gd name="T32" fmla="*/ 142 w 161"/>
                <a:gd name="T33" fmla="*/ 0 h 146"/>
                <a:gd name="T34" fmla="*/ 141 w 161"/>
                <a:gd name="T35" fmla="*/ 33 h 146"/>
                <a:gd name="T36" fmla="*/ 50 w 161"/>
                <a:gd name="T37" fmla="*/ 8 h 146"/>
                <a:gd name="T38" fmla="*/ 137 w 161"/>
                <a:gd name="T39" fmla="*/ 31 h 146"/>
                <a:gd name="T40" fmla="*/ 148 w 161"/>
                <a:gd name="T41" fmla="*/ 16 h 146"/>
                <a:gd name="T42" fmla="*/ 70 w 161"/>
                <a:gd name="T43" fmla="*/ 8 h 146"/>
                <a:gd name="T44" fmla="*/ 137 w 161"/>
                <a:gd name="T45" fmla="*/ 31 h 146"/>
                <a:gd name="T46" fmla="*/ 26 w 161"/>
                <a:gd name="T47" fmla="*/ 84 h 146"/>
                <a:gd name="T48" fmla="*/ 22 w 161"/>
                <a:gd name="T49" fmla="*/ 16 h 146"/>
                <a:gd name="T50" fmla="*/ 26 w 161"/>
                <a:gd name="T51" fmla="*/ 84 h 146"/>
                <a:gd name="T52" fmla="*/ 57 w 161"/>
                <a:gd name="T53" fmla="*/ 28 h 146"/>
                <a:gd name="T54" fmla="*/ 46 w 161"/>
                <a:gd name="T55" fmla="*/ 16 h 146"/>
                <a:gd name="T56" fmla="*/ 57 w 161"/>
                <a:gd name="T57" fmla="*/ 28 h 146"/>
                <a:gd name="T58" fmla="*/ 57 w 161"/>
                <a:gd name="T59" fmla="*/ 31 h 146"/>
                <a:gd name="T60" fmla="*/ 46 w 161"/>
                <a:gd name="T61" fmla="*/ 28 h 146"/>
                <a:gd name="T62" fmla="*/ 57 w 161"/>
                <a:gd name="T63" fmla="*/ 31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1" h="146">
                  <a:moveTo>
                    <a:pt x="50" y="8"/>
                  </a:moveTo>
                  <a:cubicBezTo>
                    <a:pt x="55" y="14"/>
                    <a:pt x="53" y="20"/>
                    <a:pt x="60" y="25"/>
                  </a:cubicBezTo>
                  <a:cubicBezTo>
                    <a:pt x="62" y="23"/>
                    <a:pt x="58" y="18"/>
                    <a:pt x="54" y="17"/>
                  </a:cubicBezTo>
                  <a:cubicBezTo>
                    <a:pt x="64" y="13"/>
                    <a:pt x="65" y="25"/>
                    <a:pt x="63" y="34"/>
                  </a:cubicBezTo>
                  <a:cubicBezTo>
                    <a:pt x="59" y="36"/>
                    <a:pt x="55" y="37"/>
                    <a:pt x="49" y="37"/>
                  </a:cubicBezTo>
                  <a:cubicBezTo>
                    <a:pt x="43" y="31"/>
                    <a:pt x="43" y="19"/>
                    <a:pt x="41" y="13"/>
                  </a:cubicBezTo>
                  <a:cubicBezTo>
                    <a:pt x="14" y="14"/>
                    <a:pt x="9" y="41"/>
                    <a:pt x="16" y="62"/>
                  </a:cubicBezTo>
                  <a:cubicBezTo>
                    <a:pt x="19" y="72"/>
                    <a:pt x="30" y="81"/>
                    <a:pt x="34" y="92"/>
                  </a:cubicBezTo>
                  <a:cubicBezTo>
                    <a:pt x="41" y="111"/>
                    <a:pt x="38" y="129"/>
                    <a:pt x="27" y="146"/>
                  </a:cubicBezTo>
                  <a:cubicBezTo>
                    <a:pt x="28" y="137"/>
                    <a:pt x="39" y="121"/>
                    <a:pt x="33" y="104"/>
                  </a:cubicBezTo>
                  <a:cubicBezTo>
                    <a:pt x="31" y="102"/>
                    <a:pt x="29" y="102"/>
                    <a:pt x="26" y="102"/>
                  </a:cubicBezTo>
                  <a:cubicBezTo>
                    <a:pt x="26" y="100"/>
                    <a:pt x="28" y="101"/>
                    <a:pt x="30" y="101"/>
                  </a:cubicBezTo>
                  <a:cubicBezTo>
                    <a:pt x="28" y="89"/>
                    <a:pt x="7" y="79"/>
                    <a:pt x="4" y="60"/>
                  </a:cubicBezTo>
                  <a:cubicBezTo>
                    <a:pt x="1" y="34"/>
                    <a:pt x="12" y="6"/>
                    <a:pt x="41" y="10"/>
                  </a:cubicBezTo>
                  <a:cubicBezTo>
                    <a:pt x="45" y="9"/>
                    <a:pt x="47" y="5"/>
                    <a:pt x="51" y="4"/>
                  </a:cubicBezTo>
                  <a:cubicBezTo>
                    <a:pt x="86" y="1"/>
                    <a:pt x="128" y="46"/>
                    <a:pt x="145" y="13"/>
                  </a:cubicBezTo>
                  <a:cubicBezTo>
                    <a:pt x="146" y="6"/>
                    <a:pt x="144" y="3"/>
                    <a:pt x="142" y="0"/>
                  </a:cubicBezTo>
                  <a:cubicBezTo>
                    <a:pt x="161" y="2"/>
                    <a:pt x="149" y="29"/>
                    <a:pt x="141" y="33"/>
                  </a:cubicBezTo>
                  <a:cubicBezTo>
                    <a:pt x="111" y="47"/>
                    <a:pt x="71" y="4"/>
                    <a:pt x="50" y="8"/>
                  </a:cubicBezTo>
                  <a:close/>
                  <a:moveTo>
                    <a:pt x="137" y="31"/>
                  </a:moveTo>
                  <a:cubicBezTo>
                    <a:pt x="142" y="29"/>
                    <a:pt x="151" y="17"/>
                    <a:pt x="148" y="16"/>
                  </a:cubicBezTo>
                  <a:cubicBezTo>
                    <a:pt x="130" y="43"/>
                    <a:pt x="93" y="14"/>
                    <a:pt x="70" y="8"/>
                  </a:cubicBezTo>
                  <a:cubicBezTo>
                    <a:pt x="87" y="21"/>
                    <a:pt x="105" y="33"/>
                    <a:pt x="137" y="31"/>
                  </a:cubicBezTo>
                  <a:close/>
                  <a:moveTo>
                    <a:pt x="26" y="84"/>
                  </a:moveTo>
                  <a:cubicBezTo>
                    <a:pt x="10" y="71"/>
                    <a:pt x="7" y="27"/>
                    <a:pt x="22" y="16"/>
                  </a:cubicBezTo>
                  <a:cubicBezTo>
                    <a:pt x="0" y="29"/>
                    <a:pt x="5" y="78"/>
                    <a:pt x="26" y="84"/>
                  </a:cubicBezTo>
                  <a:close/>
                  <a:moveTo>
                    <a:pt x="57" y="28"/>
                  </a:moveTo>
                  <a:cubicBezTo>
                    <a:pt x="55" y="22"/>
                    <a:pt x="53" y="16"/>
                    <a:pt x="46" y="16"/>
                  </a:cubicBezTo>
                  <a:cubicBezTo>
                    <a:pt x="46" y="23"/>
                    <a:pt x="50" y="27"/>
                    <a:pt x="57" y="28"/>
                  </a:cubicBezTo>
                  <a:close/>
                  <a:moveTo>
                    <a:pt x="57" y="31"/>
                  </a:moveTo>
                  <a:cubicBezTo>
                    <a:pt x="51" y="33"/>
                    <a:pt x="49" y="24"/>
                    <a:pt x="46" y="28"/>
                  </a:cubicBezTo>
                  <a:cubicBezTo>
                    <a:pt x="47" y="31"/>
                    <a:pt x="56" y="40"/>
                    <a:pt x="57" y="3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92" name="Freeform 48"/>
            <p:cNvSpPr>
              <a:spLocks noEditPoints="1"/>
            </p:cNvSpPr>
            <p:nvPr/>
          </p:nvSpPr>
          <p:spPr bwMode="auto">
            <a:xfrm>
              <a:off x="903288" y="3313113"/>
              <a:ext cx="336550" cy="338138"/>
            </a:xfrm>
            <a:custGeom>
              <a:avLst/>
              <a:gdLst>
                <a:gd name="T0" fmla="*/ 81 w 150"/>
                <a:gd name="T1" fmla="*/ 22 h 150"/>
                <a:gd name="T2" fmla="*/ 52 w 150"/>
                <a:gd name="T3" fmla="*/ 17 h 150"/>
                <a:gd name="T4" fmla="*/ 60 w 150"/>
                <a:gd name="T5" fmla="*/ 35 h 150"/>
                <a:gd name="T6" fmla="*/ 45 w 150"/>
                <a:gd name="T7" fmla="*/ 39 h 150"/>
                <a:gd name="T8" fmla="*/ 39 w 150"/>
                <a:gd name="T9" fmla="*/ 20 h 150"/>
                <a:gd name="T10" fmla="*/ 14 w 150"/>
                <a:gd name="T11" fmla="*/ 63 h 150"/>
                <a:gd name="T12" fmla="*/ 25 w 150"/>
                <a:gd name="T13" fmla="*/ 148 h 150"/>
                <a:gd name="T14" fmla="*/ 26 w 150"/>
                <a:gd name="T15" fmla="*/ 137 h 150"/>
                <a:gd name="T16" fmla="*/ 23 w 150"/>
                <a:gd name="T17" fmla="*/ 104 h 150"/>
                <a:gd name="T18" fmla="*/ 26 w 150"/>
                <a:gd name="T19" fmla="*/ 101 h 150"/>
                <a:gd name="T20" fmla="*/ 1 w 150"/>
                <a:gd name="T21" fmla="*/ 61 h 150"/>
                <a:gd name="T22" fmla="*/ 38 w 150"/>
                <a:gd name="T23" fmla="*/ 10 h 150"/>
                <a:gd name="T24" fmla="*/ 91 w 150"/>
                <a:gd name="T25" fmla="*/ 16 h 150"/>
                <a:gd name="T26" fmla="*/ 139 w 150"/>
                <a:gd name="T27" fmla="*/ 2 h 150"/>
                <a:gd name="T28" fmla="*/ 150 w 150"/>
                <a:gd name="T29" fmla="*/ 12 h 150"/>
                <a:gd name="T30" fmla="*/ 82 w 150"/>
                <a:gd name="T31" fmla="*/ 20 h 150"/>
                <a:gd name="T32" fmla="*/ 141 w 150"/>
                <a:gd name="T33" fmla="*/ 2 h 150"/>
                <a:gd name="T34" fmla="*/ 143 w 150"/>
                <a:gd name="T35" fmla="*/ 14 h 150"/>
                <a:gd name="T36" fmla="*/ 44 w 150"/>
                <a:gd name="T37" fmla="*/ 9 h 150"/>
                <a:gd name="T38" fmla="*/ 38 w 150"/>
                <a:gd name="T39" fmla="*/ 12 h 150"/>
                <a:gd name="T40" fmla="*/ 2 w 150"/>
                <a:gd name="T41" fmla="*/ 60 h 150"/>
                <a:gd name="T42" fmla="*/ 28 w 150"/>
                <a:gd name="T43" fmla="*/ 102 h 150"/>
                <a:gd name="T44" fmla="*/ 30 w 150"/>
                <a:gd name="T45" fmla="*/ 104 h 150"/>
                <a:gd name="T46" fmla="*/ 32 w 150"/>
                <a:gd name="T47" fmla="*/ 116 h 150"/>
                <a:gd name="T48" fmla="*/ 31 w 150"/>
                <a:gd name="T49" fmla="*/ 93 h 150"/>
                <a:gd name="T50" fmla="*/ 11 w 150"/>
                <a:gd name="T51" fmla="*/ 61 h 150"/>
                <a:gd name="T52" fmla="*/ 23 w 150"/>
                <a:gd name="T53" fmla="*/ 85 h 150"/>
                <a:gd name="T54" fmla="*/ 19 w 150"/>
                <a:gd name="T55" fmla="*/ 17 h 150"/>
                <a:gd name="T56" fmla="*/ 39 w 150"/>
                <a:gd name="T57" fmla="*/ 13 h 150"/>
                <a:gd name="T58" fmla="*/ 42 w 150"/>
                <a:gd name="T59" fmla="*/ 29 h 150"/>
                <a:gd name="T60" fmla="*/ 48 w 150"/>
                <a:gd name="T61" fmla="*/ 29 h 150"/>
                <a:gd name="T62" fmla="*/ 55 w 150"/>
                <a:gd name="T63" fmla="*/ 32 h 150"/>
                <a:gd name="T64" fmla="*/ 42 w 150"/>
                <a:gd name="T65" fmla="*/ 30 h 150"/>
                <a:gd name="T66" fmla="*/ 60 w 150"/>
                <a:gd name="T67" fmla="*/ 27 h 150"/>
                <a:gd name="T68" fmla="*/ 58 w 150"/>
                <a:gd name="T69" fmla="*/ 25 h 150"/>
                <a:gd name="T70" fmla="*/ 56 w 150"/>
                <a:gd name="T71" fmla="*/ 27 h 150"/>
                <a:gd name="T72" fmla="*/ 50 w 150"/>
                <a:gd name="T73" fmla="*/ 18 h 150"/>
                <a:gd name="T74" fmla="*/ 45 w 150"/>
                <a:gd name="T75" fmla="*/ 9 h 150"/>
                <a:gd name="T76" fmla="*/ 57 w 150"/>
                <a:gd name="T77" fmla="*/ 25 h 150"/>
                <a:gd name="T78" fmla="*/ 53 w 150"/>
                <a:gd name="T79" fmla="*/ 33 h 150"/>
                <a:gd name="T80" fmla="*/ 44 w 150"/>
                <a:gd name="T81" fmla="*/ 29 h 150"/>
                <a:gd name="T82" fmla="*/ 8 w 150"/>
                <a:gd name="T83" fmla="*/ 46 h 150"/>
                <a:gd name="T84" fmla="*/ 146 w 150"/>
                <a:gd name="T85" fmla="*/ 18 h 150"/>
                <a:gd name="T86" fmla="*/ 134 w 150"/>
                <a:gd name="T87" fmla="*/ 33 h 150"/>
                <a:gd name="T88" fmla="*/ 67 w 150"/>
                <a:gd name="T89" fmla="*/ 9 h 150"/>
                <a:gd name="T90" fmla="*/ 145 w 150"/>
                <a:gd name="T91" fmla="*/ 16 h 150"/>
                <a:gd name="T92" fmla="*/ 133 w 150"/>
                <a:gd name="T93" fmla="*/ 31 h 150"/>
                <a:gd name="T94" fmla="*/ 71 w 150"/>
                <a:gd name="T95" fmla="*/ 11 h 150"/>
                <a:gd name="T96" fmla="*/ 54 w 150"/>
                <a:gd name="T97" fmla="*/ 30 h 150"/>
                <a:gd name="T98" fmla="*/ 43 w 150"/>
                <a:gd name="T99" fmla="*/ 16 h 150"/>
                <a:gd name="T100" fmla="*/ 43 w 150"/>
                <a:gd name="T101" fmla="*/ 17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50" h="150">
                  <a:moveTo>
                    <a:pt x="150" y="12"/>
                  </a:moveTo>
                  <a:cubicBezTo>
                    <a:pt x="150" y="20"/>
                    <a:pt x="143" y="32"/>
                    <a:pt x="138" y="34"/>
                  </a:cubicBezTo>
                  <a:cubicBezTo>
                    <a:pt x="120" y="43"/>
                    <a:pt x="99" y="32"/>
                    <a:pt x="81" y="22"/>
                  </a:cubicBezTo>
                  <a:cubicBezTo>
                    <a:pt x="69" y="15"/>
                    <a:pt x="57" y="9"/>
                    <a:pt x="48" y="10"/>
                  </a:cubicBezTo>
                  <a:cubicBezTo>
                    <a:pt x="50" y="12"/>
                    <a:pt x="51" y="15"/>
                    <a:pt x="52" y="17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4" y="16"/>
                    <a:pt x="56" y="16"/>
                    <a:pt x="58" y="17"/>
                  </a:cubicBezTo>
                  <a:cubicBezTo>
                    <a:pt x="61" y="19"/>
                    <a:pt x="61" y="24"/>
                    <a:pt x="61" y="27"/>
                  </a:cubicBezTo>
                  <a:cubicBezTo>
                    <a:pt x="61" y="30"/>
                    <a:pt x="61" y="33"/>
                    <a:pt x="60" y="35"/>
                  </a:cubicBezTo>
                  <a:cubicBezTo>
                    <a:pt x="60" y="35"/>
                    <a:pt x="60" y="35"/>
                    <a:pt x="60" y="35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7" y="38"/>
                    <a:pt x="52" y="39"/>
                    <a:pt x="45" y="39"/>
                  </a:cubicBezTo>
                  <a:cubicBezTo>
                    <a:pt x="45" y="39"/>
                    <a:pt x="45" y="39"/>
                    <a:pt x="45" y="39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1" y="34"/>
                    <a:pt x="40" y="26"/>
                    <a:pt x="39" y="20"/>
                  </a:cubicBezTo>
                  <a:cubicBezTo>
                    <a:pt x="39" y="18"/>
                    <a:pt x="38" y="16"/>
                    <a:pt x="38" y="14"/>
                  </a:cubicBezTo>
                  <a:cubicBezTo>
                    <a:pt x="21" y="15"/>
                    <a:pt x="11" y="27"/>
                    <a:pt x="11" y="47"/>
                  </a:cubicBezTo>
                  <a:cubicBezTo>
                    <a:pt x="11" y="52"/>
                    <a:pt x="12" y="58"/>
                    <a:pt x="14" y="63"/>
                  </a:cubicBezTo>
                  <a:cubicBezTo>
                    <a:pt x="15" y="68"/>
                    <a:pt x="18" y="72"/>
                    <a:pt x="22" y="77"/>
                  </a:cubicBezTo>
                  <a:cubicBezTo>
                    <a:pt x="26" y="82"/>
                    <a:pt x="30" y="87"/>
                    <a:pt x="32" y="93"/>
                  </a:cubicBezTo>
                  <a:cubicBezTo>
                    <a:pt x="39" y="111"/>
                    <a:pt x="36" y="130"/>
                    <a:pt x="25" y="148"/>
                  </a:cubicBezTo>
                  <a:cubicBezTo>
                    <a:pt x="23" y="150"/>
                    <a:pt x="23" y="150"/>
                    <a:pt x="23" y="150"/>
                  </a:cubicBezTo>
                  <a:cubicBezTo>
                    <a:pt x="23" y="147"/>
                    <a:pt x="23" y="147"/>
                    <a:pt x="23" y="147"/>
                  </a:cubicBezTo>
                  <a:cubicBezTo>
                    <a:pt x="24" y="144"/>
                    <a:pt x="25" y="141"/>
                    <a:pt x="26" y="137"/>
                  </a:cubicBezTo>
                  <a:cubicBezTo>
                    <a:pt x="28" y="131"/>
                    <a:pt x="31" y="123"/>
                    <a:pt x="31" y="116"/>
                  </a:cubicBezTo>
                  <a:cubicBezTo>
                    <a:pt x="31" y="112"/>
                    <a:pt x="30" y="108"/>
                    <a:pt x="29" y="105"/>
                  </a:cubicBezTo>
                  <a:cubicBezTo>
                    <a:pt x="28" y="104"/>
                    <a:pt x="26" y="104"/>
                    <a:pt x="23" y="104"/>
                  </a:cubicBezTo>
                  <a:cubicBezTo>
                    <a:pt x="22" y="104"/>
                    <a:pt x="22" y="104"/>
                    <a:pt x="22" y="104"/>
                  </a:cubicBezTo>
                  <a:cubicBezTo>
                    <a:pt x="22" y="103"/>
                    <a:pt x="22" y="103"/>
                    <a:pt x="22" y="103"/>
                  </a:cubicBezTo>
                  <a:cubicBezTo>
                    <a:pt x="22" y="101"/>
                    <a:pt x="24" y="101"/>
                    <a:pt x="26" y="101"/>
                  </a:cubicBezTo>
                  <a:cubicBezTo>
                    <a:pt x="26" y="101"/>
                    <a:pt x="26" y="101"/>
                    <a:pt x="26" y="101"/>
                  </a:cubicBezTo>
                  <a:cubicBezTo>
                    <a:pt x="25" y="97"/>
                    <a:pt x="21" y="93"/>
                    <a:pt x="17" y="88"/>
                  </a:cubicBezTo>
                  <a:cubicBezTo>
                    <a:pt x="10" y="81"/>
                    <a:pt x="2" y="72"/>
                    <a:pt x="1" y="61"/>
                  </a:cubicBezTo>
                  <a:cubicBezTo>
                    <a:pt x="0" y="58"/>
                    <a:pt x="0" y="55"/>
                    <a:pt x="0" y="52"/>
                  </a:cubicBezTo>
                  <a:cubicBezTo>
                    <a:pt x="0" y="37"/>
                    <a:pt x="5" y="24"/>
                    <a:pt x="13" y="17"/>
                  </a:cubicBezTo>
                  <a:cubicBezTo>
                    <a:pt x="20" y="11"/>
                    <a:pt x="28" y="9"/>
                    <a:pt x="38" y="10"/>
                  </a:cubicBezTo>
                  <a:cubicBezTo>
                    <a:pt x="40" y="10"/>
                    <a:pt x="41" y="9"/>
                    <a:pt x="43" y="7"/>
                  </a:cubicBezTo>
                  <a:cubicBezTo>
                    <a:pt x="44" y="6"/>
                    <a:pt x="46" y="5"/>
                    <a:pt x="48" y="4"/>
                  </a:cubicBezTo>
                  <a:cubicBezTo>
                    <a:pt x="62" y="3"/>
                    <a:pt x="77" y="9"/>
                    <a:pt x="91" y="16"/>
                  </a:cubicBezTo>
                  <a:cubicBezTo>
                    <a:pt x="113" y="25"/>
                    <a:pt x="131" y="33"/>
                    <a:pt x="141" y="13"/>
                  </a:cubicBezTo>
                  <a:cubicBezTo>
                    <a:pt x="142" y="12"/>
                    <a:pt x="142" y="11"/>
                    <a:pt x="142" y="10"/>
                  </a:cubicBezTo>
                  <a:cubicBezTo>
                    <a:pt x="142" y="7"/>
                    <a:pt x="140" y="4"/>
                    <a:pt x="139" y="2"/>
                  </a:cubicBezTo>
                  <a:cubicBezTo>
                    <a:pt x="138" y="0"/>
                    <a:pt x="138" y="0"/>
                    <a:pt x="138" y="0"/>
                  </a:cubicBezTo>
                  <a:cubicBezTo>
                    <a:pt x="139" y="0"/>
                    <a:pt x="139" y="0"/>
                    <a:pt x="139" y="0"/>
                  </a:cubicBezTo>
                  <a:cubicBezTo>
                    <a:pt x="146" y="1"/>
                    <a:pt x="150" y="5"/>
                    <a:pt x="150" y="12"/>
                  </a:cubicBezTo>
                  <a:close/>
                  <a:moveTo>
                    <a:pt x="45" y="9"/>
                  </a:moveTo>
                  <a:cubicBezTo>
                    <a:pt x="47" y="9"/>
                    <a:pt x="47" y="9"/>
                    <a:pt x="47" y="9"/>
                  </a:cubicBezTo>
                  <a:cubicBezTo>
                    <a:pt x="56" y="7"/>
                    <a:pt x="68" y="13"/>
                    <a:pt x="82" y="20"/>
                  </a:cubicBezTo>
                  <a:cubicBezTo>
                    <a:pt x="100" y="30"/>
                    <a:pt x="120" y="41"/>
                    <a:pt x="138" y="33"/>
                  </a:cubicBezTo>
                  <a:cubicBezTo>
                    <a:pt x="142" y="31"/>
                    <a:pt x="148" y="20"/>
                    <a:pt x="148" y="12"/>
                  </a:cubicBezTo>
                  <a:cubicBezTo>
                    <a:pt x="148" y="8"/>
                    <a:pt x="147" y="3"/>
                    <a:pt x="141" y="2"/>
                  </a:cubicBezTo>
                  <a:cubicBezTo>
                    <a:pt x="142" y="4"/>
                    <a:pt x="143" y="7"/>
                    <a:pt x="143" y="10"/>
                  </a:cubicBezTo>
                  <a:cubicBezTo>
                    <a:pt x="143" y="11"/>
                    <a:pt x="143" y="13"/>
                    <a:pt x="143" y="14"/>
                  </a:cubicBezTo>
                  <a:cubicBezTo>
                    <a:pt x="143" y="14"/>
                    <a:pt x="143" y="14"/>
                    <a:pt x="143" y="14"/>
                  </a:cubicBezTo>
                  <a:cubicBezTo>
                    <a:pt x="132" y="35"/>
                    <a:pt x="112" y="26"/>
                    <a:pt x="91" y="17"/>
                  </a:cubicBezTo>
                  <a:cubicBezTo>
                    <a:pt x="76" y="11"/>
                    <a:pt x="62" y="5"/>
                    <a:pt x="48" y="6"/>
                  </a:cubicBezTo>
                  <a:cubicBezTo>
                    <a:pt x="46" y="6"/>
                    <a:pt x="45" y="7"/>
                    <a:pt x="44" y="9"/>
                  </a:cubicBezTo>
                  <a:cubicBezTo>
                    <a:pt x="42" y="10"/>
                    <a:pt x="41" y="11"/>
                    <a:pt x="39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29" y="10"/>
                    <a:pt x="20" y="13"/>
                    <a:pt x="14" y="18"/>
                  </a:cubicBezTo>
                  <a:cubicBezTo>
                    <a:pt x="6" y="25"/>
                    <a:pt x="2" y="37"/>
                    <a:pt x="2" y="52"/>
                  </a:cubicBezTo>
                  <a:cubicBezTo>
                    <a:pt x="2" y="55"/>
                    <a:pt x="2" y="58"/>
                    <a:pt x="2" y="60"/>
                  </a:cubicBezTo>
                  <a:cubicBezTo>
                    <a:pt x="4" y="72"/>
                    <a:pt x="11" y="80"/>
                    <a:pt x="18" y="87"/>
                  </a:cubicBezTo>
                  <a:cubicBezTo>
                    <a:pt x="23" y="92"/>
                    <a:pt x="27" y="97"/>
                    <a:pt x="28" y="102"/>
                  </a:cubicBezTo>
                  <a:cubicBezTo>
                    <a:pt x="28" y="102"/>
                    <a:pt x="28" y="102"/>
                    <a:pt x="28" y="102"/>
                  </a:cubicBezTo>
                  <a:cubicBezTo>
                    <a:pt x="27" y="102"/>
                    <a:pt x="27" y="102"/>
                    <a:pt x="27" y="102"/>
                  </a:cubicBezTo>
                  <a:cubicBezTo>
                    <a:pt x="27" y="102"/>
                    <a:pt x="27" y="102"/>
                    <a:pt x="27" y="102"/>
                  </a:cubicBezTo>
                  <a:cubicBezTo>
                    <a:pt x="28" y="103"/>
                    <a:pt x="29" y="103"/>
                    <a:pt x="30" y="104"/>
                  </a:cubicBezTo>
                  <a:cubicBezTo>
                    <a:pt x="31" y="104"/>
                    <a:pt x="31" y="104"/>
                    <a:pt x="31" y="104"/>
                  </a:cubicBezTo>
                  <a:cubicBezTo>
                    <a:pt x="31" y="104"/>
                    <a:pt x="31" y="104"/>
                    <a:pt x="31" y="104"/>
                  </a:cubicBezTo>
                  <a:cubicBezTo>
                    <a:pt x="32" y="108"/>
                    <a:pt x="32" y="112"/>
                    <a:pt x="32" y="116"/>
                  </a:cubicBezTo>
                  <a:cubicBezTo>
                    <a:pt x="32" y="124"/>
                    <a:pt x="30" y="131"/>
                    <a:pt x="28" y="138"/>
                  </a:cubicBezTo>
                  <a:cubicBezTo>
                    <a:pt x="27" y="140"/>
                    <a:pt x="26" y="141"/>
                    <a:pt x="26" y="143"/>
                  </a:cubicBezTo>
                  <a:cubicBezTo>
                    <a:pt x="35" y="127"/>
                    <a:pt x="37" y="110"/>
                    <a:pt x="31" y="93"/>
                  </a:cubicBezTo>
                  <a:cubicBezTo>
                    <a:pt x="28" y="88"/>
                    <a:pt x="25" y="83"/>
                    <a:pt x="21" y="78"/>
                  </a:cubicBezTo>
                  <a:cubicBezTo>
                    <a:pt x="17" y="73"/>
                    <a:pt x="14" y="69"/>
                    <a:pt x="12" y="64"/>
                  </a:cubicBezTo>
                  <a:cubicBezTo>
                    <a:pt x="12" y="63"/>
                    <a:pt x="12" y="62"/>
                    <a:pt x="11" y="61"/>
                  </a:cubicBezTo>
                  <a:cubicBezTo>
                    <a:pt x="13" y="71"/>
                    <a:pt x="17" y="79"/>
                    <a:pt x="23" y="84"/>
                  </a:cubicBezTo>
                  <a:cubicBezTo>
                    <a:pt x="26" y="86"/>
                    <a:pt x="26" y="86"/>
                    <a:pt x="26" y="86"/>
                  </a:cubicBezTo>
                  <a:cubicBezTo>
                    <a:pt x="23" y="85"/>
                    <a:pt x="23" y="85"/>
                    <a:pt x="23" y="85"/>
                  </a:cubicBezTo>
                  <a:cubicBezTo>
                    <a:pt x="10" y="82"/>
                    <a:pt x="4" y="64"/>
                    <a:pt x="4" y="49"/>
                  </a:cubicBezTo>
                  <a:cubicBezTo>
                    <a:pt x="4" y="34"/>
                    <a:pt x="9" y="21"/>
                    <a:pt x="18" y="16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5" y="21"/>
                    <a:pt x="12" y="28"/>
                    <a:pt x="10" y="37"/>
                  </a:cubicBezTo>
                  <a:cubicBezTo>
                    <a:pt x="13" y="22"/>
                    <a:pt x="23" y="14"/>
                    <a:pt x="38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40" y="15"/>
                    <a:pt x="40" y="18"/>
                    <a:pt x="40" y="20"/>
                  </a:cubicBezTo>
                  <a:cubicBezTo>
                    <a:pt x="41" y="23"/>
                    <a:pt x="41" y="26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3" y="28"/>
                    <a:pt x="44" y="27"/>
                    <a:pt x="44" y="27"/>
                  </a:cubicBezTo>
                  <a:cubicBezTo>
                    <a:pt x="46" y="27"/>
                    <a:pt x="47" y="28"/>
                    <a:pt x="48" y="29"/>
                  </a:cubicBezTo>
                  <a:cubicBezTo>
                    <a:pt x="50" y="31"/>
                    <a:pt x="52" y="32"/>
                    <a:pt x="54" y="31"/>
                  </a:cubicBezTo>
                  <a:cubicBezTo>
                    <a:pt x="55" y="31"/>
                    <a:pt x="55" y="31"/>
                    <a:pt x="55" y="31"/>
                  </a:cubicBezTo>
                  <a:cubicBezTo>
                    <a:pt x="55" y="32"/>
                    <a:pt x="55" y="32"/>
                    <a:pt x="55" y="32"/>
                  </a:cubicBezTo>
                  <a:cubicBezTo>
                    <a:pt x="54" y="35"/>
                    <a:pt x="53" y="36"/>
                    <a:pt x="52" y="37"/>
                  </a:cubicBezTo>
                  <a:cubicBezTo>
                    <a:pt x="48" y="38"/>
                    <a:pt x="43" y="32"/>
                    <a:pt x="42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3" y="33"/>
                    <a:pt x="44" y="35"/>
                    <a:pt x="46" y="37"/>
                  </a:cubicBezTo>
                  <a:cubicBezTo>
                    <a:pt x="52" y="38"/>
                    <a:pt x="56" y="37"/>
                    <a:pt x="59" y="35"/>
                  </a:cubicBezTo>
                  <a:cubicBezTo>
                    <a:pt x="60" y="32"/>
                    <a:pt x="60" y="30"/>
                    <a:pt x="60" y="27"/>
                  </a:cubicBezTo>
                  <a:cubicBezTo>
                    <a:pt x="60" y="23"/>
                    <a:pt x="59" y="20"/>
                    <a:pt x="57" y="18"/>
                  </a:cubicBezTo>
                  <a:cubicBezTo>
                    <a:pt x="56" y="18"/>
                    <a:pt x="55" y="18"/>
                    <a:pt x="53" y="18"/>
                  </a:cubicBezTo>
                  <a:cubicBezTo>
                    <a:pt x="56" y="19"/>
                    <a:pt x="58" y="22"/>
                    <a:pt x="58" y="25"/>
                  </a:cubicBezTo>
                  <a:cubicBezTo>
                    <a:pt x="58" y="26"/>
                    <a:pt x="58" y="26"/>
                    <a:pt x="57" y="27"/>
                  </a:cubicBezTo>
                  <a:cubicBezTo>
                    <a:pt x="57" y="27"/>
                    <a:pt x="57" y="27"/>
                    <a:pt x="57" y="27"/>
                  </a:cubicBezTo>
                  <a:cubicBezTo>
                    <a:pt x="56" y="27"/>
                    <a:pt x="56" y="27"/>
                    <a:pt x="56" y="27"/>
                  </a:cubicBezTo>
                  <a:cubicBezTo>
                    <a:pt x="53" y="24"/>
                    <a:pt x="52" y="21"/>
                    <a:pt x="51" y="19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50" y="18"/>
                    <a:pt x="50" y="18"/>
                    <a:pt x="50" y="18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49" y="15"/>
                    <a:pt x="49" y="12"/>
                    <a:pt x="46" y="10"/>
                  </a:cubicBezTo>
                  <a:lnTo>
                    <a:pt x="45" y="9"/>
                  </a:lnTo>
                  <a:close/>
                  <a:moveTo>
                    <a:pt x="57" y="25"/>
                  </a:moveTo>
                  <a:cubicBezTo>
                    <a:pt x="57" y="24"/>
                    <a:pt x="55" y="21"/>
                    <a:pt x="53" y="19"/>
                  </a:cubicBezTo>
                  <a:cubicBezTo>
                    <a:pt x="53" y="21"/>
                    <a:pt x="54" y="23"/>
                    <a:pt x="57" y="25"/>
                  </a:cubicBezTo>
                  <a:close/>
                  <a:moveTo>
                    <a:pt x="44" y="29"/>
                  </a:moveTo>
                  <a:cubicBezTo>
                    <a:pt x="45" y="32"/>
                    <a:pt x="49" y="36"/>
                    <a:pt x="51" y="35"/>
                  </a:cubicBezTo>
                  <a:cubicBezTo>
                    <a:pt x="52" y="35"/>
                    <a:pt x="53" y="34"/>
                    <a:pt x="53" y="33"/>
                  </a:cubicBezTo>
                  <a:cubicBezTo>
                    <a:pt x="51" y="33"/>
                    <a:pt x="49" y="32"/>
                    <a:pt x="47" y="30"/>
                  </a:cubicBezTo>
                  <a:cubicBezTo>
                    <a:pt x="46" y="30"/>
                    <a:pt x="45" y="29"/>
                    <a:pt x="45" y="29"/>
                  </a:cubicBezTo>
                  <a:cubicBezTo>
                    <a:pt x="44" y="29"/>
                    <a:pt x="44" y="29"/>
                    <a:pt x="44" y="29"/>
                  </a:cubicBezTo>
                  <a:close/>
                  <a:moveTo>
                    <a:pt x="5" y="49"/>
                  </a:moveTo>
                  <a:cubicBezTo>
                    <a:pt x="5" y="62"/>
                    <a:pt x="10" y="77"/>
                    <a:pt x="19" y="82"/>
                  </a:cubicBezTo>
                  <a:cubicBezTo>
                    <a:pt x="12" y="74"/>
                    <a:pt x="8" y="58"/>
                    <a:pt x="8" y="46"/>
                  </a:cubicBezTo>
                  <a:cubicBezTo>
                    <a:pt x="8" y="36"/>
                    <a:pt x="10" y="28"/>
                    <a:pt x="13" y="22"/>
                  </a:cubicBezTo>
                  <a:cubicBezTo>
                    <a:pt x="8" y="29"/>
                    <a:pt x="5" y="38"/>
                    <a:pt x="5" y="49"/>
                  </a:cubicBezTo>
                  <a:close/>
                  <a:moveTo>
                    <a:pt x="146" y="18"/>
                  </a:moveTo>
                  <a:cubicBezTo>
                    <a:pt x="146" y="18"/>
                    <a:pt x="146" y="18"/>
                    <a:pt x="146" y="18"/>
                  </a:cubicBezTo>
                  <a:cubicBezTo>
                    <a:pt x="146" y="21"/>
                    <a:pt x="139" y="31"/>
                    <a:pt x="134" y="33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03" y="35"/>
                    <a:pt x="85" y="24"/>
                    <a:pt x="66" y="10"/>
                  </a:cubicBezTo>
                  <a:cubicBezTo>
                    <a:pt x="63" y="8"/>
                    <a:pt x="63" y="8"/>
                    <a:pt x="63" y="8"/>
                  </a:cubicBezTo>
                  <a:cubicBezTo>
                    <a:pt x="67" y="9"/>
                    <a:pt x="67" y="9"/>
                    <a:pt x="67" y="9"/>
                  </a:cubicBezTo>
                  <a:cubicBezTo>
                    <a:pt x="73" y="10"/>
                    <a:pt x="80" y="13"/>
                    <a:pt x="88" y="17"/>
                  </a:cubicBezTo>
                  <a:cubicBezTo>
                    <a:pt x="108" y="26"/>
                    <a:pt x="131" y="36"/>
                    <a:pt x="144" y="16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6" y="16"/>
                    <a:pt x="146" y="16"/>
                    <a:pt x="146" y="18"/>
                  </a:cubicBezTo>
                  <a:close/>
                  <a:moveTo>
                    <a:pt x="133" y="31"/>
                  </a:moveTo>
                  <a:cubicBezTo>
                    <a:pt x="138" y="29"/>
                    <a:pt x="144" y="21"/>
                    <a:pt x="145" y="18"/>
                  </a:cubicBezTo>
                  <a:cubicBezTo>
                    <a:pt x="131" y="37"/>
                    <a:pt x="108" y="27"/>
                    <a:pt x="87" y="18"/>
                  </a:cubicBezTo>
                  <a:cubicBezTo>
                    <a:pt x="81" y="15"/>
                    <a:pt x="76" y="13"/>
                    <a:pt x="71" y="11"/>
                  </a:cubicBezTo>
                  <a:cubicBezTo>
                    <a:pt x="88" y="23"/>
                    <a:pt x="105" y="33"/>
                    <a:pt x="133" y="31"/>
                  </a:cubicBezTo>
                  <a:close/>
                  <a:moveTo>
                    <a:pt x="55" y="30"/>
                  </a:moveTo>
                  <a:cubicBezTo>
                    <a:pt x="54" y="30"/>
                    <a:pt x="54" y="30"/>
                    <a:pt x="54" y="30"/>
                  </a:cubicBezTo>
                  <a:cubicBezTo>
                    <a:pt x="47" y="29"/>
                    <a:pt x="42" y="25"/>
                    <a:pt x="42" y="17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3" y="16"/>
                    <a:pt x="43" y="16"/>
                    <a:pt x="43" y="16"/>
                  </a:cubicBezTo>
                  <a:cubicBezTo>
                    <a:pt x="50" y="17"/>
                    <a:pt x="53" y="23"/>
                    <a:pt x="55" y="29"/>
                  </a:cubicBezTo>
                  <a:lnTo>
                    <a:pt x="55" y="30"/>
                  </a:lnTo>
                  <a:close/>
                  <a:moveTo>
                    <a:pt x="43" y="17"/>
                  </a:moveTo>
                  <a:cubicBezTo>
                    <a:pt x="44" y="24"/>
                    <a:pt x="47" y="27"/>
                    <a:pt x="53" y="28"/>
                  </a:cubicBezTo>
                  <a:cubicBezTo>
                    <a:pt x="51" y="23"/>
                    <a:pt x="49" y="19"/>
                    <a:pt x="43" y="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93" name="Freeform 49"/>
            <p:cNvSpPr>
              <a:spLocks noEditPoints="1"/>
            </p:cNvSpPr>
            <p:nvPr/>
          </p:nvSpPr>
          <p:spPr bwMode="auto">
            <a:xfrm>
              <a:off x="4162425" y="3344863"/>
              <a:ext cx="334963" cy="328613"/>
            </a:xfrm>
            <a:custGeom>
              <a:avLst/>
              <a:gdLst>
                <a:gd name="T0" fmla="*/ 61 w 149"/>
                <a:gd name="T1" fmla="*/ 17 h 146"/>
                <a:gd name="T2" fmla="*/ 70 w 149"/>
                <a:gd name="T3" fmla="*/ 13 h 146"/>
                <a:gd name="T4" fmla="*/ 67 w 149"/>
                <a:gd name="T5" fmla="*/ 22 h 146"/>
                <a:gd name="T6" fmla="*/ 71 w 149"/>
                <a:gd name="T7" fmla="*/ 8 h 146"/>
                <a:gd name="T8" fmla="*/ 77 w 149"/>
                <a:gd name="T9" fmla="*/ 20 h 146"/>
                <a:gd name="T10" fmla="*/ 146 w 149"/>
                <a:gd name="T11" fmla="*/ 39 h 146"/>
                <a:gd name="T12" fmla="*/ 125 w 149"/>
                <a:gd name="T13" fmla="*/ 103 h 146"/>
                <a:gd name="T14" fmla="*/ 146 w 149"/>
                <a:gd name="T15" fmla="*/ 99 h 146"/>
                <a:gd name="T16" fmla="*/ 148 w 149"/>
                <a:gd name="T17" fmla="*/ 120 h 146"/>
                <a:gd name="T18" fmla="*/ 129 w 149"/>
                <a:gd name="T19" fmla="*/ 119 h 146"/>
                <a:gd name="T20" fmla="*/ 141 w 149"/>
                <a:gd name="T21" fmla="*/ 143 h 146"/>
                <a:gd name="T22" fmla="*/ 124 w 149"/>
                <a:gd name="T23" fmla="*/ 108 h 146"/>
                <a:gd name="T24" fmla="*/ 121 w 149"/>
                <a:gd name="T25" fmla="*/ 76 h 146"/>
                <a:gd name="T26" fmla="*/ 132 w 149"/>
                <a:gd name="T27" fmla="*/ 18 h 146"/>
                <a:gd name="T28" fmla="*/ 46 w 149"/>
                <a:gd name="T29" fmla="*/ 31 h 146"/>
                <a:gd name="T30" fmla="*/ 0 w 149"/>
                <a:gd name="T31" fmla="*/ 27 h 146"/>
                <a:gd name="T32" fmla="*/ 60 w 149"/>
                <a:gd name="T33" fmla="*/ 24 h 146"/>
                <a:gd name="T34" fmla="*/ 58 w 149"/>
                <a:gd name="T35" fmla="*/ 11 h 146"/>
                <a:gd name="T36" fmla="*/ 68 w 149"/>
                <a:gd name="T37" fmla="*/ 8 h 146"/>
                <a:gd name="T38" fmla="*/ 61 w 149"/>
                <a:gd name="T39" fmla="*/ 17 h 146"/>
                <a:gd name="T40" fmla="*/ 58 w 149"/>
                <a:gd name="T41" fmla="*/ 27 h 146"/>
                <a:gd name="T42" fmla="*/ 31 w 149"/>
                <a:gd name="T43" fmla="*/ 25 h 146"/>
                <a:gd name="T44" fmla="*/ 58 w 149"/>
                <a:gd name="T45" fmla="*/ 27 h 146"/>
                <a:gd name="T46" fmla="*/ 101 w 149"/>
                <a:gd name="T47" fmla="*/ 11 h 146"/>
                <a:gd name="T48" fmla="*/ 88 w 149"/>
                <a:gd name="T49" fmla="*/ 20 h 146"/>
                <a:gd name="T50" fmla="*/ 101 w 149"/>
                <a:gd name="T51" fmla="*/ 11 h 146"/>
                <a:gd name="T52" fmla="*/ 142 w 149"/>
                <a:gd name="T53" fmla="*/ 32 h 146"/>
                <a:gd name="T54" fmla="*/ 141 w 149"/>
                <a:gd name="T55" fmla="*/ 34 h 146"/>
                <a:gd name="T56" fmla="*/ 122 w 149"/>
                <a:gd name="T57" fmla="*/ 95 h 146"/>
                <a:gd name="T58" fmla="*/ 142 w 149"/>
                <a:gd name="T59" fmla="*/ 32 h 146"/>
                <a:gd name="T60" fmla="*/ 145 w 149"/>
                <a:gd name="T61" fmla="*/ 119 h 146"/>
                <a:gd name="T62" fmla="*/ 142 w 149"/>
                <a:gd name="T63" fmla="*/ 106 h 146"/>
                <a:gd name="T64" fmla="*/ 132 w 149"/>
                <a:gd name="T65" fmla="*/ 106 h 146"/>
                <a:gd name="T66" fmla="*/ 145 w 149"/>
                <a:gd name="T67" fmla="*/ 119 h 146"/>
                <a:gd name="T68" fmla="*/ 146 w 149"/>
                <a:gd name="T69" fmla="*/ 103 h 146"/>
                <a:gd name="T70" fmla="*/ 134 w 149"/>
                <a:gd name="T71" fmla="*/ 103 h 146"/>
                <a:gd name="T72" fmla="*/ 146 w 149"/>
                <a:gd name="T73" fmla="*/ 103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49" h="146">
                  <a:moveTo>
                    <a:pt x="61" y="17"/>
                  </a:moveTo>
                  <a:cubicBezTo>
                    <a:pt x="64" y="17"/>
                    <a:pt x="67" y="9"/>
                    <a:pt x="70" y="13"/>
                  </a:cubicBezTo>
                  <a:cubicBezTo>
                    <a:pt x="68" y="15"/>
                    <a:pt x="65" y="17"/>
                    <a:pt x="67" y="22"/>
                  </a:cubicBezTo>
                  <a:cubicBezTo>
                    <a:pt x="78" y="22"/>
                    <a:pt x="72" y="11"/>
                    <a:pt x="71" y="8"/>
                  </a:cubicBezTo>
                  <a:cubicBezTo>
                    <a:pt x="75" y="4"/>
                    <a:pt x="81" y="15"/>
                    <a:pt x="77" y="20"/>
                  </a:cubicBezTo>
                  <a:cubicBezTo>
                    <a:pt x="103" y="0"/>
                    <a:pt x="144" y="7"/>
                    <a:pt x="146" y="39"/>
                  </a:cubicBezTo>
                  <a:cubicBezTo>
                    <a:pt x="148" y="63"/>
                    <a:pt x="123" y="79"/>
                    <a:pt x="125" y="103"/>
                  </a:cubicBezTo>
                  <a:cubicBezTo>
                    <a:pt x="130" y="105"/>
                    <a:pt x="138" y="94"/>
                    <a:pt x="146" y="99"/>
                  </a:cubicBezTo>
                  <a:cubicBezTo>
                    <a:pt x="149" y="104"/>
                    <a:pt x="147" y="114"/>
                    <a:pt x="148" y="120"/>
                  </a:cubicBezTo>
                  <a:cubicBezTo>
                    <a:pt x="142" y="125"/>
                    <a:pt x="135" y="122"/>
                    <a:pt x="129" y="119"/>
                  </a:cubicBezTo>
                  <a:cubicBezTo>
                    <a:pt x="129" y="131"/>
                    <a:pt x="129" y="143"/>
                    <a:pt x="141" y="143"/>
                  </a:cubicBezTo>
                  <a:cubicBezTo>
                    <a:pt x="120" y="146"/>
                    <a:pt x="125" y="125"/>
                    <a:pt x="124" y="108"/>
                  </a:cubicBezTo>
                  <a:cubicBezTo>
                    <a:pt x="123" y="95"/>
                    <a:pt x="118" y="88"/>
                    <a:pt x="121" y="76"/>
                  </a:cubicBezTo>
                  <a:cubicBezTo>
                    <a:pt x="125" y="57"/>
                    <a:pt x="149" y="40"/>
                    <a:pt x="132" y="18"/>
                  </a:cubicBezTo>
                  <a:cubicBezTo>
                    <a:pt x="101" y="5"/>
                    <a:pt x="76" y="33"/>
                    <a:pt x="46" y="31"/>
                  </a:cubicBezTo>
                  <a:cubicBezTo>
                    <a:pt x="31" y="30"/>
                    <a:pt x="16" y="16"/>
                    <a:pt x="0" y="27"/>
                  </a:cubicBezTo>
                  <a:cubicBezTo>
                    <a:pt x="14" y="12"/>
                    <a:pt x="37" y="23"/>
                    <a:pt x="60" y="24"/>
                  </a:cubicBezTo>
                  <a:cubicBezTo>
                    <a:pt x="62" y="22"/>
                    <a:pt x="58" y="15"/>
                    <a:pt x="58" y="11"/>
                  </a:cubicBezTo>
                  <a:cubicBezTo>
                    <a:pt x="61" y="10"/>
                    <a:pt x="64" y="4"/>
                    <a:pt x="68" y="8"/>
                  </a:cubicBezTo>
                  <a:cubicBezTo>
                    <a:pt x="67" y="9"/>
                    <a:pt x="59" y="9"/>
                    <a:pt x="61" y="17"/>
                  </a:cubicBezTo>
                  <a:close/>
                  <a:moveTo>
                    <a:pt x="58" y="27"/>
                  </a:moveTo>
                  <a:cubicBezTo>
                    <a:pt x="49" y="25"/>
                    <a:pt x="41" y="22"/>
                    <a:pt x="31" y="25"/>
                  </a:cubicBezTo>
                  <a:cubicBezTo>
                    <a:pt x="41" y="26"/>
                    <a:pt x="49" y="32"/>
                    <a:pt x="58" y="27"/>
                  </a:cubicBezTo>
                  <a:close/>
                  <a:moveTo>
                    <a:pt x="101" y="11"/>
                  </a:moveTo>
                  <a:cubicBezTo>
                    <a:pt x="98" y="14"/>
                    <a:pt x="85" y="15"/>
                    <a:pt x="88" y="20"/>
                  </a:cubicBezTo>
                  <a:cubicBezTo>
                    <a:pt x="90" y="15"/>
                    <a:pt x="104" y="16"/>
                    <a:pt x="101" y="11"/>
                  </a:cubicBezTo>
                  <a:close/>
                  <a:moveTo>
                    <a:pt x="142" y="32"/>
                  </a:moveTo>
                  <a:cubicBezTo>
                    <a:pt x="140" y="29"/>
                    <a:pt x="138" y="30"/>
                    <a:pt x="141" y="34"/>
                  </a:cubicBezTo>
                  <a:cubicBezTo>
                    <a:pt x="139" y="59"/>
                    <a:pt x="121" y="67"/>
                    <a:pt x="122" y="95"/>
                  </a:cubicBezTo>
                  <a:cubicBezTo>
                    <a:pt x="127" y="73"/>
                    <a:pt x="146" y="59"/>
                    <a:pt x="142" y="32"/>
                  </a:cubicBezTo>
                  <a:close/>
                  <a:moveTo>
                    <a:pt x="145" y="119"/>
                  </a:moveTo>
                  <a:cubicBezTo>
                    <a:pt x="145" y="113"/>
                    <a:pt x="145" y="109"/>
                    <a:pt x="142" y="106"/>
                  </a:cubicBezTo>
                  <a:cubicBezTo>
                    <a:pt x="139" y="106"/>
                    <a:pt x="135" y="106"/>
                    <a:pt x="132" y="106"/>
                  </a:cubicBezTo>
                  <a:cubicBezTo>
                    <a:pt x="126" y="113"/>
                    <a:pt x="134" y="121"/>
                    <a:pt x="145" y="119"/>
                  </a:cubicBezTo>
                  <a:close/>
                  <a:moveTo>
                    <a:pt x="146" y="103"/>
                  </a:moveTo>
                  <a:cubicBezTo>
                    <a:pt x="142" y="100"/>
                    <a:pt x="137" y="100"/>
                    <a:pt x="134" y="103"/>
                  </a:cubicBezTo>
                  <a:cubicBezTo>
                    <a:pt x="139" y="101"/>
                    <a:pt x="144" y="107"/>
                    <a:pt x="146" y="10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94" name="Freeform 50"/>
            <p:cNvSpPr>
              <a:spLocks noEditPoints="1"/>
            </p:cNvSpPr>
            <p:nvPr/>
          </p:nvSpPr>
          <p:spPr bwMode="auto">
            <a:xfrm>
              <a:off x="4162425" y="3359150"/>
              <a:ext cx="334963" cy="309563"/>
            </a:xfrm>
            <a:custGeom>
              <a:avLst/>
              <a:gdLst>
                <a:gd name="T0" fmla="*/ 69 w 149"/>
                <a:gd name="T1" fmla="*/ 3 h 138"/>
                <a:gd name="T2" fmla="*/ 64 w 149"/>
                <a:gd name="T3" fmla="*/ 7 h 138"/>
                <a:gd name="T4" fmla="*/ 70 w 149"/>
                <a:gd name="T5" fmla="*/ 7 h 138"/>
                <a:gd name="T6" fmla="*/ 70 w 149"/>
                <a:gd name="T7" fmla="*/ 3 h 138"/>
                <a:gd name="T8" fmla="*/ 73 w 149"/>
                <a:gd name="T9" fmla="*/ 1 h 138"/>
                <a:gd name="T10" fmla="*/ 147 w 149"/>
                <a:gd name="T11" fmla="*/ 33 h 138"/>
                <a:gd name="T12" fmla="*/ 142 w 149"/>
                <a:gd name="T13" fmla="*/ 91 h 138"/>
                <a:gd name="T14" fmla="*/ 149 w 149"/>
                <a:gd name="T15" fmla="*/ 114 h 138"/>
                <a:gd name="T16" fmla="*/ 130 w 149"/>
                <a:gd name="T17" fmla="*/ 114 h 138"/>
                <a:gd name="T18" fmla="*/ 137 w 149"/>
                <a:gd name="T19" fmla="*/ 138 h 138"/>
                <a:gd name="T20" fmla="*/ 122 w 149"/>
                <a:gd name="T21" fmla="*/ 94 h 138"/>
                <a:gd name="T22" fmla="*/ 129 w 149"/>
                <a:gd name="T23" fmla="*/ 51 h 138"/>
                <a:gd name="T24" fmla="*/ 49 w 149"/>
                <a:gd name="T25" fmla="*/ 26 h 138"/>
                <a:gd name="T26" fmla="*/ 1 w 149"/>
                <a:gd name="T27" fmla="*/ 21 h 138"/>
                <a:gd name="T28" fmla="*/ 39 w 149"/>
                <a:gd name="T29" fmla="*/ 15 h 138"/>
                <a:gd name="T30" fmla="*/ 58 w 149"/>
                <a:gd name="T31" fmla="*/ 5 h 138"/>
                <a:gd name="T32" fmla="*/ 67 w 149"/>
                <a:gd name="T33" fmla="*/ 2 h 138"/>
                <a:gd name="T34" fmla="*/ 60 w 149"/>
                <a:gd name="T35" fmla="*/ 10 h 138"/>
                <a:gd name="T36" fmla="*/ 77 w 149"/>
                <a:gd name="T37" fmla="*/ 14 h 138"/>
                <a:gd name="T38" fmla="*/ 73 w 149"/>
                <a:gd name="T39" fmla="*/ 15 h 138"/>
                <a:gd name="T40" fmla="*/ 68 w 149"/>
                <a:gd name="T41" fmla="*/ 8 h 138"/>
                <a:gd name="T42" fmla="*/ 61 w 149"/>
                <a:gd name="T43" fmla="*/ 12 h 138"/>
                <a:gd name="T44" fmla="*/ 60 w 149"/>
                <a:gd name="T45" fmla="*/ 19 h 138"/>
                <a:gd name="T46" fmla="*/ 7 w 149"/>
                <a:gd name="T47" fmla="*/ 17 h 138"/>
                <a:gd name="T48" fmla="*/ 40 w 149"/>
                <a:gd name="T49" fmla="*/ 17 h 138"/>
                <a:gd name="T50" fmla="*/ 60 w 149"/>
                <a:gd name="T51" fmla="*/ 20 h 138"/>
                <a:gd name="T52" fmla="*/ 31 w 149"/>
                <a:gd name="T53" fmla="*/ 20 h 138"/>
                <a:gd name="T54" fmla="*/ 49 w 149"/>
                <a:gd name="T55" fmla="*/ 24 h 138"/>
                <a:gd name="T56" fmla="*/ 87 w 149"/>
                <a:gd name="T57" fmla="*/ 12 h 138"/>
                <a:gd name="T58" fmla="*/ 77 w 149"/>
                <a:gd name="T59" fmla="*/ 14 h 138"/>
                <a:gd name="T60" fmla="*/ 124 w 149"/>
                <a:gd name="T61" fmla="*/ 97 h 138"/>
                <a:gd name="T62" fmla="*/ 101 w 149"/>
                <a:gd name="T63" fmla="*/ 4 h 138"/>
                <a:gd name="T64" fmla="*/ 89 w 149"/>
                <a:gd name="T65" fmla="*/ 14 h 138"/>
                <a:gd name="T66" fmla="*/ 133 w 149"/>
                <a:gd name="T67" fmla="*/ 12 h 138"/>
                <a:gd name="T68" fmla="*/ 131 w 149"/>
                <a:gd name="T69" fmla="*/ 55 h 138"/>
                <a:gd name="T70" fmla="*/ 140 w 149"/>
                <a:gd name="T71" fmla="*/ 24 h 138"/>
                <a:gd name="T72" fmla="*/ 123 w 149"/>
                <a:gd name="T73" fmla="*/ 89 h 138"/>
                <a:gd name="T74" fmla="*/ 135 w 149"/>
                <a:gd name="T75" fmla="*/ 137 h 138"/>
                <a:gd name="T76" fmla="*/ 141 w 149"/>
                <a:gd name="T77" fmla="*/ 116 h 138"/>
                <a:gd name="T78" fmla="*/ 147 w 149"/>
                <a:gd name="T79" fmla="*/ 98 h 138"/>
                <a:gd name="T80" fmla="*/ 131 w 149"/>
                <a:gd name="T81" fmla="*/ 99 h 138"/>
                <a:gd name="T82" fmla="*/ 146 w 149"/>
                <a:gd name="T83" fmla="*/ 94 h 138"/>
                <a:gd name="T84" fmla="*/ 88 w 149"/>
                <a:gd name="T85" fmla="*/ 12 h 138"/>
                <a:gd name="T86" fmla="*/ 95 w 149"/>
                <a:gd name="T87" fmla="*/ 9 h 138"/>
                <a:gd name="T88" fmla="*/ 40 w 149"/>
                <a:gd name="T89" fmla="*/ 19 h 138"/>
                <a:gd name="T90" fmla="*/ 56 w 149"/>
                <a:gd name="T91" fmla="*/ 21 h 138"/>
                <a:gd name="T92" fmla="*/ 141 w 149"/>
                <a:gd name="T93" fmla="*/ 28 h 138"/>
                <a:gd name="T94" fmla="*/ 131 w 149"/>
                <a:gd name="T95" fmla="*/ 66 h 138"/>
                <a:gd name="T96" fmla="*/ 141 w 149"/>
                <a:gd name="T97" fmla="*/ 97 h 138"/>
                <a:gd name="T98" fmla="*/ 143 w 149"/>
                <a:gd name="T99" fmla="*/ 100 h 138"/>
                <a:gd name="T100" fmla="*/ 130 w 149"/>
                <a:gd name="T101" fmla="*/ 108 h 138"/>
                <a:gd name="T102" fmla="*/ 131 w 149"/>
                <a:gd name="T103" fmla="*/ 107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49" h="138">
                  <a:moveTo>
                    <a:pt x="65" y="0"/>
                  </a:moveTo>
                  <a:cubicBezTo>
                    <a:pt x="66" y="0"/>
                    <a:pt x="68" y="1"/>
                    <a:pt x="69" y="2"/>
                  </a:cubicBezTo>
                  <a:cubicBezTo>
                    <a:pt x="69" y="2"/>
                    <a:pt x="69" y="2"/>
                    <a:pt x="69" y="2"/>
                  </a:cubicBezTo>
                  <a:cubicBezTo>
                    <a:pt x="69" y="3"/>
                    <a:pt x="69" y="3"/>
                    <a:pt x="69" y="3"/>
                  </a:cubicBezTo>
                  <a:cubicBezTo>
                    <a:pt x="68" y="3"/>
                    <a:pt x="68" y="3"/>
                    <a:pt x="67" y="4"/>
                  </a:cubicBezTo>
                  <a:cubicBezTo>
                    <a:pt x="65" y="4"/>
                    <a:pt x="63" y="4"/>
                    <a:pt x="62" y="6"/>
                  </a:cubicBezTo>
                  <a:cubicBezTo>
                    <a:pt x="62" y="7"/>
                    <a:pt x="61" y="8"/>
                    <a:pt x="62" y="10"/>
                  </a:cubicBezTo>
                  <a:cubicBezTo>
                    <a:pt x="63" y="9"/>
                    <a:pt x="63" y="8"/>
                    <a:pt x="64" y="7"/>
                  </a:cubicBezTo>
                  <a:cubicBezTo>
                    <a:pt x="66" y="6"/>
                    <a:pt x="67" y="5"/>
                    <a:pt x="68" y="5"/>
                  </a:cubicBezTo>
                  <a:cubicBezTo>
                    <a:pt x="69" y="5"/>
                    <a:pt x="70" y="5"/>
                    <a:pt x="70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70" y="8"/>
                    <a:pt x="69" y="8"/>
                    <a:pt x="69" y="9"/>
                  </a:cubicBezTo>
                  <a:cubicBezTo>
                    <a:pt x="68" y="11"/>
                    <a:pt x="67" y="12"/>
                    <a:pt x="67" y="16"/>
                  </a:cubicBezTo>
                  <a:cubicBezTo>
                    <a:pt x="70" y="16"/>
                    <a:pt x="71" y="15"/>
                    <a:pt x="72" y="14"/>
                  </a:cubicBezTo>
                  <a:cubicBezTo>
                    <a:pt x="74" y="11"/>
                    <a:pt x="71" y="5"/>
                    <a:pt x="70" y="3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71" y="2"/>
                    <a:pt x="71" y="2"/>
                    <a:pt x="71" y="2"/>
                  </a:cubicBezTo>
                  <a:cubicBezTo>
                    <a:pt x="71" y="1"/>
                    <a:pt x="72" y="1"/>
                    <a:pt x="73" y="1"/>
                  </a:cubicBezTo>
                  <a:cubicBezTo>
                    <a:pt x="73" y="1"/>
                    <a:pt x="73" y="1"/>
                    <a:pt x="73" y="1"/>
                  </a:cubicBezTo>
                  <a:cubicBezTo>
                    <a:pt x="75" y="1"/>
                    <a:pt x="77" y="3"/>
                    <a:pt x="78" y="5"/>
                  </a:cubicBezTo>
                  <a:cubicBezTo>
                    <a:pt x="79" y="7"/>
                    <a:pt x="79" y="9"/>
                    <a:pt x="79" y="11"/>
                  </a:cubicBezTo>
                  <a:cubicBezTo>
                    <a:pt x="88" y="5"/>
                    <a:pt x="99" y="2"/>
                    <a:pt x="110" y="2"/>
                  </a:cubicBezTo>
                  <a:cubicBezTo>
                    <a:pt x="131" y="2"/>
                    <a:pt x="145" y="14"/>
                    <a:pt x="147" y="33"/>
                  </a:cubicBezTo>
                  <a:cubicBezTo>
                    <a:pt x="148" y="45"/>
                    <a:pt x="142" y="55"/>
                    <a:pt x="137" y="65"/>
                  </a:cubicBezTo>
                  <a:cubicBezTo>
                    <a:pt x="131" y="75"/>
                    <a:pt x="125" y="85"/>
                    <a:pt x="126" y="97"/>
                  </a:cubicBezTo>
                  <a:cubicBezTo>
                    <a:pt x="127" y="97"/>
                    <a:pt x="130" y="96"/>
                    <a:pt x="132" y="95"/>
                  </a:cubicBezTo>
                  <a:cubicBezTo>
                    <a:pt x="135" y="93"/>
                    <a:pt x="138" y="91"/>
                    <a:pt x="142" y="91"/>
                  </a:cubicBezTo>
                  <a:cubicBezTo>
                    <a:pt x="144" y="91"/>
                    <a:pt x="145" y="92"/>
                    <a:pt x="147" y="93"/>
                  </a:cubicBezTo>
                  <a:cubicBezTo>
                    <a:pt x="147" y="93"/>
                    <a:pt x="147" y="93"/>
                    <a:pt x="147" y="93"/>
                  </a:cubicBezTo>
                  <a:cubicBezTo>
                    <a:pt x="149" y="96"/>
                    <a:pt x="149" y="101"/>
                    <a:pt x="149" y="106"/>
                  </a:cubicBezTo>
                  <a:cubicBezTo>
                    <a:pt x="148" y="109"/>
                    <a:pt x="148" y="112"/>
                    <a:pt x="149" y="114"/>
                  </a:cubicBezTo>
                  <a:cubicBezTo>
                    <a:pt x="149" y="115"/>
                    <a:pt x="149" y="115"/>
                    <a:pt x="149" y="115"/>
                  </a:cubicBezTo>
                  <a:cubicBezTo>
                    <a:pt x="148" y="115"/>
                    <a:pt x="148" y="115"/>
                    <a:pt x="148" y="115"/>
                  </a:cubicBezTo>
                  <a:cubicBezTo>
                    <a:pt x="146" y="117"/>
                    <a:pt x="143" y="118"/>
                    <a:pt x="141" y="118"/>
                  </a:cubicBezTo>
                  <a:cubicBezTo>
                    <a:pt x="137" y="118"/>
                    <a:pt x="134" y="116"/>
                    <a:pt x="130" y="114"/>
                  </a:cubicBezTo>
                  <a:cubicBezTo>
                    <a:pt x="130" y="115"/>
                    <a:pt x="130" y="115"/>
                    <a:pt x="130" y="115"/>
                  </a:cubicBezTo>
                  <a:cubicBezTo>
                    <a:pt x="130" y="126"/>
                    <a:pt x="130" y="136"/>
                    <a:pt x="141" y="136"/>
                  </a:cubicBezTo>
                  <a:cubicBezTo>
                    <a:pt x="141" y="138"/>
                    <a:pt x="141" y="138"/>
                    <a:pt x="141" y="138"/>
                  </a:cubicBezTo>
                  <a:cubicBezTo>
                    <a:pt x="139" y="138"/>
                    <a:pt x="138" y="138"/>
                    <a:pt x="137" y="138"/>
                  </a:cubicBezTo>
                  <a:cubicBezTo>
                    <a:pt x="123" y="138"/>
                    <a:pt x="123" y="125"/>
                    <a:pt x="123" y="112"/>
                  </a:cubicBezTo>
                  <a:cubicBezTo>
                    <a:pt x="123" y="108"/>
                    <a:pt x="123" y="105"/>
                    <a:pt x="123" y="102"/>
                  </a:cubicBezTo>
                  <a:cubicBezTo>
                    <a:pt x="123" y="99"/>
                    <a:pt x="122" y="96"/>
                    <a:pt x="122" y="94"/>
                  </a:cubicBezTo>
                  <a:cubicBezTo>
                    <a:pt x="122" y="94"/>
                    <a:pt x="122" y="94"/>
                    <a:pt x="122" y="94"/>
                  </a:cubicBezTo>
                  <a:cubicBezTo>
                    <a:pt x="122" y="93"/>
                    <a:pt x="122" y="93"/>
                    <a:pt x="122" y="93"/>
                  </a:cubicBezTo>
                  <a:cubicBezTo>
                    <a:pt x="121" y="92"/>
                    <a:pt x="121" y="91"/>
                    <a:pt x="121" y="90"/>
                  </a:cubicBezTo>
                  <a:cubicBezTo>
                    <a:pt x="120" y="84"/>
                    <a:pt x="118" y="78"/>
                    <a:pt x="120" y="70"/>
                  </a:cubicBezTo>
                  <a:cubicBezTo>
                    <a:pt x="122" y="64"/>
                    <a:pt x="125" y="57"/>
                    <a:pt x="129" y="51"/>
                  </a:cubicBezTo>
                  <a:cubicBezTo>
                    <a:pt x="136" y="39"/>
                    <a:pt x="143" y="27"/>
                    <a:pt x="132" y="13"/>
                  </a:cubicBezTo>
                  <a:cubicBezTo>
                    <a:pt x="126" y="11"/>
                    <a:pt x="121" y="10"/>
                    <a:pt x="115" y="10"/>
                  </a:cubicBezTo>
                  <a:cubicBezTo>
                    <a:pt x="104" y="10"/>
                    <a:pt x="93" y="14"/>
                    <a:pt x="83" y="18"/>
                  </a:cubicBezTo>
                  <a:cubicBezTo>
                    <a:pt x="72" y="22"/>
                    <a:pt x="61" y="26"/>
                    <a:pt x="49" y="26"/>
                  </a:cubicBezTo>
                  <a:cubicBezTo>
                    <a:pt x="48" y="26"/>
                    <a:pt x="47" y="26"/>
                    <a:pt x="45" y="26"/>
                  </a:cubicBezTo>
                  <a:cubicBezTo>
                    <a:pt x="40" y="25"/>
                    <a:pt x="35" y="23"/>
                    <a:pt x="30" y="22"/>
                  </a:cubicBezTo>
                  <a:cubicBezTo>
                    <a:pt x="25" y="19"/>
                    <a:pt x="19" y="17"/>
                    <a:pt x="13" y="17"/>
                  </a:cubicBezTo>
                  <a:cubicBezTo>
                    <a:pt x="9" y="17"/>
                    <a:pt x="4" y="19"/>
                    <a:pt x="1" y="21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5" y="15"/>
                    <a:pt x="11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6" y="13"/>
                    <a:pt x="33" y="14"/>
                    <a:pt x="39" y="15"/>
                  </a:cubicBezTo>
                  <a:cubicBezTo>
                    <a:pt x="46" y="16"/>
                    <a:pt x="53" y="17"/>
                    <a:pt x="59" y="17"/>
                  </a:cubicBezTo>
                  <a:cubicBezTo>
                    <a:pt x="61" y="16"/>
                    <a:pt x="60" y="13"/>
                    <a:pt x="59" y="10"/>
                  </a:cubicBezTo>
                  <a:cubicBezTo>
                    <a:pt x="58" y="8"/>
                    <a:pt x="58" y="7"/>
                    <a:pt x="58" y="5"/>
                  </a:cubicBezTo>
                  <a:cubicBezTo>
                    <a:pt x="58" y="5"/>
                    <a:pt x="58" y="5"/>
                    <a:pt x="58" y="5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9" y="4"/>
                    <a:pt x="59" y="3"/>
                    <a:pt x="60" y="3"/>
                  </a:cubicBezTo>
                  <a:cubicBezTo>
                    <a:pt x="62" y="1"/>
                    <a:pt x="63" y="0"/>
                    <a:pt x="65" y="0"/>
                  </a:cubicBezTo>
                  <a:close/>
                  <a:moveTo>
                    <a:pt x="67" y="2"/>
                  </a:moveTo>
                  <a:cubicBezTo>
                    <a:pt x="65" y="1"/>
                    <a:pt x="63" y="2"/>
                    <a:pt x="61" y="4"/>
                  </a:cubicBezTo>
                  <a:cubicBezTo>
                    <a:pt x="60" y="4"/>
                    <a:pt x="60" y="5"/>
                    <a:pt x="59" y="5"/>
                  </a:cubicBezTo>
                  <a:cubicBezTo>
                    <a:pt x="59" y="7"/>
                    <a:pt x="60" y="8"/>
                    <a:pt x="60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0" y="8"/>
                    <a:pt x="60" y="7"/>
                    <a:pt x="61" y="5"/>
                  </a:cubicBezTo>
                  <a:cubicBezTo>
                    <a:pt x="62" y="3"/>
                    <a:pt x="65" y="3"/>
                    <a:pt x="66" y="2"/>
                  </a:cubicBezTo>
                  <a:cubicBezTo>
                    <a:pt x="66" y="2"/>
                    <a:pt x="67" y="2"/>
                    <a:pt x="67" y="2"/>
                  </a:cubicBezTo>
                  <a:close/>
                  <a:moveTo>
                    <a:pt x="77" y="14"/>
                  </a:moveTo>
                  <a:cubicBezTo>
                    <a:pt x="76" y="13"/>
                    <a:pt x="76" y="13"/>
                    <a:pt x="76" y="13"/>
                  </a:cubicBezTo>
                  <a:cubicBezTo>
                    <a:pt x="78" y="11"/>
                    <a:pt x="78" y="8"/>
                    <a:pt x="77" y="6"/>
                  </a:cubicBezTo>
                  <a:cubicBezTo>
                    <a:pt x="75" y="3"/>
                    <a:pt x="73" y="1"/>
                    <a:pt x="72" y="2"/>
                  </a:cubicBezTo>
                  <a:cubicBezTo>
                    <a:pt x="73" y="5"/>
                    <a:pt x="76" y="11"/>
                    <a:pt x="73" y="15"/>
                  </a:cubicBezTo>
                  <a:cubicBezTo>
                    <a:pt x="72" y="16"/>
                    <a:pt x="70" y="17"/>
                    <a:pt x="67" y="17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5" y="12"/>
                    <a:pt x="66" y="10"/>
                    <a:pt x="68" y="8"/>
                  </a:cubicBezTo>
                  <a:cubicBezTo>
                    <a:pt x="68" y="8"/>
                    <a:pt x="68" y="7"/>
                    <a:pt x="69" y="7"/>
                  </a:cubicBezTo>
                  <a:cubicBezTo>
                    <a:pt x="69" y="6"/>
                    <a:pt x="68" y="6"/>
                    <a:pt x="68" y="6"/>
                  </a:cubicBezTo>
                  <a:cubicBezTo>
                    <a:pt x="67" y="6"/>
                    <a:pt x="66" y="7"/>
                    <a:pt x="65" y="8"/>
                  </a:cubicBezTo>
                  <a:cubicBezTo>
                    <a:pt x="64" y="10"/>
                    <a:pt x="63" y="11"/>
                    <a:pt x="61" y="12"/>
                  </a:cubicBezTo>
                  <a:cubicBezTo>
                    <a:pt x="61" y="12"/>
                    <a:pt x="61" y="12"/>
                    <a:pt x="61" y="12"/>
                  </a:cubicBezTo>
                  <a:cubicBezTo>
                    <a:pt x="61" y="14"/>
                    <a:pt x="62" y="17"/>
                    <a:pt x="60" y="18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53" y="18"/>
                    <a:pt x="46" y="17"/>
                    <a:pt x="39" y="16"/>
                  </a:cubicBezTo>
                  <a:cubicBezTo>
                    <a:pt x="32" y="15"/>
                    <a:pt x="26" y="14"/>
                    <a:pt x="20" y="14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15" y="14"/>
                    <a:pt x="11" y="15"/>
                    <a:pt x="7" y="17"/>
                  </a:cubicBezTo>
                  <a:cubicBezTo>
                    <a:pt x="9" y="16"/>
                    <a:pt x="11" y="16"/>
                    <a:pt x="13" y="16"/>
                  </a:cubicBezTo>
                  <a:cubicBezTo>
                    <a:pt x="18" y="16"/>
                    <a:pt x="24" y="18"/>
                    <a:pt x="29" y="19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4" y="18"/>
                    <a:pt x="37" y="17"/>
                    <a:pt x="40" y="17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5" y="17"/>
                    <a:pt x="49" y="18"/>
                    <a:pt x="54" y="19"/>
                  </a:cubicBezTo>
                  <a:cubicBezTo>
                    <a:pt x="55" y="19"/>
                    <a:pt x="57" y="20"/>
                    <a:pt x="58" y="20"/>
                  </a:cubicBezTo>
                  <a:cubicBezTo>
                    <a:pt x="60" y="20"/>
                    <a:pt x="60" y="20"/>
                    <a:pt x="60" y="20"/>
                  </a:cubicBezTo>
                  <a:cubicBezTo>
                    <a:pt x="59" y="21"/>
                    <a:pt x="59" y="21"/>
                    <a:pt x="59" y="21"/>
                  </a:cubicBezTo>
                  <a:cubicBezTo>
                    <a:pt x="56" y="23"/>
                    <a:pt x="53" y="24"/>
                    <a:pt x="50" y="24"/>
                  </a:cubicBezTo>
                  <a:cubicBezTo>
                    <a:pt x="47" y="24"/>
                    <a:pt x="43" y="23"/>
                    <a:pt x="40" y="22"/>
                  </a:cubicBezTo>
                  <a:cubicBezTo>
                    <a:pt x="37" y="21"/>
                    <a:pt x="34" y="20"/>
                    <a:pt x="31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1" y="20"/>
                    <a:pt x="31" y="20"/>
                  </a:cubicBezTo>
                  <a:cubicBezTo>
                    <a:pt x="36" y="22"/>
                    <a:pt x="41" y="24"/>
                    <a:pt x="46" y="24"/>
                  </a:cubicBezTo>
                  <a:cubicBezTo>
                    <a:pt x="47" y="24"/>
                    <a:pt x="48" y="24"/>
                    <a:pt x="49" y="24"/>
                  </a:cubicBezTo>
                  <a:cubicBezTo>
                    <a:pt x="61" y="24"/>
                    <a:pt x="72" y="20"/>
                    <a:pt x="82" y="16"/>
                  </a:cubicBezTo>
                  <a:cubicBezTo>
                    <a:pt x="84" y="16"/>
                    <a:pt x="86" y="15"/>
                    <a:pt x="88" y="14"/>
                  </a:cubicBezTo>
                  <a:cubicBezTo>
                    <a:pt x="88" y="14"/>
                    <a:pt x="88" y="14"/>
                    <a:pt x="88" y="14"/>
                  </a:cubicBezTo>
                  <a:cubicBezTo>
                    <a:pt x="87" y="13"/>
                    <a:pt x="87" y="12"/>
                    <a:pt x="87" y="12"/>
                  </a:cubicBezTo>
                  <a:cubicBezTo>
                    <a:pt x="88" y="10"/>
                    <a:pt x="91" y="9"/>
                    <a:pt x="94" y="7"/>
                  </a:cubicBezTo>
                  <a:cubicBezTo>
                    <a:pt x="97" y="7"/>
                    <a:pt x="99" y="6"/>
                    <a:pt x="100" y="5"/>
                  </a:cubicBezTo>
                  <a:cubicBezTo>
                    <a:pt x="101" y="4"/>
                    <a:pt x="101" y="4"/>
                    <a:pt x="101" y="4"/>
                  </a:cubicBezTo>
                  <a:cubicBezTo>
                    <a:pt x="92" y="6"/>
                    <a:pt x="84" y="9"/>
                    <a:pt x="77" y="14"/>
                  </a:cubicBezTo>
                  <a:close/>
                  <a:moveTo>
                    <a:pt x="126" y="98"/>
                  </a:moveTo>
                  <a:cubicBezTo>
                    <a:pt x="126" y="98"/>
                    <a:pt x="125" y="98"/>
                    <a:pt x="125" y="98"/>
                  </a:cubicBezTo>
                  <a:cubicBezTo>
                    <a:pt x="124" y="98"/>
                    <a:pt x="124" y="98"/>
                    <a:pt x="124" y="98"/>
                  </a:cubicBezTo>
                  <a:cubicBezTo>
                    <a:pt x="124" y="97"/>
                    <a:pt x="124" y="97"/>
                    <a:pt x="124" y="97"/>
                  </a:cubicBezTo>
                  <a:cubicBezTo>
                    <a:pt x="123" y="85"/>
                    <a:pt x="129" y="74"/>
                    <a:pt x="135" y="64"/>
                  </a:cubicBezTo>
                  <a:cubicBezTo>
                    <a:pt x="141" y="54"/>
                    <a:pt x="147" y="45"/>
                    <a:pt x="146" y="34"/>
                  </a:cubicBezTo>
                  <a:cubicBezTo>
                    <a:pt x="144" y="15"/>
                    <a:pt x="130" y="4"/>
                    <a:pt x="110" y="4"/>
                  </a:cubicBezTo>
                  <a:cubicBezTo>
                    <a:pt x="107" y="4"/>
                    <a:pt x="104" y="4"/>
                    <a:pt x="101" y="4"/>
                  </a:cubicBezTo>
                  <a:cubicBezTo>
                    <a:pt x="102" y="5"/>
                    <a:pt x="102" y="5"/>
                    <a:pt x="102" y="5"/>
                  </a:cubicBezTo>
                  <a:cubicBezTo>
                    <a:pt x="102" y="6"/>
                    <a:pt x="102" y="6"/>
                    <a:pt x="102" y="7"/>
                  </a:cubicBezTo>
                  <a:cubicBezTo>
                    <a:pt x="101" y="9"/>
                    <a:pt x="99" y="10"/>
                    <a:pt x="96" y="11"/>
                  </a:cubicBezTo>
                  <a:cubicBezTo>
                    <a:pt x="93" y="11"/>
                    <a:pt x="90" y="12"/>
                    <a:pt x="89" y="14"/>
                  </a:cubicBezTo>
                  <a:cubicBezTo>
                    <a:pt x="97" y="11"/>
                    <a:pt x="106" y="8"/>
                    <a:pt x="115" y="8"/>
                  </a:cubicBezTo>
                  <a:cubicBezTo>
                    <a:pt x="121" y="8"/>
                    <a:pt x="127" y="9"/>
                    <a:pt x="132" y="12"/>
                  </a:cubicBezTo>
                  <a:cubicBezTo>
                    <a:pt x="133" y="12"/>
                    <a:pt x="133" y="12"/>
                    <a:pt x="133" y="12"/>
                  </a:cubicBezTo>
                  <a:cubicBezTo>
                    <a:pt x="133" y="12"/>
                    <a:pt x="133" y="12"/>
                    <a:pt x="133" y="12"/>
                  </a:cubicBezTo>
                  <a:cubicBezTo>
                    <a:pt x="145" y="27"/>
                    <a:pt x="137" y="40"/>
                    <a:pt x="130" y="52"/>
                  </a:cubicBezTo>
                  <a:cubicBezTo>
                    <a:pt x="126" y="58"/>
                    <a:pt x="123" y="64"/>
                    <a:pt x="122" y="71"/>
                  </a:cubicBezTo>
                  <a:cubicBezTo>
                    <a:pt x="120" y="76"/>
                    <a:pt x="121" y="80"/>
                    <a:pt x="121" y="84"/>
                  </a:cubicBezTo>
                  <a:cubicBezTo>
                    <a:pt x="122" y="72"/>
                    <a:pt x="126" y="63"/>
                    <a:pt x="131" y="55"/>
                  </a:cubicBezTo>
                  <a:cubicBezTo>
                    <a:pt x="135" y="47"/>
                    <a:pt x="139" y="39"/>
                    <a:pt x="140" y="28"/>
                  </a:cubicBezTo>
                  <a:cubicBezTo>
                    <a:pt x="139" y="27"/>
                    <a:pt x="138" y="25"/>
                    <a:pt x="139" y="24"/>
                  </a:cubicBezTo>
                  <a:cubicBezTo>
                    <a:pt x="139" y="24"/>
                    <a:pt x="139" y="24"/>
                    <a:pt x="140" y="24"/>
                  </a:cubicBezTo>
                  <a:cubicBezTo>
                    <a:pt x="140" y="24"/>
                    <a:pt x="140" y="24"/>
                    <a:pt x="140" y="24"/>
                  </a:cubicBezTo>
                  <a:cubicBezTo>
                    <a:pt x="141" y="24"/>
                    <a:pt x="142" y="24"/>
                    <a:pt x="143" y="26"/>
                  </a:cubicBezTo>
                  <a:cubicBezTo>
                    <a:pt x="143" y="26"/>
                    <a:pt x="143" y="26"/>
                    <a:pt x="143" y="26"/>
                  </a:cubicBezTo>
                  <a:cubicBezTo>
                    <a:pt x="145" y="43"/>
                    <a:pt x="139" y="55"/>
                    <a:pt x="133" y="66"/>
                  </a:cubicBezTo>
                  <a:cubicBezTo>
                    <a:pt x="129" y="73"/>
                    <a:pt x="125" y="81"/>
                    <a:pt x="123" y="89"/>
                  </a:cubicBezTo>
                  <a:cubicBezTo>
                    <a:pt x="123" y="90"/>
                    <a:pt x="123" y="90"/>
                    <a:pt x="123" y="90"/>
                  </a:cubicBezTo>
                  <a:cubicBezTo>
                    <a:pt x="123" y="94"/>
                    <a:pt x="124" y="97"/>
                    <a:pt x="124" y="102"/>
                  </a:cubicBezTo>
                  <a:cubicBezTo>
                    <a:pt x="125" y="105"/>
                    <a:pt x="125" y="108"/>
                    <a:pt x="125" y="112"/>
                  </a:cubicBezTo>
                  <a:cubicBezTo>
                    <a:pt x="125" y="124"/>
                    <a:pt x="125" y="135"/>
                    <a:pt x="135" y="137"/>
                  </a:cubicBezTo>
                  <a:cubicBezTo>
                    <a:pt x="129" y="133"/>
                    <a:pt x="129" y="124"/>
                    <a:pt x="129" y="115"/>
                  </a:cubicBezTo>
                  <a:cubicBezTo>
                    <a:pt x="129" y="112"/>
                    <a:pt x="129" y="112"/>
                    <a:pt x="129" y="112"/>
                  </a:cubicBezTo>
                  <a:cubicBezTo>
                    <a:pt x="130" y="112"/>
                    <a:pt x="130" y="112"/>
                    <a:pt x="130" y="112"/>
                  </a:cubicBezTo>
                  <a:cubicBezTo>
                    <a:pt x="133" y="115"/>
                    <a:pt x="137" y="116"/>
                    <a:pt x="141" y="116"/>
                  </a:cubicBezTo>
                  <a:cubicBezTo>
                    <a:pt x="143" y="116"/>
                    <a:pt x="145" y="115"/>
                    <a:pt x="147" y="114"/>
                  </a:cubicBezTo>
                  <a:cubicBezTo>
                    <a:pt x="147" y="112"/>
                    <a:pt x="147" y="109"/>
                    <a:pt x="147" y="106"/>
                  </a:cubicBezTo>
                  <a:cubicBezTo>
                    <a:pt x="147" y="103"/>
                    <a:pt x="147" y="100"/>
                    <a:pt x="147" y="98"/>
                  </a:cubicBezTo>
                  <a:cubicBezTo>
                    <a:pt x="147" y="98"/>
                    <a:pt x="147" y="98"/>
                    <a:pt x="147" y="98"/>
                  </a:cubicBezTo>
                  <a:cubicBezTo>
                    <a:pt x="146" y="99"/>
                    <a:pt x="145" y="99"/>
                    <a:pt x="144" y="99"/>
                  </a:cubicBezTo>
                  <a:cubicBezTo>
                    <a:pt x="143" y="99"/>
                    <a:pt x="142" y="99"/>
                    <a:pt x="141" y="99"/>
                  </a:cubicBezTo>
                  <a:cubicBezTo>
                    <a:pt x="138" y="98"/>
                    <a:pt x="136" y="97"/>
                    <a:pt x="134" y="98"/>
                  </a:cubicBezTo>
                  <a:cubicBezTo>
                    <a:pt x="131" y="99"/>
                    <a:pt x="131" y="99"/>
                    <a:pt x="131" y="99"/>
                  </a:cubicBezTo>
                  <a:cubicBezTo>
                    <a:pt x="133" y="97"/>
                    <a:pt x="133" y="97"/>
                    <a:pt x="133" y="97"/>
                  </a:cubicBezTo>
                  <a:cubicBezTo>
                    <a:pt x="137" y="93"/>
                    <a:pt x="142" y="93"/>
                    <a:pt x="147" y="97"/>
                  </a:cubicBezTo>
                  <a:cubicBezTo>
                    <a:pt x="147" y="97"/>
                    <a:pt x="147" y="97"/>
                    <a:pt x="147" y="97"/>
                  </a:cubicBezTo>
                  <a:cubicBezTo>
                    <a:pt x="147" y="96"/>
                    <a:pt x="146" y="95"/>
                    <a:pt x="146" y="94"/>
                  </a:cubicBezTo>
                  <a:cubicBezTo>
                    <a:pt x="145" y="93"/>
                    <a:pt x="143" y="93"/>
                    <a:pt x="142" y="93"/>
                  </a:cubicBezTo>
                  <a:cubicBezTo>
                    <a:pt x="139" y="93"/>
                    <a:pt x="136" y="94"/>
                    <a:pt x="133" y="96"/>
                  </a:cubicBezTo>
                  <a:cubicBezTo>
                    <a:pt x="130" y="97"/>
                    <a:pt x="128" y="98"/>
                    <a:pt x="126" y="98"/>
                  </a:cubicBezTo>
                  <a:close/>
                  <a:moveTo>
                    <a:pt x="88" y="12"/>
                  </a:moveTo>
                  <a:cubicBezTo>
                    <a:pt x="90" y="11"/>
                    <a:pt x="93" y="10"/>
                    <a:pt x="95" y="9"/>
                  </a:cubicBezTo>
                  <a:cubicBezTo>
                    <a:pt x="98" y="8"/>
                    <a:pt x="100" y="8"/>
                    <a:pt x="101" y="7"/>
                  </a:cubicBezTo>
                  <a:cubicBezTo>
                    <a:pt x="101" y="7"/>
                    <a:pt x="101" y="6"/>
                    <a:pt x="101" y="6"/>
                  </a:cubicBezTo>
                  <a:cubicBezTo>
                    <a:pt x="99" y="7"/>
                    <a:pt x="97" y="8"/>
                    <a:pt x="95" y="9"/>
                  </a:cubicBezTo>
                  <a:cubicBezTo>
                    <a:pt x="92" y="10"/>
                    <a:pt x="89" y="11"/>
                    <a:pt x="88" y="12"/>
                  </a:cubicBezTo>
                  <a:close/>
                  <a:moveTo>
                    <a:pt x="56" y="21"/>
                  </a:moveTo>
                  <a:cubicBezTo>
                    <a:pt x="55" y="21"/>
                    <a:pt x="54" y="21"/>
                    <a:pt x="53" y="20"/>
                  </a:cubicBezTo>
                  <a:cubicBezTo>
                    <a:pt x="49" y="19"/>
                    <a:pt x="45" y="19"/>
                    <a:pt x="40" y="19"/>
                  </a:cubicBezTo>
                  <a:cubicBezTo>
                    <a:pt x="39" y="19"/>
                    <a:pt x="37" y="19"/>
                    <a:pt x="35" y="19"/>
                  </a:cubicBezTo>
                  <a:cubicBezTo>
                    <a:pt x="37" y="20"/>
                    <a:pt x="38" y="20"/>
                    <a:pt x="40" y="20"/>
                  </a:cubicBezTo>
                  <a:cubicBezTo>
                    <a:pt x="44" y="21"/>
                    <a:pt x="47" y="22"/>
                    <a:pt x="50" y="22"/>
                  </a:cubicBezTo>
                  <a:cubicBezTo>
                    <a:pt x="52" y="22"/>
                    <a:pt x="54" y="22"/>
                    <a:pt x="56" y="21"/>
                  </a:cubicBezTo>
                  <a:close/>
                  <a:moveTo>
                    <a:pt x="141" y="27"/>
                  </a:moveTo>
                  <a:cubicBezTo>
                    <a:pt x="141" y="26"/>
                    <a:pt x="141" y="26"/>
                    <a:pt x="140" y="25"/>
                  </a:cubicBezTo>
                  <a:cubicBezTo>
                    <a:pt x="141" y="26"/>
                    <a:pt x="141" y="27"/>
                    <a:pt x="141" y="27"/>
                  </a:cubicBezTo>
                  <a:cubicBezTo>
                    <a:pt x="141" y="28"/>
                    <a:pt x="141" y="28"/>
                    <a:pt x="141" y="28"/>
                  </a:cubicBezTo>
                  <a:cubicBezTo>
                    <a:pt x="141" y="28"/>
                    <a:pt x="141" y="28"/>
                    <a:pt x="141" y="28"/>
                  </a:cubicBezTo>
                  <a:cubicBezTo>
                    <a:pt x="141" y="40"/>
                    <a:pt x="136" y="48"/>
                    <a:pt x="132" y="56"/>
                  </a:cubicBezTo>
                  <a:cubicBezTo>
                    <a:pt x="128" y="64"/>
                    <a:pt x="123" y="72"/>
                    <a:pt x="123" y="84"/>
                  </a:cubicBezTo>
                  <a:cubicBezTo>
                    <a:pt x="125" y="77"/>
                    <a:pt x="128" y="71"/>
                    <a:pt x="131" y="66"/>
                  </a:cubicBezTo>
                  <a:cubicBezTo>
                    <a:pt x="138" y="54"/>
                    <a:pt x="144" y="43"/>
                    <a:pt x="141" y="27"/>
                  </a:cubicBezTo>
                  <a:close/>
                  <a:moveTo>
                    <a:pt x="145" y="98"/>
                  </a:moveTo>
                  <a:cubicBezTo>
                    <a:pt x="142" y="95"/>
                    <a:pt x="139" y="95"/>
                    <a:pt x="136" y="96"/>
                  </a:cubicBezTo>
                  <a:cubicBezTo>
                    <a:pt x="138" y="96"/>
                    <a:pt x="140" y="97"/>
                    <a:pt x="141" y="97"/>
                  </a:cubicBezTo>
                  <a:cubicBezTo>
                    <a:pt x="143" y="98"/>
                    <a:pt x="144" y="98"/>
                    <a:pt x="145" y="98"/>
                  </a:cubicBezTo>
                  <a:close/>
                  <a:moveTo>
                    <a:pt x="132" y="100"/>
                  </a:moveTo>
                  <a:cubicBezTo>
                    <a:pt x="142" y="100"/>
                    <a:pt x="142" y="100"/>
                    <a:pt x="142" y="100"/>
                  </a:cubicBezTo>
                  <a:cubicBezTo>
                    <a:pt x="143" y="100"/>
                    <a:pt x="143" y="100"/>
                    <a:pt x="143" y="100"/>
                  </a:cubicBezTo>
                  <a:cubicBezTo>
                    <a:pt x="146" y="102"/>
                    <a:pt x="146" y="108"/>
                    <a:pt x="146" y="113"/>
                  </a:cubicBezTo>
                  <a:cubicBezTo>
                    <a:pt x="146" y="114"/>
                    <a:pt x="146" y="114"/>
                    <a:pt x="146" y="114"/>
                  </a:cubicBezTo>
                  <a:cubicBezTo>
                    <a:pt x="145" y="114"/>
                    <a:pt x="145" y="114"/>
                    <a:pt x="145" y="114"/>
                  </a:cubicBezTo>
                  <a:cubicBezTo>
                    <a:pt x="138" y="115"/>
                    <a:pt x="132" y="112"/>
                    <a:pt x="130" y="108"/>
                  </a:cubicBezTo>
                  <a:cubicBezTo>
                    <a:pt x="129" y="105"/>
                    <a:pt x="129" y="102"/>
                    <a:pt x="132" y="100"/>
                  </a:cubicBezTo>
                  <a:close/>
                  <a:moveTo>
                    <a:pt x="142" y="101"/>
                  </a:moveTo>
                  <a:cubicBezTo>
                    <a:pt x="133" y="101"/>
                    <a:pt x="133" y="101"/>
                    <a:pt x="133" y="101"/>
                  </a:cubicBezTo>
                  <a:cubicBezTo>
                    <a:pt x="131" y="103"/>
                    <a:pt x="130" y="105"/>
                    <a:pt x="131" y="107"/>
                  </a:cubicBezTo>
                  <a:cubicBezTo>
                    <a:pt x="133" y="111"/>
                    <a:pt x="138" y="113"/>
                    <a:pt x="144" y="112"/>
                  </a:cubicBezTo>
                  <a:cubicBezTo>
                    <a:pt x="145" y="106"/>
                    <a:pt x="144" y="103"/>
                    <a:pt x="142" y="10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95" name="Freeform 51"/>
            <p:cNvSpPr>
              <a:spLocks noEditPoints="1"/>
            </p:cNvSpPr>
            <p:nvPr/>
          </p:nvSpPr>
          <p:spPr bwMode="auto">
            <a:xfrm>
              <a:off x="4205288" y="5753100"/>
              <a:ext cx="303213" cy="344488"/>
            </a:xfrm>
            <a:custGeom>
              <a:avLst/>
              <a:gdLst>
                <a:gd name="T0" fmla="*/ 47 w 135"/>
                <a:gd name="T1" fmla="*/ 133 h 153"/>
                <a:gd name="T2" fmla="*/ 91 w 135"/>
                <a:gd name="T3" fmla="*/ 114 h 153"/>
                <a:gd name="T4" fmla="*/ 47 w 135"/>
                <a:gd name="T5" fmla="*/ 138 h 153"/>
                <a:gd name="T6" fmla="*/ 0 w 135"/>
                <a:gd name="T7" fmla="*/ 124 h 153"/>
                <a:gd name="T8" fmla="*/ 4 w 135"/>
                <a:gd name="T9" fmla="*/ 133 h 153"/>
                <a:gd name="T10" fmla="*/ 97 w 135"/>
                <a:gd name="T11" fmla="*/ 109 h 153"/>
                <a:gd name="T12" fmla="*/ 100 w 135"/>
                <a:gd name="T13" fmla="*/ 94 h 153"/>
                <a:gd name="T14" fmla="*/ 125 w 135"/>
                <a:gd name="T15" fmla="*/ 22 h 153"/>
                <a:gd name="T16" fmla="*/ 101 w 135"/>
                <a:gd name="T17" fmla="*/ 15 h 153"/>
                <a:gd name="T18" fmla="*/ 114 w 135"/>
                <a:gd name="T19" fmla="*/ 5 h 153"/>
                <a:gd name="T20" fmla="*/ 132 w 135"/>
                <a:gd name="T21" fmla="*/ 30 h 153"/>
                <a:gd name="T22" fmla="*/ 107 w 135"/>
                <a:gd name="T23" fmla="*/ 106 h 153"/>
                <a:gd name="T24" fmla="*/ 100 w 135"/>
                <a:gd name="T25" fmla="*/ 137 h 153"/>
                <a:gd name="T26" fmla="*/ 95 w 135"/>
                <a:gd name="T27" fmla="*/ 113 h 153"/>
                <a:gd name="T28" fmla="*/ 47 w 135"/>
                <a:gd name="T29" fmla="*/ 133 h 153"/>
                <a:gd name="T30" fmla="*/ 102 w 135"/>
                <a:gd name="T31" fmla="*/ 107 h 153"/>
                <a:gd name="T32" fmla="*/ 128 w 135"/>
                <a:gd name="T33" fmla="*/ 36 h 153"/>
                <a:gd name="T34" fmla="*/ 102 w 135"/>
                <a:gd name="T35" fmla="*/ 107 h 153"/>
                <a:gd name="T36" fmla="*/ 114 w 135"/>
                <a:gd name="T37" fmla="*/ 110 h 153"/>
                <a:gd name="T38" fmla="*/ 118 w 135"/>
                <a:gd name="T39" fmla="*/ 128 h 153"/>
                <a:gd name="T40" fmla="*/ 114 w 135"/>
                <a:gd name="T41" fmla="*/ 110 h 153"/>
                <a:gd name="T42" fmla="*/ 104 w 135"/>
                <a:gd name="T43" fmla="*/ 110 h 153"/>
                <a:gd name="T44" fmla="*/ 102 w 135"/>
                <a:gd name="T45" fmla="*/ 131 h 153"/>
                <a:gd name="T46" fmla="*/ 115 w 135"/>
                <a:gd name="T47" fmla="*/ 133 h 153"/>
                <a:gd name="T48" fmla="*/ 104 w 135"/>
                <a:gd name="T49" fmla="*/ 110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35" h="153">
                  <a:moveTo>
                    <a:pt x="47" y="133"/>
                  </a:moveTo>
                  <a:cubicBezTo>
                    <a:pt x="62" y="133"/>
                    <a:pt x="76" y="119"/>
                    <a:pt x="91" y="114"/>
                  </a:cubicBezTo>
                  <a:cubicBezTo>
                    <a:pt x="82" y="120"/>
                    <a:pt x="63" y="134"/>
                    <a:pt x="47" y="138"/>
                  </a:cubicBezTo>
                  <a:cubicBezTo>
                    <a:pt x="28" y="143"/>
                    <a:pt x="0" y="144"/>
                    <a:pt x="0" y="124"/>
                  </a:cubicBezTo>
                  <a:cubicBezTo>
                    <a:pt x="6" y="123"/>
                    <a:pt x="1" y="132"/>
                    <a:pt x="4" y="133"/>
                  </a:cubicBezTo>
                  <a:cubicBezTo>
                    <a:pt x="38" y="148"/>
                    <a:pt x="65" y="113"/>
                    <a:pt x="97" y="109"/>
                  </a:cubicBezTo>
                  <a:cubicBezTo>
                    <a:pt x="98" y="104"/>
                    <a:pt x="100" y="100"/>
                    <a:pt x="100" y="94"/>
                  </a:cubicBezTo>
                  <a:cubicBezTo>
                    <a:pt x="109" y="85"/>
                    <a:pt x="131" y="46"/>
                    <a:pt x="125" y="22"/>
                  </a:cubicBezTo>
                  <a:cubicBezTo>
                    <a:pt x="123" y="12"/>
                    <a:pt x="109" y="0"/>
                    <a:pt x="101" y="15"/>
                  </a:cubicBezTo>
                  <a:cubicBezTo>
                    <a:pt x="97" y="9"/>
                    <a:pt x="107" y="4"/>
                    <a:pt x="114" y="5"/>
                  </a:cubicBezTo>
                  <a:cubicBezTo>
                    <a:pt x="125" y="6"/>
                    <a:pt x="131" y="18"/>
                    <a:pt x="132" y="30"/>
                  </a:cubicBezTo>
                  <a:cubicBezTo>
                    <a:pt x="135" y="56"/>
                    <a:pt x="111" y="90"/>
                    <a:pt x="107" y="106"/>
                  </a:cubicBezTo>
                  <a:cubicBezTo>
                    <a:pt x="133" y="105"/>
                    <a:pt x="126" y="153"/>
                    <a:pt x="100" y="137"/>
                  </a:cubicBezTo>
                  <a:cubicBezTo>
                    <a:pt x="97" y="130"/>
                    <a:pt x="98" y="120"/>
                    <a:pt x="95" y="113"/>
                  </a:cubicBezTo>
                  <a:cubicBezTo>
                    <a:pt x="78" y="113"/>
                    <a:pt x="63" y="127"/>
                    <a:pt x="47" y="133"/>
                  </a:cubicBezTo>
                  <a:close/>
                  <a:moveTo>
                    <a:pt x="102" y="107"/>
                  </a:moveTo>
                  <a:cubicBezTo>
                    <a:pt x="112" y="84"/>
                    <a:pt x="130" y="63"/>
                    <a:pt x="128" y="36"/>
                  </a:cubicBezTo>
                  <a:cubicBezTo>
                    <a:pt x="126" y="65"/>
                    <a:pt x="105" y="83"/>
                    <a:pt x="102" y="107"/>
                  </a:cubicBezTo>
                  <a:close/>
                  <a:moveTo>
                    <a:pt x="114" y="110"/>
                  </a:moveTo>
                  <a:cubicBezTo>
                    <a:pt x="117" y="118"/>
                    <a:pt x="121" y="121"/>
                    <a:pt x="118" y="128"/>
                  </a:cubicBezTo>
                  <a:cubicBezTo>
                    <a:pt x="128" y="125"/>
                    <a:pt x="119" y="112"/>
                    <a:pt x="114" y="110"/>
                  </a:cubicBezTo>
                  <a:close/>
                  <a:moveTo>
                    <a:pt x="104" y="110"/>
                  </a:moveTo>
                  <a:cubicBezTo>
                    <a:pt x="100" y="114"/>
                    <a:pt x="100" y="125"/>
                    <a:pt x="102" y="131"/>
                  </a:cubicBezTo>
                  <a:cubicBezTo>
                    <a:pt x="108" y="132"/>
                    <a:pt x="110" y="135"/>
                    <a:pt x="115" y="133"/>
                  </a:cubicBezTo>
                  <a:cubicBezTo>
                    <a:pt x="120" y="121"/>
                    <a:pt x="114" y="111"/>
                    <a:pt x="104" y="1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96" name="Freeform 52"/>
            <p:cNvSpPr>
              <a:spLocks noEditPoints="1"/>
            </p:cNvSpPr>
            <p:nvPr/>
          </p:nvSpPr>
          <p:spPr bwMode="auto">
            <a:xfrm>
              <a:off x="4202113" y="5762625"/>
              <a:ext cx="306388" cy="311150"/>
            </a:xfrm>
            <a:custGeom>
              <a:avLst/>
              <a:gdLst>
                <a:gd name="T0" fmla="*/ 0 w 136"/>
                <a:gd name="T1" fmla="*/ 120 h 138"/>
                <a:gd name="T2" fmla="*/ 4 w 136"/>
                <a:gd name="T3" fmla="*/ 120 h 138"/>
                <a:gd name="T4" fmla="*/ 23 w 136"/>
                <a:gd name="T5" fmla="*/ 132 h 138"/>
                <a:gd name="T6" fmla="*/ 97 w 136"/>
                <a:gd name="T7" fmla="*/ 104 h 138"/>
                <a:gd name="T8" fmla="*/ 100 w 136"/>
                <a:gd name="T9" fmla="*/ 90 h 138"/>
                <a:gd name="T10" fmla="*/ 103 w 136"/>
                <a:gd name="T11" fmla="*/ 11 h 138"/>
                <a:gd name="T12" fmla="*/ 101 w 136"/>
                <a:gd name="T13" fmla="*/ 6 h 138"/>
                <a:gd name="T14" fmla="*/ 134 w 136"/>
                <a:gd name="T15" fmla="*/ 26 h 138"/>
                <a:gd name="T16" fmla="*/ 125 w 136"/>
                <a:gd name="T17" fmla="*/ 119 h 138"/>
                <a:gd name="T18" fmla="*/ 100 w 136"/>
                <a:gd name="T19" fmla="*/ 133 h 138"/>
                <a:gd name="T20" fmla="*/ 96 w 136"/>
                <a:gd name="T21" fmla="*/ 110 h 138"/>
                <a:gd name="T22" fmla="*/ 87 w 136"/>
                <a:gd name="T23" fmla="*/ 115 h 138"/>
                <a:gd name="T24" fmla="*/ 5 w 136"/>
                <a:gd name="T25" fmla="*/ 129 h 138"/>
                <a:gd name="T26" fmla="*/ 48 w 136"/>
                <a:gd name="T27" fmla="*/ 134 h 138"/>
                <a:gd name="T28" fmla="*/ 48 w 136"/>
                <a:gd name="T29" fmla="*/ 129 h 138"/>
                <a:gd name="T30" fmla="*/ 65 w 136"/>
                <a:gd name="T31" fmla="*/ 120 h 138"/>
                <a:gd name="T32" fmla="*/ 97 w 136"/>
                <a:gd name="T33" fmla="*/ 108 h 138"/>
                <a:gd name="T34" fmla="*/ 97 w 136"/>
                <a:gd name="T35" fmla="*/ 109 h 138"/>
                <a:gd name="T36" fmla="*/ 111 w 136"/>
                <a:gd name="T37" fmla="*/ 135 h 138"/>
                <a:gd name="T38" fmla="*/ 118 w 136"/>
                <a:gd name="T39" fmla="*/ 125 h 138"/>
                <a:gd name="T40" fmla="*/ 117 w 136"/>
                <a:gd name="T41" fmla="*/ 129 h 138"/>
                <a:gd name="T42" fmla="*/ 108 w 136"/>
                <a:gd name="T43" fmla="*/ 129 h 138"/>
                <a:gd name="T44" fmla="*/ 103 w 136"/>
                <a:gd name="T45" fmla="*/ 128 h 138"/>
                <a:gd name="T46" fmla="*/ 105 w 136"/>
                <a:gd name="T47" fmla="*/ 105 h 138"/>
                <a:gd name="T48" fmla="*/ 118 w 136"/>
                <a:gd name="T49" fmla="*/ 124 h 138"/>
                <a:gd name="T50" fmla="*/ 114 w 136"/>
                <a:gd name="T51" fmla="*/ 105 h 138"/>
                <a:gd name="T52" fmla="*/ 108 w 136"/>
                <a:gd name="T53" fmla="*/ 102 h 138"/>
                <a:gd name="T54" fmla="*/ 115 w 136"/>
                <a:gd name="T55" fmla="*/ 82 h 138"/>
                <a:gd name="T56" fmla="*/ 102 w 136"/>
                <a:gd name="T57" fmla="*/ 7 h 138"/>
                <a:gd name="T58" fmla="*/ 127 w 136"/>
                <a:gd name="T59" fmla="*/ 18 h 138"/>
                <a:gd name="T60" fmla="*/ 98 w 136"/>
                <a:gd name="T61" fmla="*/ 105 h 138"/>
                <a:gd name="T62" fmla="*/ 23 w 136"/>
                <a:gd name="T63" fmla="*/ 133 h 138"/>
                <a:gd name="T64" fmla="*/ 104 w 136"/>
                <a:gd name="T65" fmla="*/ 127 h 138"/>
                <a:gd name="T66" fmla="*/ 115 w 136"/>
                <a:gd name="T67" fmla="*/ 113 h 138"/>
                <a:gd name="T68" fmla="*/ 89 w 136"/>
                <a:gd name="T69" fmla="*/ 110 h 138"/>
                <a:gd name="T70" fmla="*/ 74 w 136"/>
                <a:gd name="T71" fmla="*/ 118 h 138"/>
                <a:gd name="T72" fmla="*/ 4 w 136"/>
                <a:gd name="T73" fmla="*/ 127 h 138"/>
                <a:gd name="T74" fmla="*/ 2 w 136"/>
                <a:gd name="T75" fmla="*/ 121 h 138"/>
                <a:gd name="T76" fmla="*/ 120 w 136"/>
                <a:gd name="T77" fmla="*/ 123 h 138"/>
                <a:gd name="T78" fmla="*/ 102 w 136"/>
                <a:gd name="T79" fmla="*/ 108 h 138"/>
                <a:gd name="T80" fmla="*/ 128 w 136"/>
                <a:gd name="T81" fmla="*/ 32 h 138"/>
                <a:gd name="T82" fmla="*/ 104 w 136"/>
                <a:gd name="T83" fmla="*/ 103 h 138"/>
                <a:gd name="T84" fmla="*/ 116 w 136"/>
                <a:gd name="T85" fmla="*/ 72 h 138"/>
                <a:gd name="T86" fmla="*/ 128 w 136"/>
                <a:gd name="T87" fmla="*/ 44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36" h="138">
                  <a:moveTo>
                    <a:pt x="26" y="138"/>
                  </a:moveTo>
                  <a:cubicBezTo>
                    <a:pt x="16" y="138"/>
                    <a:pt x="9" y="136"/>
                    <a:pt x="5" y="131"/>
                  </a:cubicBezTo>
                  <a:cubicBezTo>
                    <a:pt x="2" y="129"/>
                    <a:pt x="0" y="125"/>
                    <a:pt x="0" y="120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1" y="119"/>
                    <a:pt x="1" y="119"/>
                    <a:pt x="1" y="119"/>
                  </a:cubicBezTo>
                  <a:cubicBezTo>
                    <a:pt x="2" y="119"/>
                    <a:pt x="3" y="119"/>
                    <a:pt x="4" y="120"/>
                  </a:cubicBezTo>
                  <a:cubicBezTo>
                    <a:pt x="5" y="121"/>
                    <a:pt x="5" y="123"/>
                    <a:pt x="5" y="124"/>
                  </a:cubicBezTo>
                  <a:cubicBezTo>
                    <a:pt x="5" y="126"/>
                    <a:pt x="5" y="128"/>
                    <a:pt x="6" y="128"/>
                  </a:cubicBezTo>
                  <a:cubicBezTo>
                    <a:pt x="11" y="131"/>
                    <a:pt x="17" y="132"/>
                    <a:pt x="23" y="132"/>
                  </a:cubicBezTo>
                  <a:cubicBezTo>
                    <a:pt x="37" y="132"/>
                    <a:pt x="49" y="125"/>
                    <a:pt x="63" y="118"/>
                  </a:cubicBezTo>
                  <a:cubicBezTo>
                    <a:pt x="74" y="112"/>
                    <a:pt x="85" y="106"/>
                    <a:pt x="97" y="104"/>
                  </a:cubicBezTo>
                  <a:cubicBezTo>
                    <a:pt x="97" y="104"/>
                    <a:pt x="97" y="104"/>
                    <a:pt x="97" y="104"/>
                  </a:cubicBezTo>
                  <a:cubicBezTo>
                    <a:pt x="99" y="100"/>
                    <a:pt x="100" y="96"/>
                    <a:pt x="100" y="90"/>
                  </a:cubicBezTo>
                  <a:cubicBezTo>
                    <a:pt x="100" y="90"/>
                    <a:pt x="100" y="90"/>
                    <a:pt x="100" y="90"/>
                  </a:cubicBezTo>
                  <a:cubicBezTo>
                    <a:pt x="100" y="90"/>
                    <a:pt x="100" y="90"/>
                    <a:pt x="100" y="90"/>
                  </a:cubicBezTo>
                  <a:cubicBezTo>
                    <a:pt x="109" y="81"/>
                    <a:pt x="132" y="42"/>
                    <a:pt x="125" y="18"/>
                  </a:cubicBezTo>
                  <a:cubicBezTo>
                    <a:pt x="124" y="12"/>
                    <a:pt x="117" y="4"/>
                    <a:pt x="111" y="4"/>
                  </a:cubicBezTo>
                  <a:cubicBezTo>
                    <a:pt x="108" y="4"/>
                    <a:pt x="105" y="7"/>
                    <a:pt x="103" y="11"/>
                  </a:cubicBezTo>
                  <a:cubicBezTo>
                    <a:pt x="102" y="12"/>
                    <a:pt x="102" y="12"/>
                    <a:pt x="102" y="12"/>
                  </a:cubicBezTo>
                  <a:cubicBezTo>
                    <a:pt x="101" y="11"/>
                    <a:pt x="101" y="11"/>
                    <a:pt x="101" y="11"/>
                  </a:cubicBezTo>
                  <a:cubicBezTo>
                    <a:pt x="100" y="9"/>
                    <a:pt x="100" y="8"/>
                    <a:pt x="101" y="6"/>
                  </a:cubicBezTo>
                  <a:cubicBezTo>
                    <a:pt x="103" y="2"/>
                    <a:pt x="109" y="0"/>
                    <a:pt x="114" y="0"/>
                  </a:cubicBezTo>
                  <a:cubicBezTo>
                    <a:pt x="114" y="0"/>
                    <a:pt x="114" y="0"/>
                    <a:pt x="115" y="0"/>
                  </a:cubicBezTo>
                  <a:cubicBezTo>
                    <a:pt x="127" y="1"/>
                    <a:pt x="133" y="14"/>
                    <a:pt x="134" y="26"/>
                  </a:cubicBezTo>
                  <a:cubicBezTo>
                    <a:pt x="136" y="44"/>
                    <a:pt x="125" y="66"/>
                    <a:pt x="117" y="83"/>
                  </a:cubicBezTo>
                  <a:cubicBezTo>
                    <a:pt x="113" y="90"/>
                    <a:pt x="110" y="96"/>
                    <a:pt x="109" y="101"/>
                  </a:cubicBezTo>
                  <a:cubicBezTo>
                    <a:pt x="120" y="101"/>
                    <a:pt x="125" y="110"/>
                    <a:pt x="125" y="119"/>
                  </a:cubicBezTo>
                  <a:cubicBezTo>
                    <a:pt x="125" y="128"/>
                    <a:pt x="120" y="137"/>
                    <a:pt x="111" y="137"/>
                  </a:cubicBezTo>
                  <a:cubicBezTo>
                    <a:pt x="107" y="137"/>
                    <a:pt x="104" y="136"/>
                    <a:pt x="100" y="134"/>
                  </a:cubicBezTo>
                  <a:cubicBezTo>
                    <a:pt x="100" y="133"/>
                    <a:pt x="100" y="133"/>
                    <a:pt x="100" y="133"/>
                  </a:cubicBezTo>
                  <a:cubicBezTo>
                    <a:pt x="100" y="133"/>
                    <a:pt x="100" y="133"/>
                    <a:pt x="100" y="133"/>
                  </a:cubicBezTo>
                  <a:cubicBezTo>
                    <a:pt x="98" y="130"/>
                    <a:pt x="98" y="125"/>
                    <a:pt x="97" y="120"/>
                  </a:cubicBezTo>
                  <a:cubicBezTo>
                    <a:pt x="97" y="116"/>
                    <a:pt x="97" y="113"/>
                    <a:pt x="96" y="110"/>
                  </a:cubicBezTo>
                  <a:cubicBezTo>
                    <a:pt x="95" y="110"/>
                    <a:pt x="95" y="110"/>
                    <a:pt x="94" y="110"/>
                  </a:cubicBezTo>
                  <a:cubicBezTo>
                    <a:pt x="92" y="111"/>
                    <a:pt x="92" y="111"/>
                    <a:pt x="92" y="111"/>
                  </a:cubicBezTo>
                  <a:cubicBezTo>
                    <a:pt x="91" y="112"/>
                    <a:pt x="89" y="113"/>
                    <a:pt x="87" y="115"/>
                  </a:cubicBezTo>
                  <a:cubicBezTo>
                    <a:pt x="77" y="121"/>
                    <a:pt x="61" y="132"/>
                    <a:pt x="48" y="135"/>
                  </a:cubicBezTo>
                  <a:cubicBezTo>
                    <a:pt x="41" y="137"/>
                    <a:pt x="33" y="138"/>
                    <a:pt x="26" y="138"/>
                  </a:cubicBezTo>
                  <a:close/>
                  <a:moveTo>
                    <a:pt x="5" y="129"/>
                  </a:moveTo>
                  <a:cubicBezTo>
                    <a:pt x="5" y="130"/>
                    <a:pt x="5" y="130"/>
                    <a:pt x="6" y="130"/>
                  </a:cubicBezTo>
                  <a:cubicBezTo>
                    <a:pt x="10" y="134"/>
                    <a:pt x="17" y="137"/>
                    <a:pt x="26" y="137"/>
                  </a:cubicBezTo>
                  <a:cubicBezTo>
                    <a:pt x="33" y="137"/>
                    <a:pt x="41" y="135"/>
                    <a:pt x="48" y="134"/>
                  </a:cubicBezTo>
                  <a:cubicBezTo>
                    <a:pt x="61" y="130"/>
                    <a:pt x="76" y="120"/>
                    <a:pt x="86" y="114"/>
                  </a:cubicBezTo>
                  <a:cubicBezTo>
                    <a:pt x="82" y="115"/>
                    <a:pt x="78" y="117"/>
                    <a:pt x="75" y="119"/>
                  </a:cubicBezTo>
                  <a:cubicBezTo>
                    <a:pt x="66" y="124"/>
                    <a:pt x="57" y="129"/>
                    <a:pt x="48" y="129"/>
                  </a:cubicBezTo>
                  <a:cubicBezTo>
                    <a:pt x="44" y="129"/>
                    <a:pt x="44" y="129"/>
                    <a:pt x="44" y="129"/>
                  </a:cubicBezTo>
                  <a:cubicBezTo>
                    <a:pt x="48" y="128"/>
                    <a:pt x="48" y="128"/>
                    <a:pt x="48" y="128"/>
                  </a:cubicBezTo>
                  <a:cubicBezTo>
                    <a:pt x="54" y="126"/>
                    <a:pt x="59" y="123"/>
                    <a:pt x="65" y="120"/>
                  </a:cubicBezTo>
                  <a:cubicBezTo>
                    <a:pt x="75" y="114"/>
                    <a:pt x="85" y="108"/>
                    <a:pt x="96" y="108"/>
                  </a:cubicBezTo>
                  <a:cubicBezTo>
                    <a:pt x="96" y="108"/>
                    <a:pt x="96" y="108"/>
                    <a:pt x="96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9"/>
                    <a:pt x="97" y="109"/>
                    <a:pt x="97" y="109"/>
                  </a:cubicBezTo>
                  <a:cubicBezTo>
                    <a:pt x="98" y="112"/>
                    <a:pt x="99" y="116"/>
                    <a:pt x="99" y="120"/>
                  </a:cubicBezTo>
                  <a:cubicBezTo>
                    <a:pt x="99" y="124"/>
                    <a:pt x="100" y="129"/>
                    <a:pt x="101" y="132"/>
                  </a:cubicBezTo>
                  <a:cubicBezTo>
                    <a:pt x="104" y="134"/>
                    <a:pt x="108" y="135"/>
                    <a:pt x="111" y="135"/>
                  </a:cubicBezTo>
                  <a:cubicBezTo>
                    <a:pt x="118" y="135"/>
                    <a:pt x="122" y="129"/>
                    <a:pt x="123" y="123"/>
                  </a:cubicBezTo>
                  <a:cubicBezTo>
                    <a:pt x="122" y="124"/>
                    <a:pt x="121" y="125"/>
                    <a:pt x="119" y="125"/>
                  </a:cubicBezTo>
                  <a:cubicBezTo>
                    <a:pt x="118" y="125"/>
                    <a:pt x="118" y="125"/>
                    <a:pt x="118" y="125"/>
                  </a:cubicBezTo>
                  <a:cubicBezTo>
                    <a:pt x="118" y="127"/>
                    <a:pt x="117" y="128"/>
                    <a:pt x="117" y="129"/>
                  </a:cubicBezTo>
                  <a:cubicBezTo>
                    <a:pt x="117" y="129"/>
                    <a:pt x="117" y="129"/>
                    <a:pt x="117" y="129"/>
                  </a:cubicBezTo>
                  <a:cubicBezTo>
                    <a:pt x="117" y="129"/>
                    <a:pt x="117" y="129"/>
                    <a:pt x="117" y="129"/>
                  </a:cubicBezTo>
                  <a:cubicBezTo>
                    <a:pt x="115" y="130"/>
                    <a:pt x="114" y="130"/>
                    <a:pt x="113" y="130"/>
                  </a:cubicBezTo>
                  <a:cubicBezTo>
                    <a:pt x="113" y="130"/>
                    <a:pt x="113" y="130"/>
                    <a:pt x="113" y="130"/>
                  </a:cubicBezTo>
                  <a:cubicBezTo>
                    <a:pt x="111" y="130"/>
                    <a:pt x="109" y="130"/>
                    <a:pt x="108" y="129"/>
                  </a:cubicBezTo>
                  <a:cubicBezTo>
                    <a:pt x="106" y="129"/>
                    <a:pt x="105" y="128"/>
                    <a:pt x="103" y="128"/>
                  </a:cubicBezTo>
                  <a:cubicBezTo>
                    <a:pt x="103" y="128"/>
                    <a:pt x="103" y="128"/>
                    <a:pt x="103" y="128"/>
                  </a:cubicBezTo>
                  <a:cubicBezTo>
                    <a:pt x="103" y="128"/>
                    <a:pt x="103" y="128"/>
                    <a:pt x="103" y="128"/>
                  </a:cubicBezTo>
                  <a:cubicBezTo>
                    <a:pt x="100" y="122"/>
                    <a:pt x="100" y="110"/>
                    <a:pt x="104" y="105"/>
                  </a:cubicBezTo>
                  <a:cubicBezTo>
                    <a:pt x="105" y="105"/>
                    <a:pt x="105" y="105"/>
                    <a:pt x="105" y="105"/>
                  </a:cubicBezTo>
                  <a:cubicBezTo>
                    <a:pt x="105" y="105"/>
                    <a:pt x="105" y="105"/>
                    <a:pt x="105" y="105"/>
                  </a:cubicBezTo>
                  <a:cubicBezTo>
                    <a:pt x="110" y="106"/>
                    <a:pt x="114" y="108"/>
                    <a:pt x="116" y="112"/>
                  </a:cubicBezTo>
                  <a:cubicBezTo>
                    <a:pt x="118" y="116"/>
                    <a:pt x="119" y="120"/>
                    <a:pt x="118" y="124"/>
                  </a:cubicBezTo>
                  <a:cubicBezTo>
                    <a:pt x="118" y="124"/>
                    <a:pt x="118" y="124"/>
                    <a:pt x="118" y="124"/>
                  </a:cubicBezTo>
                  <a:cubicBezTo>
                    <a:pt x="121" y="119"/>
                    <a:pt x="119" y="116"/>
                    <a:pt x="117" y="112"/>
                  </a:cubicBezTo>
                  <a:cubicBezTo>
                    <a:pt x="116" y="110"/>
                    <a:pt x="115" y="109"/>
                    <a:pt x="114" y="106"/>
                  </a:cubicBezTo>
                  <a:cubicBezTo>
                    <a:pt x="114" y="105"/>
                    <a:pt x="114" y="105"/>
                    <a:pt x="114" y="105"/>
                  </a:cubicBezTo>
                  <a:cubicBezTo>
                    <a:pt x="115" y="105"/>
                    <a:pt x="115" y="105"/>
                    <a:pt x="115" y="105"/>
                  </a:cubicBezTo>
                  <a:cubicBezTo>
                    <a:pt x="117" y="106"/>
                    <a:pt x="121" y="109"/>
                    <a:pt x="123" y="113"/>
                  </a:cubicBezTo>
                  <a:cubicBezTo>
                    <a:pt x="121" y="107"/>
                    <a:pt x="116" y="102"/>
                    <a:pt x="108" y="102"/>
                  </a:cubicBezTo>
                  <a:cubicBezTo>
                    <a:pt x="107" y="102"/>
                    <a:pt x="107" y="102"/>
                    <a:pt x="107" y="102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8" y="97"/>
                    <a:pt x="112" y="90"/>
                    <a:pt x="115" y="82"/>
                  </a:cubicBezTo>
                  <a:cubicBezTo>
                    <a:pt x="124" y="65"/>
                    <a:pt x="134" y="44"/>
                    <a:pt x="133" y="26"/>
                  </a:cubicBezTo>
                  <a:cubicBezTo>
                    <a:pt x="131" y="15"/>
                    <a:pt x="126" y="3"/>
                    <a:pt x="115" y="2"/>
                  </a:cubicBezTo>
                  <a:cubicBezTo>
                    <a:pt x="110" y="1"/>
                    <a:pt x="104" y="4"/>
                    <a:pt x="102" y="7"/>
                  </a:cubicBezTo>
                  <a:cubicBezTo>
                    <a:pt x="102" y="7"/>
                    <a:pt x="102" y="8"/>
                    <a:pt x="102" y="9"/>
                  </a:cubicBezTo>
                  <a:cubicBezTo>
                    <a:pt x="105" y="4"/>
                    <a:pt x="109" y="3"/>
                    <a:pt x="111" y="3"/>
                  </a:cubicBezTo>
                  <a:cubicBezTo>
                    <a:pt x="118" y="3"/>
                    <a:pt x="125" y="11"/>
                    <a:pt x="127" y="18"/>
                  </a:cubicBezTo>
                  <a:cubicBezTo>
                    <a:pt x="133" y="42"/>
                    <a:pt x="110" y="81"/>
                    <a:pt x="101" y="91"/>
                  </a:cubicBezTo>
                  <a:cubicBezTo>
                    <a:pt x="102" y="96"/>
                    <a:pt x="100" y="100"/>
                    <a:pt x="99" y="104"/>
                  </a:cubicBezTo>
                  <a:cubicBezTo>
                    <a:pt x="98" y="105"/>
                    <a:pt x="98" y="105"/>
                    <a:pt x="98" y="105"/>
                  </a:cubicBezTo>
                  <a:cubicBezTo>
                    <a:pt x="98" y="105"/>
                    <a:pt x="98" y="105"/>
                    <a:pt x="98" y="105"/>
                  </a:cubicBezTo>
                  <a:cubicBezTo>
                    <a:pt x="86" y="107"/>
                    <a:pt x="75" y="113"/>
                    <a:pt x="64" y="119"/>
                  </a:cubicBezTo>
                  <a:cubicBezTo>
                    <a:pt x="51" y="126"/>
                    <a:pt x="37" y="133"/>
                    <a:pt x="23" y="133"/>
                  </a:cubicBezTo>
                  <a:cubicBezTo>
                    <a:pt x="17" y="133"/>
                    <a:pt x="11" y="132"/>
                    <a:pt x="5" y="129"/>
                  </a:cubicBezTo>
                  <a:cubicBezTo>
                    <a:pt x="5" y="129"/>
                    <a:pt x="5" y="129"/>
                    <a:pt x="5" y="129"/>
                  </a:cubicBezTo>
                  <a:close/>
                  <a:moveTo>
                    <a:pt x="104" y="127"/>
                  </a:moveTo>
                  <a:cubicBezTo>
                    <a:pt x="106" y="127"/>
                    <a:pt x="107" y="127"/>
                    <a:pt x="108" y="128"/>
                  </a:cubicBezTo>
                  <a:cubicBezTo>
                    <a:pt x="111" y="129"/>
                    <a:pt x="113" y="129"/>
                    <a:pt x="116" y="128"/>
                  </a:cubicBezTo>
                  <a:cubicBezTo>
                    <a:pt x="118" y="123"/>
                    <a:pt x="118" y="117"/>
                    <a:pt x="115" y="113"/>
                  </a:cubicBezTo>
                  <a:cubicBezTo>
                    <a:pt x="113" y="110"/>
                    <a:pt x="109" y="107"/>
                    <a:pt x="105" y="107"/>
                  </a:cubicBezTo>
                  <a:cubicBezTo>
                    <a:pt x="102" y="111"/>
                    <a:pt x="102" y="121"/>
                    <a:pt x="104" y="127"/>
                  </a:cubicBezTo>
                  <a:close/>
                  <a:moveTo>
                    <a:pt x="89" y="110"/>
                  </a:moveTo>
                  <a:cubicBezTo>
                    <a:pt x="81" y="112"/>
                    <a:pt x="73" y="117"/>
                    <a:pt x="65" y="121"/>
                  </a:cubicBezTo>
                  <a:cubicBezTo>
                    <a:pt x="61" y="123"/>
                    <a:pt x="57" y="125"/>
                    <a:pt x="53" y="127"/>
                  </a:cubicBezTo>
                  <a:cubicBezTo>
                    <a:pt x="60" y="126"/>
                    <a:pt x="67" y="122"/>
                    <a:pt x="74" y="118"/>
                  </a:cubicBezTo>
                  <a:cubicBezTo>
                    <a:pt x="79" y="115"/>
                    <a:pt x="84" y="112"/>
                    <a:pt x="89" y="110"/>
                  </a:cubicBezTo>
                  <a:close/>
                  <a:moveTo>
                    <a:pt x="2" y="121"/>
                  </a:moveTo>
                  <a:cubicBezTo>
                    <a:pt x="2" y="123"/>
                    <a:pt x="3" y="125"/>
                    <a:pt x="4" y="127"/>
                  </a:cubicBezTo>
                  <a:cubicBezTo>
                    <a:pt x="3" y="127"/>
                    <a:pt x="3" y="125"/>
                    <a:pt x="3" y="124"/>
                  </a:cubicBezTo>
                  <a:cubicBezTo>
                    <a:pt x="3" y="123"/>
                    <a:pt x="4" y="122"/>
                    <a:pt x="3" y="121"/>
                  </a:cubicBezTo>
                  <a:cubicBezTo>
                    <a:pt x="3" y="121"/>
                    <a:pt x="3" y="121"/>
                    <a:pt x="2" y="121"/>
                  </a:cubicBezTo>
                  <a:close/>
                  <a:moveTo>
                    <a:pt x="116" y="108"/>
                  </a:moveTo>
                  <a:cubicBezTo>
                    <a:pt x="117" y="109"/>
                    <a:pt x="118" y="110"/>
                    <a:pt x="118" y="111"/>
                  </a:cubicBezTo>
                  <a:cubicBezTo>
                    <a:pt x="120" y="115"/>
                    <a:pt x="122" y="118"/>
                    <a:pt x="120" y="123"/>
                  </a:cubicBezTo>
                  <a:cubicBezTo>
                    <a:pt x="122" y="122"/>
                    <a:pt x="123" y="121"/>
                    <a:pt x="123" y="119"/>
                  </a:cubicBezTo>
                  <a:cubicBezTo>
                    <a:pt x="123" y="115"/>
                    <a:pt x="119" y="110"/>
                    <a:pt x="116" y="108"/>
                  </a:cubicBezTo>
                  <a:close/>
                  <a:moveTo>
                    <a:pt x="102" y="108"/>
                  </a:moveTo>
                  <a:cubicBezTo>
                    <a:pt x="103" y="103"/>
                    <a:pt x="103" y="103"/>
                    <a:pt x="103" y="103"/>
                  </a:cubicBezTo>
                  <a:cubicBezTo>
                    <a:pt x="104" y="92"/>
                    <a:pt x="109" y="82"/>
                    <a:pt x="114" y="72"/>
                  </a:cubicBezTo>
                  <a:cubicBezTo>
                    <a:pt x="121" y="60"/>
                    <a:pt x="127" y="47"/>
                    <a:pt x="128" y="32"/>
                  </a:cubicBezTo>
                  <a:cubicBezTo>
                    <a:pt x="130" y="32"/>
                    <a:pt x="130" y="32"/>
                    <a:pt x="130" y="32"/>
                  </a:cubicBezTo>
                  <a:cubicBezTo>
                    <a:pt x="131" y="51"/>
                    <a:pt x="122" y="68"/>
                    <a:pt x="114" y="84"/>
                  </a:cubicBezTo>
                  <a:cubicBezTo>
                    <a:pt x="110" y="90"/>
                    <a:pt x="107" y="97"/>
                    <a:pt x="104" y="103"/>
                  </a:cubicBezTo>
                  <a:lnTo>
                    <a:pt x="102" y="108"/>
                  </a:lnTo>
                  <a:close/>
                  <a:moveTo>
                    <a:pt x="128" y="44"/>
                  </a:moveTo>
                  <a:cubicBezTo>
                    <a:pt x="125" y="54"/>
                    <a:pt x="120" y="63"/>
                    <a:pt x="116" y="72"/>
                  </a:cubicBezTo>
                  <a:cubicBezTo>
                    <a:pt x="111" y="81"/>
                    <a:pt x="107" y="89"/>
                    <a:pt x="105" y="97"/>
                  </a:cubicBezTo>
                  <a:cubicBezTo>
                    <a:pt x="108" y="92"/>
                    <a:pt x="110" y="88"/>
                    <a:pt x="112" y="83"/>
                  </a:cubicBezTo>
                  <a:cubicBezTo>
                    <a:pt x="119" y="71"/>
                    <a:pt x="126" y="58"/>
                    <a:pt x="128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97" name="Picture Placeholder 33" descr="An empty placeholder to add an image. Click on the placeholder and select the image that you wish to add."/>
          <p:cNvSpPr>
            <a:spLocks noGrp="1"/>
          </p:cNvSpPr>
          <p:nvPr>
            <p:ph type="pic" sz="quarter" idx="17"/>
          </p:nvPr>
        </p:nvSpPr>
        <p:spPr>
          <a:xfrm>
            <a:off x="840795" y="1020193"/>
            <a:ext cx="3886200" cy="4572000"/>
          </a:xfrm>
          <a:solidFill>
            <a:schemeClr val="bg2"/>
          </a:solidFill>
          <a:ln w="38100">
            <a:solidFill>
              <a:schemeClr val="bg1"/>
            </a:solidFill>
          </a:ln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dirty="0"/>
          </a:p>
        </p:txBody>
      </p:sp>
      <p:grpSp>
        <p:nvGrpSpPr>
          <p:cNvPr id="98" name="Group 97"/>
          <p:cNvGrpSpPr/>
          <p:nvPr/>
        </p:nvGrpSpPr>
        <p:grpSpPr>
          <a:xfrm>
            <a:off x="5322489" y="319177"/>
            <a:ext cx="3389607" cy="2710838"/>
            <a:chOff x="895350" y="3313113"/>
            <a:chExt cx="3613151" cy="2790825"/>
          </a:xfrm>
          <a:solidFill>
            <a:schemeClr val="tx1">
              <a:lumMod val="50000"/>
            </a:schemeClr>
          </a:solidFill>
        </p:grpSpPr>
        <p:sp>
          <p:nvSpPr>
            <p:cNvPr id="99" name="Freeform 41"/>
            <p:cNvSpPr>
              <a:spLocks/>
            </p:cNvSpPr>
            <p:nvPr/>
          </p:nvSpPr>
          <p:spPr bwMode="auto">
            <a:xfrm>
              <a:off x="963613" y="3725863"/>
              <a:ext cx="11113" cy="1952625"/>
            </a:xfrm>
            <a:custGeom>
              <a:avLst/>
              <a:gdLst>
                <a:gd name="T0" fmla="*/ 3 w 5"/>
                <a:gd name="T1" fmla="*/ 0 h 868"/>
                <a:gd name="T2" fmla="*/ 4 w 5"/>
                <a:gd name="T3" fmla="*/ 217 h 868"/>
                <a:gd name="T4" fmla="*/ 3 w 5"/>
                <a:gd name="T5" fmla="*/ 326 h 868"/>
                <a:gd name="T6" fmla="*/ 4 w 5"/>
                <a:gd name="T7" fmla="*/ 434 h 868"/>
                <a:gd name="T8" fmla="*/ 4 w 5"/>
                <a:gd name="T9" fmla="*/ 651 h 868"/>
                <a:gd name="T10" fmla="*/ 4 w 5"/>
                <a:gd name="T11" fmla="*/ 760 h 868"/>
                <a:gd name="T12" fmla="*/ 3 w 5"/>
                <a:gd name="T13" fmla="*/ 868 h 868"/>
                <a:gd name="T14" fmla="*/ 2 w 5"/>
                <a:gd name="T15" fmla="*/ 868 h 868"/>
                <a:gd name="T16" fmla="*/ 1 w 5"/>
                <a:gd name="T17" fmla="*/ 760 h 868"/>
                <a:gd name="T18" fmla="*/ 0 w 5"/>
                <a:gd name="T19" fmla="*/ 651 h 868"/>
                <a:gd name="T20" fmla="*/ 1 w 5"/>
                <a:gd name="T21" fmla="*/ 434 h 868"/>
                <a:gd name="T22" fmla="*/ 2 w 5"/>
                <a:gd name="T23" fmla="*/ 326 h 868"/>
                <a:gd name="T24" fmla="*/ 1 w 5"/>
                <a:gd name="T25" fmla="*/ 217 h 868"/>
                <a:gd name="T26" fmla="*/ 2 w 5"/>
                <a:gd name="T27" fmla="*/ 0 h 868"/>
                <a:gd name="T28" fmla="*/ 3 w 5"/>
                <a:gd name="T29" fmla="*/ 0 h 8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" h="868">
                  <a:moveTo>
                    <a:pt x="3" y="0"/>
                  </a:moveTo>
                  <a:cubicBezTo>
                    <a:pt x="4" y="73"/>
                    <a:pt x="4" y="145"/>
                    <a:pt x="4" y="217"/>
                  </a:cubicBezTo>
                  <a:cubicBezTo>
                    <a:pt x="4" y="253"/>
                    <a:pt x="3" y="290"/>
                    <a:pt x="3" y="326"/>
                  </a:cubicBezTo>
                  <a:cubicBezTo>
                    <a:pt x="3" y="362"/>
                    <a:pt x="3" y="398"/>
                    <a:pt x="4" y="434"/>
                  </a:cubicBezTo>
                  <a:cubicBezTo>
                    <a:pt x="4" y="507"/>
                    <a:pt x="5" y="579"/>
                    <a:pt x="4" y="651"/>
                  </a:cubicBezTo>
                  <a:cubicBezTo>
                    <a:pt x="5" y="687"/>
                    <a:pt x="4" y="724"/>
                    <a:pt x="4" y="760"/>
                  </a:cubicBezTo>
                  <a:cubicBezTo>
                    <a:pt x="4" y="796"/>
                    <a:pt x="3" y="832"/>
                    <a:pt x="3" y="868"/>
                  </a:cubicBezTo>
                  <a:cubicBezTo>
                    <a:pt x="2" y="868"/>
                    <a:pt x="2" y="868"/>
                    <a:pt x="2" y="868"/>
                  </a:cubicBezTo>
                  <a:cubicBezTo>
                    <a:pt x="2" y="832"/>
                    <a:pt x="1" y="796"/>
                    <a:pt x="1" y="760"/>
                  </a:cubicBezTo>
                  <a:cubicBezTo>
                    <a:pt x="1" y="724"/>
                    <a:pt x="0" y="687"/>
                    <a:pt x="0" y="651"/>
                  </a:cubicBezTo>
                  <a:cubicBezTo>
                    <a:pt x="0" y="579"/>
                    <a:pt x="1" y="507"/>
                    <a:pt x="1" y="434"/>
                  </a:cubicBezTo>
                  <a:cubicBezTo>
                    <a:pt x="2" y="398"/>
                    <a:pt x="2" y="362"/>
                    <a:pt x="2" y="326"/>
                  </a:cubicBezTo>
                  <a:cubicBezTo>
                    <a:pt x="2" y="290"/>
                    <a:pt x="1" y="253"/>
                    <a:pt x="1" y="217"/>
                  </a:cubicBezTo>
                  <a:cubicBezTo>
                    <a:pt x="0" y="145"/>
                    <a:pt x="1" y="73"/>
                    <a:pt x="2" y="0"/>
                  </a:cubicBezTo>
                  <a:lnTo>
                    <a:pt x="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00" name="Freeform 42"/>
            <p:cNvSpPr>
              <a:spLocks/>
            </p:cNvSpPr>
            <p:nvPr/>
          </p:nvSpPr>
          <p:spPr bwMode="auto">
            <a:xfrm>
              <a:off x="1350963" y="6038850"/>
              <a:ext cx="2736850" cy="11113"/>
            </a:xfrm>
            <a:custGeom>
              <a:avLst/>
              <a:gdLst>
                <a:gd name="T0" fmla="*/ 0 w 1216"/>
                <a:gd name="T1" fmla="*/ 2 h 5"/>
                <a:gd name="T2" fmla="*/ 304 w 1216"/>
                <a:gd name="T3" fmla="*/ 1 h 5"/>
                <a:gd name="T4" fmla="*/ 456 w 1216"/>
                <a:gd name="T5" fmla="*/ 2 h 5"/>
                <a:gd name="T6" fmla="*/ 608 w 1216"/>
                <a:gd name="T7" fmla="*/ 1 h 5"/>
                <a:gd name="T8" fmla="*/ 912 w 1216"/>
                <a:gd name="T9" fmla="*/ 0 h 5"/>
                <a:gd name="T10" fmla="*/ 1064 w 1216"/>
                <a:gd name="T11" fmla="*/ 1 h 5"/>
                <a:gd name="T12" fmla="*/ 1216 w 1216"/>
                <a:gd name="T13" fmla="*/ 2 h 5"/>
                <a:gd name="T14" fmla="*/ 1216 w 1216"/>
                <a:gd name="T15" fmla="*/ 2 h 5"/>
                <a:gd name="T16" fmla="*/ 1064 w 1216"/>
                <a:gd name="T17" fmla="*/ 4 h 5"/>
                <a:gd name="T18" fmla="*/ 912 w 1216"/>
                <a:gd name="T19" fmla="*/ 4 h 5"/>
                <a:gd name="T20" fmla="*/ 608 w 1216"/>
                <a:gd name="T21" fmla="*/ 3 h 5"/>
                <a:gd name="T22" fmla="*/ 456 w 1216"/>
                <a:gd name="T23" fmla="*/ 3 h 5"/>
                <a:gd name="T24" fmla="*/ 304 w 1216"/>
                <a:gd name="T25" fmla="*/ 4 h 5"/>
                <a:gd name="T26" fmla="*/ 0 w 1216"/>
                <a:gd name="T27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16" h="5">
                  <a:moveTo>
                    <a:pt x="0" y="2"/>
                  </a:moveTo>
                  <a:cubicBezTo>
                    <a:pt x="101" y="1"/>
                    <a:pt x="202" y="0"/>
                    <a:pt x="304" y="1"/>
                  </a:cubicBezTo>
                  <a:cubicBezTo>
                    <a:pt x="354" y="1"/>
                    <a:pt x="405" y="2"/>
                    <a:pt x="456" y="2"/>
                  </a:cubicBezTo>
                  <a:cubicBezTo>
                    <a:pt x="506" y="2"/>
                    <a:pt x="557" y="1"/>
                    <a:pt x="608" y="1"/>
                  </a:cubicBezTo>
                  <a:cubicBezTo>
                    <a:pt x="709" y="1"/>
                    <a:pt x="810" y="0"/>
                    <a:pt x="912" y="0"/>
                  </a:cubicBezTo>
                  <a:cubicBezTo>
                    <a:pt x="962" y="0"/>
                    <a:pt x="1013" y="1"/>
                    <a:pt x="1064" y="1"/>
                  </a:cubicBezTo>
                  <a:cubicBezTo>
                    <a:pt x="1114" y="1"/>
                    <a:pt x="1165" y="1"/>
                    <a:pt x="1216" y="2"/>
                  </a:cubicBezTo>
                  <a:cubicBezTo>
                    <a:pt x="1216" y="2"/>
                    <a:pt x="1216" y="2"/>
                    <a:pt x="1216" y="2"/>
                  </a:cubicBezTo>
                  <a:cubicBezTo>
                    <a:pt x="1165" y="3"/>
                    <a:pt x="1114" y="3"/>
                    <a:pt x="1064" y="4"/>
                  </a:cubicBezTo>
                  <a:cubicBezTo>
                    <a:pt x="1013" y="4"/>
                    <a:pt x="962" y="4"/>
                    <a:pt x="912" y="4"/>
                  </a:cubicBezTo>
                  <a:cubicBezTo>
                    <a:pt x="810" y="5"/>
                    <a:pt x="709" y="4"/>
                    <a:pt x="608" y="3"/>
                  </a:cubicBezTo>
                  <a:cubicBezTo>
                    <a:pt x="557" y="3"/>
                    <a:pt x="506" y="3"/>
                    <a:pt x="456" y="3"/>
                  </a:cubicBezTo>
                  <a:cubicBezTo>
                    <a:pt x="405" y="3"/>
                    <a:pt x="354" y="4"/>
                    <a:pt x="304" y="4"/>
                  </a:cubicBezTo>
                  <a:cubicBezTo>
                    <a:pt x="202" y="4"/>
                    <a:pt x="101" y="4"/>
                    <a:pt x="0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01" name="Freeform 43"/>
            <p:cNvSpPr>
              <a:spLocks/>
            </p:cNvSpPr>
            <p:nvPr/>
          </p:nvSpPr>
          <p:spPr bwMode="auto">
            <a:xfrm>
              <a:off x="1330325" y="3378200"/>
              <a:ext cx="2743200" cy="11113"/>
            </a:xfrm>
            <a:custGeom>
              <a:avLst/>
              <a:gdLst>
                <a:gd name="T0" fmla="*/ 0 w 1219"/>
                <a:gd name="T1" fmla="*/ 2 h 5"/>
                <a:gd name="T2" fmla="*/ 304 w 1219"/>
                <a:gd name="T3" fmla="*/ 1 h 5"/>
                <a:gd name="T4" fmla="*/ 457 w 1219"/>
                <a:gd name="T5" fmla="*/ 2 h 5"/>
                <a:gd name="T6" fmla="*/ 609 w 1219"/>
                <a:gd name="T7" fmla="*/ 1 h 5"/>
                <a:gd name="T8" fmla="*/ 914 w 1219"/>
                <a:gd name="T9" fmla="*/ 0 h 5"/>
                <a:gd name="T10" fmla="*/ 1067 w 1219"/>
                <a:gd name="T11" fmla="*/ 1 h 5"/>
                <a:gd name="T12" fmla="*/ 1219 w 1219"/>
                <a:gd name="T13" fmla="*/ 2 h 5"/>
                <a:gd name="T14" fmla="*/ 1219 w 1219"/>
                <a:gd name="T15" fmla="*/ 3 h 5"/>
                <a:gd name="T16" fmla="*/ 1067 w 1219"/>
                <a:gd name="T17" fmla="*/ 4 h 5"/>
                <a:gd name="T18" fmla="*/ 914 w 1219"/>
                <a:gd name="T19" fmla="*/ 4 h 5"/>
                <a:gd name="T20" fmla="*/ 609 w 1219"/>
                <a:gd name="T21" fmla="*/ 3 h 5"/>
                <a:gd name="T22" fmla="*/ 457 w 1219"/>
                <a:gd name="T23" fmla="*/ 3 h 5"/>
                <a:gd name="T24" fmla="*/ 304 w 1219"/>
                <a:gd name="T25" fmla="*/ 4 h 5"/>
                <a:gd name="T26" fmla="*/ 0 w 1219"/>
                <a:gd name="T27" fmla="*/ 3 h 5"/>
                <a:gd name="T28" fmla="*/ 0 w 1219"/>
                <a:gd name="T29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19" h="5">
                  <a:moveTo>
                    <a:pt x="0" y="2"/>
                  </a:moveTo>
                  <a:cubicBezTo>
                    <a:pt x="101" y="1"/>
                    <a:pt x="203" y="0"/>
                    <a:pt x="304" y="1"/>
                  </a:cubicBezTo>
                  <a:cubicBezTo>
                    <a:pt x="355" y="1"/>
                    <a:pt x="406" y="2"/>
                    <a:pt x="457" y="2"/>
                  </a:cubicBezTo>
                  <a:cubicBezTo>
                    <a:pt x="508" y="2"/>
                    <a:pt x="559" y="1"/>
                    <a:pt x="609" y="1"/>
                  </a:cubicBezTo>
                  <a:cubicBezTo>
                    <a:pt x="711" y="1"/>
                    <a:pt x="813" y="0"/>
                    <a:pt x="914" y="0"/>
                  </a:cubicBezTo>
                  <a:cubicBezTo>
                    <a:pt x="965" y="0"/>
                    <a:pt x="1016" y="1"/>
                    <a:pt x="1067" y="1"/>
                  </a:cubicBezTo>
                  <a:cubicBezTo>
                    <a:pt x="1117" y="1"/>
                    <a:pt x="1168" y="1"/>
                    <a:pt x="1219" y="2"/>
                  </a:cubicBezTo>
                  <a:cubicBezTo>
                    <a:pt x="1219" y="3"/>
                    <a:pt x="1219" y="3"/>
                    <a:pt x="1219" y="3"/>
                  </a:cubicBezTo>
                  <a:cubicBezTo>
                    <a:pt x="1168" y="3"/>
                    <a:pt x="1117" y="4"/>
                    <a:pt x="1067" y="4"/>
                  </a:cubicBezTo>
                  <a:cubicBezTo>
                    <a:pt x="1016" y="4"/>
                    <a:pt x="965" y="4"/>
                    <a:pt x="914" y="4"/>
                  </a:cubicBezTo>
                  <a:cubicBezTo>
                    <a:pt x="813" y="5"/>
                    <a:pt x="711" y="4"/>
                    <a:pt x="609" y="3"/>
                  </a:cubicBezTo>
                  <a:cubicBezTo>
                    <a:pt x="559" y="3"/>
                    <a:pt x="508" y="3"/>
                    <a:pt x="457" y="3"/>
                  </a:cubicBezTo>
                  <a:cubicBezTo>
                    <a:pt x="406" y="3"/>
                    <a:pt x="355" y="4"/>
                    <a:pt x="304" y="4"/>
                  </a:cubicBezTo>
                  <a:cubicBezTo>
                    <a:pt x="203" y="4"/>
                    <a:pt x="101" y="4"/>
                    <a:pt x="0" y="3"/>
                  </a:cubicBez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02" name="Freeform 44"/>
            <p:cNvSpPr>
              <a:spLocks/>
            </p:cNvSpPr>
            <p:nvPr/>
          </p:nvSpPr>
          <p:spPr bwMode="auto">
            <a:xfrm>
              <a:off x="4443413" y="3759200"/>
              <a:ext cx="9525" cy="1919288"/>
            </a:xfrm>
            <a:custGeom>
              <a:avLst/>
              <a:gdLst>
                <a:gd name="T0" fmla="*/ 2 w 4"/>
                <a:gd name="T1" fmla="*/ 853 h 853"/>
                <a:gd name="T2" fmla="*/ 0 w 4"/>
                <a:gd name="T3" fmla="*/ 640 h 853"/>
                <a:gd name="T4" fmla="*/ 1 w 4"/>
                <a:gd name="T5" fmla="*/ 533 h 853"/>
                <a:gd name="T6" fmla="*/ 1 w 4"/>
                <a:gd name="T7" fmla="*/ 427 h 853"/>
                <a:gd name="T8" fmla="*/ 0 w 4"/>
                <a:gd name="T9" fmla="*/ 213 h 853"/>
                <a:gd name="T10" fmla="*/ 0 w 4"/>
                <a:gd name="T11" fmla="*/ 107 h 853"/>
                <a:gd name="T12" fmla="*/ 2 w 4"/>
                <a:gd name="T13" fmla="*/ 0 h 853"/>
                <a:gd name="T14" fmla="*/ 2 w 4"/>
                <a:gd name="T15" fmla="*/ 0 h 853"/>
                <a:gd name="T16" fmla="*/ 3 w 4"/>
                <a:gd name="T17" fmla="*/ 107 h 853"/>
                <a:gd name="T18" fmla="*/ 4 w 4"/>
                <a:gd name="T19" fmla="*/ 213 h 853"/>
                <a:gd name="T20" fmla="*/ 3 w 4"/>
                <a:gd name="T21" fmla="*/ 427 h 853"/>
                <a:gd name="T22" fmla="*/ 2 w 4"/>
                <a:gd name="T23" fmla="*/ 533 h 853"/>
                <a:gd name="T24" fmla="*/ 3 w 4"/>
                <a:gd name="T25" fmla="*/ 640 h 853"/>
                <a:gd name="T26" fmla="*/ 2 w 4"/>
                <a:gd name="T27" fmla="*/ 853 h 8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" h="853">
                  <a:moveTo>
                    <a:pt x="2" y="853"/>
                  </a:moveTo>
                  <a:cubicBezTo>
                    <a:pt x="0" y="782"/>
                    <a:pt x="0" y="711"/>
                    <a:pt x="0" y="640"/>
                  </a:cubicBezTo>
                  <a:cubicBezTo>
                    <a:pt x="0" y="604"/>
                    <a:pt x="1" y="569"/>
                    <a:pt x="1" y="533"/>
                  </a:cubicBezTo>
                  <a:cubicBezTo>
                    <a:pt x="1" y="498"/>
                    <a:pt x="1" y="462"/>
                    <a:pt x="1" y="427"/>
                  </a:cubicBezTo>
                  <a:cubicBezTo>
                    <a:pt x="0" y="356"/>
                    <a:pt x="0" y="284"/>
                    <a:pt x="0" y="213"/>
                  </a:cubicBezTo>
                  <a:cubicBezTo>
                    <a:pt x="0" y="178"/>
                    <a:pt x="0" y="142"/>
                    <a:pt x="0" y="107"/>
                  </a:cubicBezTo>
                  <a:cubicBezTo>
                    <a:pt x="1" y="71"/>
                    <a:pt x="1" y="36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3" y="36"/>
                    <a:pt x="3" y="71"/>
                    <a:pt x="3" y="107"/>
                  </a:cubicBezTo>
                  <a:cubicBezTo>
                    <a:pt x="4" y="142"/>
                    <a:pt x="4" y="178"/>
                    <a:pt x="4" y="213"/>
                  </a:cubicBezTo>
                  <a:cubicBezTo>
                    <a:pt x="4" y="284"/>
                    <a:pt x="3" y="356"/>
                    <a:pt x="3" y="427"/>
                  </a:cubicBezTo>
                  <a:cubicBezTo>
                    <a:pt x="3" y="462"/>
                    <a:pt x="2" y="498"/>
                    <a:pt x="2" y="533"/>
                  </a:cubicBezTo>
                  <a:cubicBezTo>
                    <a:pt x="3" y="569"/>
                    <a:pt x="3" y="604"/>
                    <a:pt x="3" y="640"/>
                  </a:cubicBezTo>
                  <a:cubicBezTo>
                    <a:pt x="4" y="711"/>
                    <a:pt x="3" y="782"/>
                    <a:pt x="2" y="8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03" name="Freeform 45"/>
            <p:cNvSpPr>
              <a:spLocks noEditPoints="1"/>
            </p:cNvSpPr>
            <p:nvPr/>
          </p:nvSpPr>
          <p:spPr bwMode="auto">
            <a:xfrm>
              <a:off x="903288" y="5772150"/>
              <a:ext cx="341313" cy="331788"/>
            </a:xfrm>
            <a:custGeom>
              <a:avLst/>
              <a:gdLst>
                <a:gd name="T0" fmla="*/ 127 w 152"/>
                <a:gd name="T1" fmla="*/ 122 h 148"/>
                <a:gd name="T2" fmla="*/ 84 w 152"/>
                <a:gd name="T3" fmla="*/ 134 h 148"/>
                <a:gd name="T4" fmla="*/ 112 w 152"/>
                <a:gd name="T5" fmla="*/ 131 h 148"/>
                <a:gd name="T6" fmla="*/ 48 w 152"/>
                <a:gd name="T7" fmla="*/ 142 h 148"/>
                <a:gd name="T8" fmla="*/ 4 w 152"/>
                <a:gd name="T9" fmla="*/ 95 h 148"/>
                <a:gd name="T10" fmla="*/ 20 w 152"/>
                <a:gd name="T11" fmla="*/ 61 h 148"/>
                <a:gd name="T12" fmla="*/ 26 w 152"/>
                <a:gd name="T13" fmla="*/ 58 h 148"/>
                <a:gd name="T14" fmla="*/ 31 w 152"/>
                <a:gd name="T15" fmla="*/ 23 h 148"/>
                <a:gd name="T16" fmla="*/ 19 w 152"/>
                <a:gd name="T17" fmla="*/ 0 h 148"/>
                <a:gd name="T18" fmla="*/ 33 w 152"/>
                <a:gd name="T19" fmla="*/ 57 h 148"/>
                <a:gd name="T20" fmla="*/ 41 w 152"/>
                <a:gd name="T21" fmla="*/ 63 h 148"/>
                <a:gd name="T22" fmla="*/ 36 w 152"/>
                <a:gd name="T23" fmla="*/ 80 h 148"/>
                <a:gd name="T24" fmla="*/ 26 w 152"/>
                <a:gd name="T25" fmla="*/ 67 h 148"/>
                <a:gd name="T26" fmla="*/ 64 w 152"/>
                <a:gd name="T27" fmla="*/ 132 h 148"/>
                <a:gd name="T28" fmla="*/ 84 w 152"/>
                <a:gd name="T29" fmla="*/ 112 h 148"/>
                <a:gd name="T30" fmla="*/ 77 w 152"/>
                <a:gd name="T31" fmla="*/ 131 h 148"/>
                <a:gd name="T32" fmla="*/ 152 w 152"/>
                <a:gd name="T33" fmla="*/ 129 h 148"/>
                <a:gd name="T34" fmla="*/ 114 w 152"/>
                <a:gd name="T35" fmla="*/ 131 h 148"/>
                <a:gd name="T36" fmla="*/ 127 w 152"/>
                <a:gd name="T37" fmla="*/ 122 h 148"/>
                <a:gd name="T38" fmla="*/ 74 w 152"/>
                <a:gd name="T39" fmla="*/ 128 h 148"/>
                <a:gd name="T40" fmla="*/ 68 w 152"/>
                <a:gd name="T41" fmla="*/ 112 h 148"/>
                <a:gd name="T42" fmla="*/ 66 w 152"/>
                <a:gd name="T43" fmla="*/ 117 h 148"/>
                <a:gd name="T44" fmla="*/ 66 w 152"/>
                <a:gd name="T45" fmla="*/ 125 h 148"/>
                <a:gd name="T46" fmla="*/ 73 w 152"/>
                <a:gd name="T47" fmla="*/ 128 h 148"/>
                <a:gd name="T48" fmla="*/ 74 w 152"/>
                <a:gd name="T49" fmla="*/ 114 h 148"/>
                <a:gd name="T50" fmla="*/ 74 w 152"/>
                <a:gd name="T51" fmla="*/ 128 h 148"/>
                <a:gd name="T52" fmla="*/ 9 w 152"/>
                <a:gd name="T53" fmla="*/ 88 h 148"/>
                <a:gd name="T54" fmla="*/ 56 w 152"/>
                <a:gd name="T55" fmla="*/ 135 h 148"/>
                <a:gd name="T56" fmla="*/ 9 w 152"/>
                <a:gd name="T57" fmla="*/ 88 h 148"/>
                <a:gd name="T58" fmla="*/ 37 w 152"/>
                <a:gd name="T59" fmla="*/ 61 h 148"/>
                <a:gd name="T60" fmla="*/ 31 w 152"/>
                <a:gd name="T61" fmla="*/ 77 h 148"/>
                <a:gd name="T62" fmla="*/ 37 w 152"/>
                <a:gd name="T63" fmla="*/ 61 h 148"/>
                <a:gd name="T64" fmla="*/ 30 w 152"/>
                <a:gd name="T65" fmla="*/ 57 h 148"/>
                <a:gd name="T66" fmla="*/ 33 w 152"/>
                <a:gd name="T67" fmla="*/ 31 h 148"/>
                <a:gd name="T68" fmla="*/ 30 w 152"/>
                <a:gd name="T69" fmla="*/ 57 h 148"/>
                <a:gd name="T70" fmla="*/ 30 w 152"/>
                <a:gd name="T71" fmla="*/ 61 h 148"/>
                <a:gd name="T72" fmla="*/ 30 w 152"/>
                <a:gd name="T73" fmla="*/ 74 h 148"/>
                <a:gd name="T74" fmla="*/ 30 w 152"/>
                <a:gd name="T75" fmla="*/ 61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52" h="148">
                  <a:moveTo>
                    <a:pt x="127" y="122"/>
                  </a:moveTo>
                  <a:cubicBezTo>
                    <a:pt x="115" y="118"/>
                    <a:pt x="99" y="137"/>
                    <a:pt x="84" y="134"/>
                  </a:cubicBezTo>
                  <a:cubicBezTo>
                    <a:pt x="92" y="142"/>
                    <a:pt x="106" y="130"/>
                    <a:pt x="112" y="131"/>
                  </a:cubicBezTo>
                  <a:cubicBezTo>
                    <a:pt x="95" y="147"/>
                    <a:pt x="66" y="127"/>
                    <a:pt x="48" y="142"/>
                  </a:cubicBezTo>
                  <a:cubicBezTo>
                    <a:pt x="19" y="142"/>
                    <a:pt x="1" y="123"/>
                    <a:pt x="4" y="95"/>
                  </a:cubicBezTo>
                  <a:cubicBezTo>
                    <a:pt x="6" y="82"/>
                    <a:pt x="19" y="74"/>
                    <a:pt x="20" y="61"/>
                  </a:cubicBezTo>
                  <a:cubicBezTo>
                    <a:pt x="23" y="58"/>
                    <a:pt x="22" y="60"/>
                    <a:pt x="26" y="58"/>
                  </a:cubicBezTo>
                  <a:cubicBezTo>
                    <a:pt x="25" y="45"/>
                    <a:pt x="33" y="34"/>
                    <a:pt x="31" y="23"/>
                  </a:cubicBezTo>
                  <a:cubicBezTo>
                    <a:pt x="30" y="12"/>
                    <a:pt x="19" y="8"/>
                    <a:pt x="19" y="0"/>
                  </a:cubicBezTo>
                  <a:cubicBezTo>
                    <a:pt x="36" y="7"/>
                    <a:pt x="41" y="36"/>
                    <a:pt x="33" y="57"/>
                  </a:cubicBezTo>
                  <a:cubicBezTo>
                    <a:pt x="34" y="60"/>
                    <a:pt x="40" y="59"/>
                    <a:pt x="41" y="63"/>
                  </a:cubicBezTo>
                  <a:cubicBezTo>
                    <a:pt x="43" y="69"/>
                    <a:pt x="40" y="75"/>
                    <a:pt x="36" y="80"/>
                  </a:cubicBezTo>
                  <a:cubicBezTo>
                    <a:pt x="27" y="79"/>
                    <a:pt x="20" y="74"/>
                    <a:pt x="26" y="67"/>
                  </a:cubicBezTo>
                  <a:cubicBezTo>
                    <a:pt x="1" y="88"/>
                    <a:pt x="14" y="148"/>
                    <a:pt x="64" y="132"/>
                  </a:cubicBezTo>
                  <a:cubicBezTo>
                    <a:pt x="54" y="118"/>
                    <a:pt x="73" y="97"/>
                    <a:pt x="84" y="112"/>
                  </a:cubicBezTo>
                  <a:cubicBezTo>
                    <a:pt x="86" y="123"/>
                    <a:pt x="81" y="126"/>
                    <a:pt x="77" y="131"/>
                  </a:cubicBezTo>
                  <a:cubicBezTo>
                    <a:pt x="101" y="137"/>
                    <a:pt x="133" y="102"/>
                    <a:pt x="152" y="129"/>
                  </a:cubicBezTo>
                  <a:cubicBezTo>
                    <a:pt x="143" y="117"/>
                    <a:pt x="124" y="124"/>
                    <a:pt x="114" y="131"/>
                  </a:cubicBezTo>
                  <a:cubicBezTo>
                    <a:pt x="116" y="126"/>
                    <a:pt x="123" y="126"/>
                    <a:pt x="127" y="122"/>
                  </a:cubicBezTo>
                  <a:close/>
                  <a:moveTo>
                    <a:pt x="74" y="128"/>
                  </a:moveTo>
                  <a:cubicBezTo>
                    <a:pt x="91" y="127"/>
                    <a:pt x="78" y="98"/>
                    <a:pt x="68" y="112"/>
                  </a:cubicBezTo>
                  <a:cubicBezTo>
                    <a:pt x="75" y="112"/>
                    <a:pt x="69" y="117"/>
                    <a:pt x="66" y="117"/>
                  </a:cubicBezTo>
                  <a:cubicBezTo>
                    <a:pt x="66" y="119"/>
                    <a:pt x="66" y="122"/>
                    <a:pt x="66" y="125"/>
                  </a:cubicBezTo>
                  <a:cubicBezTo>
                    <a:pt x="68" y="126"/>
                    <a:pt x="69" y="128"/>
                    <a:pt x="73" y="128"/>
                  </a:cubicBezTo>
                  <a:cubicBezTo>
                    <a:pt x="75" y="124"/>
                    <a:pt x="80" y="117"/>
                    <a:pt x="74" y="114"/>
                  </a:cubicBezTo>
                  <a:cubicBezTo>
                    <a:pt x="84" y="115"/>
                    <a:pt x="78" y="125"/>
                    <a:pt x="74" y="128"/>
                  </a:cubicBezTo>
                  <a:close/>
                  <a:moveTo>
                    <a:pt x="9" y="88"/>
                  </a:moveTo>
                  <a:cubicBezTo>
                    <a:pt x="0" y="121"/>
                    <a:pt x="28" y="148"/>
                    <a:pt x="56" y="135"/>
                  </a:cubicBezTo>
                  <a:cubicBezTo>
                    <a:pt x="20" y="145"/>
                    <a:pt x="13" y="115"/>
                    <a:pt x="9" y="88"/>
                  </a:cubicBezTo>
                  <a:close/>
                  <a:moveTo>
                    <a:pt x="37" y="61"/>
                  </a:moveTo>
                  <a:cubicBezTo>
                    <a:pt x="38" y="69"/>
                    <a:pt x="34" y="72"/>
                    <a:pt x="31" y="77"/>
                  </a:cubicBezTo>
                  <a:cubicBezTo>
                    <a:pt x="40" y="78"/>
                    <a:pt x="42" y="66"/>
                    <a:pt x="37" y="61"/>
                  </a:cubicBezTo>
                  <a:close/>
                  <a:moveTo>
                    <a:pt x="30" y="57"/>
                  </a:moveTo>
                  <a:cubicBezTo>
                    <a:pt x="30" y="49"/>
                    <a:pt x="38" y="40"/>
                    <a:pt x="33" y="31"/>
                  </a:cubicBezTo>
                  <a:cubicBezTo>
                    <a:pt x="34" y="41"/>
                    <a:pt x="26" y="49"/>
                    <a:pt x="30" y="57"/>
                  </a:cubicBezTo>
                  <a:close/>
                  <a:moveTo>
                    <a:pt x="30" y="61"/>
                  </a:moveTo>
                  <a:cubicBezTo>
                    <a:pt x="28" y="63"/>
                    <a:pt x="27" y="72"/>
                    <a:pt x="30" y="74"/>
                  </a:cubicBezTo>
                  <a:cubicBezTo>
                    <a:pt x="33" y="70"/>
                    <a:pt x="36" y="63"/>
                    <a:pt x="30" y="6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04" name="Freeform 46"/>
            <p:cNvSpPr>
              <a:spLocks noEditPoints="1"/>
            </p:cNvSpPr>
            <p:nvPr/>
          </p:nvSpPr>
          <p:spPr bwMode="auto">
            <a:xfrm>
              <a:off x="906463" y="5768975"/>
              <a:ext cx="341313" cy="323850"/>
            </a:xfrm>
            <a:custGeom>
              <a:avLst/>
              <a:gdLst>
                <a:gd name="T0" fmla="*/ 2 w 151"/>
                <a:gd name="T1" fmla="*/ 96 h 144"/>
                <a:gd name="T2" fmla="*/ 21 w 151"/>
                <a:gd name="T3" fmla="*/ 59 h 144"/>
                <a:gd name="T4" fmla="*/ 22 w 151"/>
                <a:gd name="T5" fmla="*/ 12 h 144"/>
                <a:gd name="T6" fmla="*/ 32 w 151"/>
                <a:gd name="T7" fmla="*/ 58 h 144"/>
                <a:gd name="T8" fmla="*/ 34 w 151"/>
                <a:gd name="T9" fmla="*/ 81 h 144"/>
                <a:gd name="T10" fmla="*/ 15 w 151"/>
                <a:gd name="T11" fmla="*/ 112 h 144"/>
                <a:gd name="T12" fmla="*/ 73 w 151"/>
                <a:gd name="T13" fmla="*/ 107 h 144"/>
                <a:gd name="T14" fmla="*/ 76 w 151"/>
                <a:gd name="T15" fmla="*/ 131 h 144"/>
                <a:gd name="T16" fmla="*/ 151 w 151"/>
                <a:gd name="T17" fmla="*/ 130 h 144"/>
                <a:gd name="T18" fmla="*/ 110 w 151"/>
                <a:gd name="T19" fmla="*/ 134 h 144"/>
                <a:gd name="T20" fmla="*/ 66 w 151"/>
                <a:gd name="T21" fmla="*/ 138 h 144"/>
                <a:gd name="T22" fmla="*/ 12 w 151"/>
                <a:gd name="T23" fmla="*/ 128 h 144"/>
                <a:gd name="T24" fmla="*/ 86 w 151"/>
                <a:gd name="T25" fmla="*/ 138 h 144"/>
                <a:gd name="T26" fmla="*/ 86 w 151"/>
                <a:gd name="T27" fmla="*/ 134 h 144"/>
                <a:gd name="T28" fmla="*/ 75 w 151"/>
                <a:gd name="T29" fmla="*/ 133 h 144"/>
                <a:gd name="T30" fmla="*/ 77 w 151"/>
                <a:gd name="T31" fmla="*/ 128 h 144"/>
                <a:gd name="T32" fmla="*/ 66 w 151"/>
                <a:gd name="T33" fmla="*/ 128 h 144"/>
                <a:gd name="T34" fmla="*/ 64 w 151"/>
                <a:gd name="T35" fmla="*/ 117 h 144"/>
                <a:gd name="T36" fmla="*/ 65 w 151"/>
                <a:gd name="T37" fmla="*/ 114 h 144"/>
                <a:gd name="T38" fmla="*/ 63 w 151"/>
                <a:gd name="T39" fmla="*/ 133 h 144"/>
                <a:gd name="T40" fmla="*/ 54 w 151"/>
                <a:gd name="T41" fmla="*/ 137 h 144"/>
                <a:gd name="T42" fmla="*/ 7 w 151"/>
                <a:gd name="T43" fmla="*/ 86 h 144"/>
                <a:gd name="T44" fmla="*/ 41 w 151"/>
                <a:gd name="T45" fmla="*/ 139 h 144"/>
                <a:gd name="T46" fmla="*/ 92 w 151"/>
                <a:gd name="T47" fmla="*/ 138 h 144"/>
                <a:gd name="T48" fmla="*/ 41 w 151"/>
                <a:gd name="T49" fmla="*/ 137 h 144"/>
                <a:gd name="T50" fmla="*/ 26 w 151"/>
                <a:gd name="T51" fmla="*/ 65 h 144"/>
                <a:gd name="T52" fmla="*/ 32 w 151"/>
                <a:gd name="T53" fmla="*/ 64 h 144"/>
                <a:gd name="T54" fmla="*/ 26 w 151"/>
                <a:gd name="T55" fmla="*/ 72 h 144"/>
                <a:gd name="T56" fmla="*/ 33 w 151"/>
                <a:gd name="T57" fmla="*/ 80 h 144"/>
                <a:gd name="T58" fmla="*/ 38 w 151"/>
                <a:gd name="T59" fmla="*/ 73 h 144"/>
                <a:gd name="T60" fmla="*/ 28 w 151"/>
                <a:gd name="T61" fmla="*/ 78 h 144"/>
                <a:gd name="T62" fmla="*/ 34 w 151"/>
                <a:gd name="T63" fmla="*/ 61 h 144"/>
                <a:gd name="T64" fmla="*/ 18 w 151"/>
                <a:gd name="T65" fmla="*/ 2 h 144"/>
                <a:gd name="T66" fmla="*/ 31 w 151"/>
                <a:gd name="T67" fmla="*/ 32 h 144"/>
                <a:gd name="T68" fmla="*/ 27 w 151"/>
                <a:gd name="T69" fmla="*/ 58 h 144"/>
                <a:gd name="T70" fmla="*/ 28 w 151"/>
                <a:gd name="T71" fmla="*/ 42 h 144"/>
                <a:gd name="T72" fmla="*/ 21 w 151"/>
                <a:gd name="T73" fmla="*/ 61 h 144"/>
                <a:gd name="T74" fmla="*/ 7 w 151"/>
                <a:gd name="T75" fmla="*/ 86 h 144"/>
                <a:gd name="T76" fmla="*/ 110 w 151"/>
                <a:gd name="T77" fmla="*/ 131 h 144"/>
                <a:gd name="T78" fmla="*/ 121 w 151"/>
                <a:gd name="T79" fmla="*/ 123 h 144"/>
                <a:gd name="T80" fmla="*/ 67 w 151"/>
                <a:gd name="T81" fmla="*/ 127 h 144"/>
                <a:gd name="T82" fmla="*/ 74 w 151"/>
                <a:gd name="T83" fmla="*/ 118 h 144"/>
                <a:gd name="T84" fmla="*/ 64 w 151"/>
                <a:gd name="T85" fmla="*/ 118 h 144"/>
                <a:gd name="T86" fmla="*/ 75 w 151"/>
                <a:gd name="T87" fmla="*/ 118 h 144"/>
                <a:gd name="T88" fmla="*/ 70 w 151"/>
                <a:gd name="T89" fmla="*/ 114 h 144"/>
                <a:gd name="T90" fmla="*/ 79 w 151"/>
                <a:gd name="T91" fmla="*/ 120 h 144"/>
                <a:gd name="T92" fmla="*/ 122 w 151"/>
                <a:gd name="T93" fmla="*/ 122 h 144"/>
                <a:gd name="T94" fmla="*/ 123 w 151"/>
                <a:gd name="T95" fmla="*/ 125 h 144"/>
                <a:gd name="T96" fmla="*/ 122 w 151"/>
                <a:gd name="T97" fmla="*/ 122 h 144"/>
                <a:gd name="T98" fmla="*/ 81 w 151"/>
                <a:gd name="T99" fmla="*/ 114 h 144"/>
                <a:gd name="T100" fmla="*/ 32 w 151"/>
                <a:gd name="T101" fmla="*/ 74 h 144"/>
                <a:gd name="T102" fmla="*/ 28 w 151"/>
                <a:gd name="T103" fmla="*/ 63 h 144"/>
                <a:gd name="T104" fmla="*/ 28 w 151"/>
                <a:gd name="T105" fmla="*/ 63 h 144"/>
                <a:gd name="T106" fmla="*/ 29 w 151"/>
                <a:gd name="T107" fmla="*/ 4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51" h="144">
                  <a:moveTo>
                    <a:pt x="47" y="144"/>
                  </a:moveTo>
                  <a:cubicBezTo>
                    <a:pt x="46" y="144"/>
                    <a:pt x="46" y="144"/>
                    <a:pt x="46" y="144"/>
                  </a:cubicBezTo>
                  <a:cubicBezTo>
                    <a:pt x="32" y="144"/>
                    <a:pt x="19" y="139"/>
                    <a:pt x="11" y="129"/>
                  </a:cubicBezTo>
                  <a:cubicBezTo>
                    <a:pt x="3" y="121"/>
                    <a:pt x="0" y="109"/>
                    <a:pt x="2" y="96"/>
                  </a:cubicBezTo>
                  <a:cubicBezTo>
                    <a:pt x="3" y="90"/>
                    <a:pt x="6" y="84"/>
                    <a:pt x="10" y="79"/>
                  </a:cubicBezTo>
                  <a:cubicBezTo>
                    <a:pt x="13" y="73"/>
                    <a:pt x="17" y="68"/>
                    <a:pt x="17" y="62"/>
                  </a:cubicBezTo>
                  <a:cubicBezTo>
                    <a:pt x="17" y="62"/>
                    <a:pt x="17" y="62"/>
                    <a:pt x="17" y="62"/>
                  </a:cubicBezTo>
                  <a:cubicBezTo>
                    <a:pt x="19" y="60"/>
                    <a:pt x="20" y="59"/>
                    <a:pt x="21" y="59"/>
                  </a:cubicBezTo>
                  <a:cubicBezTo>
                    <a:pt x="21" y="59"/>
                    <a:pt x="22" y="59"/>
                    <a:pt x="23" y="59"/>
                  </a:cubicBezTo>
                  <a:cubicBezTo>
                    <a:pt x="23" y="53"/>
                    <a:pt x="24" y="47"/>
                    <a:pt x="26" y="41"/>
                  </a:cubicBezTo>
                  <a:cubicBezTo>
                    <a:pt x="28" y="35"/>
                    <a:pt x="30" y="30"/>
                    <a:pt x="29" y="24"/>
                  </a:cubicBezTo>
                  <a:cubicBezTo>
                    <a:pt x="28" y="19"/>
                    <a:pt x="25" y="15"/>
                    <a:pt x="22" y="12"/>
                  </a:cubicBezTo>
                  <a:cubicBezTo>
                    <a:pt x="19" y="8"/>
                    <a:pt x="16" y="5"/>
                    <a:pt x="16" y="1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35" y="8"/>
                    <a:pt x="40" y="37"/>
                    <a:pt x="32" y="58"/>
                  </a:cubicBezTo>
                  <a:cubicBezTo>
                    <a:pt x="32" y="59"/>
                    <a:pt x="34" y="59"/>
                    <a:pt x="35" y="60"/>
                  </a:cubicBezTo>
                  <a:cubicBezTo>
                    <a:pt x="37" y="61"/>
                    <a:pt x="39" y="61"/>
                    <a:pt x="40" y="63"/>
                  </a:cubicBezTo>
                  <a:cubicBezTo>
                    <a:pt x="43" y="72"/>
                    <a:pt x="37" y="78"/>
                    <a:pt x="34" y="81"/>
                  </a:cubicBezTo>
                  <a:cubicBezTo>
                    <a:pt x="34" y="81"/>
                    <a:pt x="34" y="81"/>
                    <a:pt x="34" y="81"/>
                  </a:cubicBezTo>
                  <a:cubicBezTo>
                    <a:pt x="34" y="81"/>
                    <a:pt x="34" y="81"/>
                    <a:pt x="34" y="81"/>
                  </a:cubicBezTo>
                  <a:cubicBezTo>
                    <a:pt x="28" y="81"/>
                    <a:pt x="23" y="79"/>
                    <a:pt x="22" y="76"/>
                  </a:cubicBezTo>
                  <a:cubicBezTo>
                    <a:pt x="21" y="75"/>
                    <a:pt x="21" y="73"/>
                    <a:pt x="21" y="71"/>
                  </a:cubicBezTo>
                  <a:cubicBezTo>
                    <a:pt x="12" y="82"/>
                    <a:pt x="10" y="98"/>
                    <a:pt x="15" y="112"/>
                  </a:cubicBezTo>
                  <a:cubicBezTo>
                    <a:pt x="20" y="127"/>
                    <a:pt x="32" y="135"/>
                    <a:pt x="46" y="135"/>
                  </a:cubicBezTo>
                  <a:cubicBezTo>
                    <a:pt x="51" y="135"/>
                    <a:pt x="56" y="134"/>
                    <a:pt x="61" y="133"/>
                  </a:cubicBezTo>
                  <a:cubicBezTo>
                    <a:pt x="58" y="128"/>
                    <a:pt x="57" y="122"/>
                    <a:pt x="60" y="116"/>
                  </a:cubicBezTo>
                  <a:cubicBezTo>
                    <a:pt x="63" y="111"/>
                    <a:pt x="68" y="107"/>
                    <a:pt x="73" y="107"/>
                  </a:cubicBezTo>
                  <a:cubicBezTo>
                    <a:pt x="75" y="107"/>
                    <a:pt x="79" y="108"/>
                    <a:pt x="83" y="113"/>
                  </a:cubicBezTo>
                  <a:cubicBezTo>
                    <a:pt x="83" y="113"/>
                    <a:pt x="83" y="113"/>
                    <a:pt x="83" y="113"/>
                  </a:cubicBezTo>
                  <a:cubicBezTo>
                    <a:pt x="84" y="122"/>
                    <a:pt x="81" y="126"/>
                    <a:pt x="77" y="130"/>
                  </a:cubicBezTo>
                  <a:cubicBezTo>
                    <a:pt x="77" y="130"/>
                    <a:pt x="77" y="131"/>
                    <a:pt x="76" y="131"/>
                  </a:cubicBezTo>
                  <a:cubicBezTo>
                    <a:pt x="78" y="132"/>
                    <a:pt x="80" y="132"/>
                    <a:pt x="82" y="132"/>
                  </a:cubicBezTo>
                  <a:cubicBezTo>
                    <a:pt x="90" y="132"/>
                    <a:pt x="98" y="129"/>
                    <a:pt x="107" y="125"/>
                  </a:cubicBezTo>
                  <a:cubicBezTo>
                    <a:pt x="115" y="122"/>
                    <a:pt x="123" y="119"/>
                    <a:pt x="131" y="119"/>
                  </a:cubicBezTo>
                  <a:cubicBezTo>
                    <a:pt x="139" y="119"/>
                    <a:pt x="146" y="123"/>
                    <a:pt x="151" y="130"/>
                  </a:cubicBezTo>
                  <a:cubicBezTo>
                    <a:pt x="150" y="131"/>
                    <a:pt x="150" y="131"/>
                    <a:pt x="150" y="131"/>
                  </a:cubicBezTo>
                  <a:cubicBezTo>
                    <a:pt x="146" y="127"/>
                    <a:pt x="142" y="124"/>
                    <a:pt x="136" y="124"/>
                  </a:cubicBezTo>
                  <a:cubicBezTo>
                    <a:pt x="126" y="124"/>
                    <a:pt x="115" y="131"/>
                    <a:pt x="112" y="132"/>
                  </a:cubicBezTo>
                  <a:cubicBezTo>
                    <a:pt x="110" y="134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05" y="137"/>
                    <a:pt x="99" y="139"/>
                    <a:pt x="90" y="139"/>
                  </a:cubicBezTo>
                  <a:cubicBezTo>
                    <a:pt x="86" y="139"/>
                    <a:pt x="82" y="139"/>
                    <a:pt x="78" y="139"/>
                  </a:cubicBezTo>
                  <a:cubicBezTo>
                    <a:pt x="74" y="138"/>
                    <a:pt x="70" y="138"/>
                    <a:pt x="66" y="138"/>
                  </a:cubicBezTo>
                  <a:cubicBezTo>
                    <a:pt x="58" y="138"/>
                    <a:pt x="52" y="140"/>
                    <a:pt x="47" y="144"/>
                  </a:cubicBezTo>
                  <a:close/>
                  <a:moveTo>
                    <a:pt x="7" y="86"/>
                  </a:moveTo>
                  <a:cubicBezTo>
                    <a:pt x="5" y="89"/>
                    <a:pt x="4" y="93"/>
                    <a:pt x="3" y="96"/>
                  </a:cubicBezTo>
                  <a:cubicBezTo>
                    <a:pt x="2" y="109"/>
                    <a:pt x="5" y="120"/>
                    <a:pt x="12" y="128"/>
                  </a:cubicBezTo>
                  <a:cubicBezTo>
                    <a:pt x="20" y="137"/>
                    <a:pt x="32" y="142"/>
                    <a:pt x="46" y="142"/>
                  </a:cubicBezTo>
                  <a:cubicBezTo>
                    <a:pt x="51" y="138"/>
                    <a:pt x="57" y="136"/>
                    <a:pt x="66" y="136"/>
                  </a:cubicBezTo>
                  <a:cubicBezTo>
                    <a:pt x="70" y="136"/>
                    <a:pt x="74" y="137"/>
                    <a:pt x="78" y="137"/>
                  </a:cubicBezTo>
                  <a:cubicBezTo>
                    <a:pt x="81" y="137"/>
                    <a:pt x="83" y="138"/>
                    <a:pt x="86" y="138"/>
                  </a:cubicBezTo>
                  <a:cubicBezTo>
                    <a:pt x="84" y="137"/>
                    <a:pt x="83" y="136"/>
                    <a:pt x="81" y="135"/>
                  </a:cubicBezTo>
                  <a:cubicBezTo>
                    <a:pt x="80" y="133"/>
                    <a:pt x="80" y="133"/>
                    <a:pt x="80" y="133"/>
                  </a:cubicBezTo>
                  <a:cubicBezTo>
                    <a:pt x="82" y="134"/>
                    <a:pt x="82" y="134"/>
                    <a:pt x="82" y="134"/>
                  </a:cubicBezTo>
                  <a:cubicBezTo>
                    <a:pt x="83" y="134"/>
                    <a:pt x="84" y="134"/>
                    <a:pt x="86" y="134"/>
                  </a:cubicBezTo>
                  <a:cubicBezTo>
                    <a:pt x="92" y="134"/>
                    <a:pt x="99" y="131"/>
                    <a:pt x="105" y="128"/>
                  </a:cubicBezTo>
                  <a:cubicBezTo>
                    <a:pt x="105" y="128"/>
                    <a:pt x="105" y="128"/>
                    <a:pt x="105" y="128"/>
                  </a:cubicBezTo>
                  <a:cubicBezTo>
                    <a:pt x="97" y="131"/>
                    <a:pt x="89" y="133"/>
                    <a:pt x="82" y="133"/>
                  </a:cubicBezTo>
                  <a:cubicBezTo>
                    <a:pt x="79" y="133"/>
                    <a:pt x="77" y="133"/>
                    <a:pt x="75" y="133"/>
                  </a:cubicBezTo>
                  <a:cubicBezTo>
                    <a:pt x="74" y="132"/>
                    <a:pt x="74" y="132"/>
                    <a:pt x="74" y="132"/>
                  </a:cubicBezTo>
                  <a:cubicBezTo>
                    <a:pt x="74" y="131"/>
                    <a:pt x="74" y="131"/>
                    <a:pt x="74" y="131"/>
                  </a:cubicBezTo>
                  <a:cubicBezTo>
                    <a:pt x="75" y="131"/>
                    <a:pt x="76" y="130"/>
                    <a:pt x="76" y="129"/>
                  </a:cubicBezTo>
                  <a:cubicBezTo>
                    <a:pt x="77" y="129"/>
                    <a:pt x="77" y="128"/>
                    <a:pt x="77" y="128"/>
                  </a:cubicBezTo>
                  <a:cubicBezTo>
                    <a:pt x="76" y="129"/>
                    <a:pt x="74" y="130"/>
                    <a:pt x="72" y="130"/>
                  </a:cubicBezTo>
                  <a:cubicBezTo>
                    <a:pt x="70" y="130"/>
                    <a:pt x="70" y="130"/>
                    <a:pt x="70" y="130"/>
                  </a:cubicBezTo>
                  <a:cubicBezTo>
                    <a:pt x="70" y="130"/>
                    <a:pt x="70" y="130"/>
                    <a:pt x="70" y="130"/>
                  </a:cubicBezTo>
                  <a:cubicBezTo>
                    <a:pt x="68" y="130"/>
                    <a:pt x="67" y="129"/>
                    <a:pt x="66" y="128"/>
                  </a:cubicBezTo>
                  <a:cubicBezTo>
                    <a:pt x="65" y="128"/>
                    <a:pt x="64" y="127"/>
                    <a:pt x="63" y="127"/>
                  </a:cubicBezTo>
                  <a:cubicBezTo>
                    <a:pt x="63" y="127"/>
                    <a:pt x="63" y="127"/>
                    <a:pt x="63" y="127"/>
                  </a:cubicBezTo>
                  <a:cubicBezTo>
                    <a:pt x="63" y="117"/>
                    <a:pt x="63" y="117"/>
                    <a:pt x="63" y="117"/>
                  </a:cubicBezTo>
                  <a:cubicBezTo>
                    <a:pt x="64" y="117"/>
                    <a:pt x="64" y="117"/>
                    <a:pt x="64" y="117"/>
                  </a:cubicBezTo>
                  <a:cubicBezTo>
                    <a:pt x="64" y="117"/>
                    <a:pt x="64" y="117"/>
                    <a:pt x="64" y="117"/>
                  </a:cubicBezTo>
                  <a:cubicBezTo>
                    <a:pt x="66" y="117"/>
                    <a:pt x="68" y="115"/>
                    <a:pt x="68" y="114"/>
                  </a:cubicBezTo>
                  <a:cubicBezTo>
                    <a:pt x="68" y="114"/>
                    <a:pt x="68" y="114"/>
                    <a:pt x="66" y="114"/>
                  </a:cubicBezTo>
                  <a:cubicBezTo>
                    <a:pt x="65" y="114"/>
                    <a:pt x="65" y="114"/>
                    <a:pt x="65" y="114"/>
                  </a:cubicBezTo>
                  <a:cubicBezTo>
                    <a:pt x="66" y="113"/>
                    <a:pt x="66" y="113"/>
                    <a:pt x="66" y="113"/>
                  </a:cubicBezTo>
                  <a:cubicBezTo>
                    <a:pt x="67" y="110"/>
                    <a:pt x="69" y="109"/>
                    <a:pt x="71" y="109"/>
                  </a:cubicBezTo>
                  <a:cubicBezTo>
                    <a:pt x="67" y="110"/>
                    <a:pt x="64" y="113"/>
                    <a:pt x="62" y="117"/>
                  </a:cubicBezTo>
                  <a:cubicBezTo>
                    <a:pt x="59" y="122"/>
                    <a:pt x="59" y="128"/>
                    <a:pt x="63" y="133"/>
                  </a:cubicBezTo>
                  <a:cubicBezTo>
                    <a:pt x="63" y="134"/>
                    <a:pt x="63" y="134"/>
                    <a:pt x="63" y="134"/>
                  </a:cubicBezTo>
                  <a:cubicBezTo>
                    <a:pt x="62" y="134"/>
                    <a:pt x="62" y="134"/>
                    <a:pt x="62" y="134"/>
                  </a:cubicBezTo>
                  <a:cubicBezTo>
                    <a:pt x="59" y="135"/>
                    <a:pt x="56" y="136"/>
                    <a:pt x="54" y="136"/>
                  </a:cubicBezTo>
                  <a:cubicBezTo>
                    <a:pt x="54" y="137"/>
                    <a:pt x="54" y="137"/>
                    <a:pt x="54" y="137"/>
                  </a:cubicBezTo>
                  <a:cubicBezTo>
                    <a:pt x="49" y="139"/>
                    <a:pt x="44" y="140"/>
                    <a:pt x="39" y="140"/>
                  </a:cubicBezTo>
                  <a:cubicBezTo>
                    <a:pt x="29" y="140"/>
                    <a:pt x="19" y="135"/>
                    <a:pt x="13" y="127"/>
                  </a:cubicBezTo>
                  <a:cubicBezTo>
                    <a:pt x="5" y="116"/>
                    <a:pt x="2" y="103"/>
                    <a:pt x="6" y="89"/>
                  </a:cubicBezTo>
                  <a:lnTo>
                    <a:pt x="7" y="86"/>
                  </a:lnTo>
                  <a:close/>
                  <a:moveTo>
                    <a:pt x="7" y="93"/>
                  </a:moveTo>
                  <a:cubicBezTo>
                    <a:pt x="4" y="105"/>
                    <a:pt x="7" y="117"/>
                    <a:pt x="14" y="126"/>
                  </a:cubicBezTo>
                  <a:cubicBezTo>
                    <a:pt x="21" y="135"/>
                    <a:pt x="31" y="139"/>
                    <a:pt x="41" y="139"/>
                  </a:cubicBezTo>
                  <a:cubicBezTo>
                    <a:pt x="41" y="139"/>
                    <a:pt x="41" y="139"/>
                    <a:pt x="41" y="139"/>
                  </a:cubicBezTo>
                  <a:cubicBezTo>
                    <a:pt x="16" y="139"/>
                    <a:pt x="10" y="113"/>
                    <a:pt x="7" y="93"/>
                  </a:cubicBezTo>
                  <a:close/>
                  <a:moveTo>
                    <a:pt x="108" y="133"/>
                  </a:moveTo>
                  <a:cubicBezTo>
                    <a:pt x="106" y="133"/>
                    <a:pt x="104" y="134"/>
                    <a:pt x="102" y="135"/>
                  </a:cubicBezTo>
                  <a:cubicBezTo>
                    <a:pt x="99" y="136"/>
                    <a:pt x="95" y="137"/>
                    <a:pt x="92" y="138"/>
                  </a:cubicBezTo>
                  <a:cubicBezTo>
                    <a:pt x="99" y="138"/>
                    <a:pt x="104" y="136"/>
                    <a:pt x="108" y="133"/>
                  </a:cubicBezTo>
                  <a:close/>
                  <a:moveTo>
                    <a:pt x="7" y="86"/>
                  </a:moveTo>
                  <a:cubicBezTo>
                    <a:pt x="7" y="89"/>
                    <a:pt x="7" y="89"/>
                    <a:pt x="7" y="89"/>
                  </a:cubicBezTo>
                  <a:cubicBezTo>
                    <a:pt x="12" y="114"/>
                    <a:pt x="17" y="137"/>
                    <a:pt x="41" y="137"/>
                  </a:cubicBezTo>
                  <a:cubicBezTo>
                    <a:pt x="43" y="137"/>
                    <a:pt x="45" y="137"/>
                    <a:pt x="48" y="137"/>
                  </a:cubicBezTo>
                  <a:cubicBezTo>
                    <a:pt x="32" y="137"/>
                    <a:pt x="19" y="128"/>
                    <a:pt x="13" y="113"/>
                  </a:cubicBezTo>
                  <a:cubicBezTo>
                    <a:pt x="7" y="96"/>
                    <a:pt x="12" y="77"/>
                    <a:pt x="23" y="67"/>
                  </a:cubicBezTo>
                  <a:cubicBezTo>
                    <a:pt x="26" y="65"/>
                    <a:pt x="26" y="65"/>
                    <a:pt x="26" y="65"/>
                  </a:cubicBezTo>
                  <a:cubicBezTo>
                    <a:pt x="26" y="63"/>
                    <a:pt x="27" y="62"/>
                    <a:pt x="27" y="62"/>
                  </a:cubicBezTo>
                  <a:cubicBezTo>
                    <a:pt x="28" y="61"/>
                    <a:pt x="28" y="61"/>
                    <a:pt x="28" y="61"/>
                  </a:cubicBezTo>
                  <a:cubicBezTo>
                    <a:pt x="28" y="61"/>
                    <a:pt x="28" y="61"/>
                    <a:pt x="28" y="61"/>
                  </a:cubicBezTo>
                  <a:cubicBezTo>
                    <a:pt x="30" y="62"/>
                    <a:pt x="31" y="63"/>
                    <a:pt x="32" y="64"/>
                  </a:cubicBezTo>
                  <a:cubicBezTo>
                    <a:pt x="33" y="68"/>
                    <a:pt x="30" y="73"/>
                    <a:pt x="29" y="75"/>
                  </a:cubicBezTo>
                  <a:cubicBezTo>
                    <a:pt x="28" y="76"/>
                    <a:pt x="28" y="76"/>
                    <a:pt x="28" y="76"/>
                  </a:cubicBezTo>
                  <a:cubicBezTo>
                    <a:pt x="28" y="76"/>
                    <a:pt x="28" y="76"/>
                    <a:pt x="28" y="76"/>
                  </a:cubicBezTo>
                  <a:cubicBezTo>
                    <a:pt x="27" y="75"/>
                    <a:pt x="26" y="74"/>
                    <a:pt x="26" y="72"/>
                  </a:cubicBezTo>
                  <a:cubicBezTo>
                    <a:pt x="25" y="70"/>
                    <a:pt x="26" y="68"/>
                    <a:pt x="26" y="66"/>
                  </a:cubicBezTo>
                  <a:cubicBezTo>
                    <a:pt x="24" y="68"/>
                    <a:pt x="24" y="68"/>
                    <a:pt x="24" y="68"/>
                  </a:cubicBezTo>
                  <a:cubicBezTo>
                    <a:pt x="22" y="71"/>
                    <a:pt x="22" y="73"/>
                    <a:pt x="23" y="75"/>
                  </a:cubicBezTo>
                  <a:cubicBezTo>
                    <a:pt x="24" y="78"/>
                    <a:pt x="28" y="80"/>
                    <a:pt x="33" y="80"/>
                  </a:cubicBezTo>
                  <a:cubicBezTo>
                    <a:pt x="36" y="77"/>
                    <a:pt x="41" y="71"/>
                    <a:pt x="39" y="64"/>
                  </a:cubicBezTo>
                  <a:cubicBezTo>
                    <a:pt x="38" y="63"/>
                    <a:pt x="37" y="62"/>
                    <a:pt x="35" y="62"/>
                  </a:cubicBezTo>
                  <a:cubicBezTo>
                    <a:pt x="36" y="62"/>
                    <a:pt x="36" y="62"/>
                    <a:pt x="36" y="62"/>
                  </a:cubicBezTo>
                  <a:cubicBezTo>
                    <a:pt x="38" y="64"/>
                    <a:pt x="39" y="69"/>
                    <a:pt x="38" y="73"/>
                  </a:cubicBezTo>
                  <a:cubicBezTo>
                    <a:pt x="36" y="77"/>
                    <a:pt x="34" y="79"/>
                    <a:pt x="30" y="79"/>
                  </a:cubicBezTo>
                  <a:cubicBezTo>
                    <a:pt x="30" y="79"/>
                    <a:pt x="30" y="79"/>
                    <a:pt x="30" y="79"/>
                  </a:cubicBezTo>
                  <a:cubicBezTo>
                    <a:pt x="30" y="79"/>
                    <a:pt x="30" y="79"/>
                    <a:pt x="29" y="79"/>
                  </a:cubicBezTo>
                  <a:cubicBezTo>
                    <a:pt x="28" y="78"/>
                    <a:pt x="28" y="78"/>
                    <a:pt x="28" y="78"/>
                  </a:cubicBezTo>
                  <a:cubicBezTo>
                    <a:pt x="29" y="78"/>
                    <a:pt x="29" y="78"/>
                    <a:pt x="29" y="78"/>
                  </a:cubicBezTo>
                  <a:cubicBezTo>
                    <a:pt x="29" y="76"/>
                    <a:pt x="30" y="75"/>
                    <a:pt x="31" y="74"/>
                  </a:cubicBezTo>
                  <a:cubicBezTo>
                    <a:pt x="33" y="71"/>
                    <a:pt x="35" y="68"/>
                    <a:pt x="34" y="62"/>
                  </a:cubicBezTo>
                  <a:cubicBezTo>
                    <a:pt x="34" y="61"/>
                    <a:pt x="34" y="61"/>
                    <a:pt x="34" y="61"/>
                  </a:cubicBezTo>
                  <a:cubicBezTo>
                    <a:pt x="33" y="61"/>
                    <a:pt x="31" y="60"/>
                    <a:pt x="30" y="58"/>
                  </a:cubicBezTo>
                  <a:cubicBezTo>
                    <a:pt x="30" y="58"/>
                    <a:pt x="30" y="58"/>
                    <a:pt x="30" y="58"/>
                  </a:cubicBezTo>
                  <a:cubicBezTo>
                    <a:pt x="30" y="58"/>
                    <a:pt x="30" y="58"/>
                    <a:pt x="30" y="58"/>
                  </a:cubicBezTo>
                  <a:cubicBezTo>
                    <a:pt x="38" y="39"/>
                    <a:pt x="34" y="10"/>
                    <a:pt x="18" y="2"/>
                  </a:cubicBezTo>
                  <a:cubicBezTo>
                    <a:pt x="18" y="5"/>
                    <a:pt x="20" y="8"/>
                    <a:pt x="23" y="11"/>
                  </a:cubicBezTo>
                  <a:cubicBezTo>
                    <a:pt x="26" y="14"/>
                    <a:pt x="29" y="18"/>
                    <a:pt x="30" y="24"/>
                  </a:cubicBezTo>
                  <a:cubicBezTo>
                    <a:pt x="30" y="26"/>
                    <a:pt x="30" y="28"/>
                    <a:pt x="30" y="30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35" y="38"/>
                    <a:pt x="33" y="44"/>
                    <a:pt x="31" y="49"/>
                  </a:cubicBezTo>
                  <a:cubicBezTo>
                    <a:pt x="30" y="52"/>
                    <a:pt x="29" y="55"/>
                    <a:pt x="29" y="58"/>
                  </a:cubicBezTo>
                  <a:cubicBezTo>
                    <a:pt x="29" y="61"/>
                    <a:pt x="29" y="61"/>
                    <a:pt x="29" y="61"/>
                  </a:cubicBezTo>
                  <a:cubicBezTo>
                    <a:pt x="27" y="58"/>
                    <a:pt x="27" y="58"/>
                    <a:pt x="27" y="58"/>
                  </a:cubicBezTo>
                  <a:cubicBezTo>
                    <a:pt x="25" y="53"/>
                    <a:pt x="26" y="49"/>
                    <a:pt x="28" y="44"/>
                  </a:cubicBezTo>
                  <a:cubicBezTo>
                    <a:pt x="29" y="40"/>
                    <a:pt x="31" y="36"/>
                    <a:pt x="30" y="32"/>
                  </a:cubicBezTo>
                  <a:cubicBezTo>
                    <a:pt x="30" y="32"/>
                    <a:pt x="30" y="32"/>
                    <a:pt x="30" y="32"/>
                  </a:cubicBezTo>
                  <a:cubicBezTo>
                    <a:pt x="30" y="35"/>
                    <a:pt x="29" y="38"/>
                    <a:pt x="28" y="42"/>
                  </a:cubicBezTo>
                  <a:cubicBezTo>
                    <a:pt x="26" y="47"/>
                    <a:pt x="24" y="53"/>
                    <a:pt x="24" y="59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4" y="60"/>
                    <a:pt x="24" y="60"/>
                    <a:pt x="24" y="60"/>
                  </a:cubicBezTo>
                  <a:cubicBezTo>
                    <a:pt x="23" y="61"/>
                    <a:pt x="22" y="61"/>
                    <a:pt x="21" y="61"/>
                  </a:cubicBezTo>
                  <a:cubicBezTo>
                    <a:pt x="21" y="61"/>
                    <a:pt x="21" y="61"/>
                    <a:pt x="21" y="61"/>
                  </a:cubicBezTo>
                  <a:cubicBezTo>
                    <a:pt x="20" y="61"/>
                    <a:pt x="20" y="61"/>
                    <a:pt x="19" y="62"/>
                  </a:cubicBezTo>
                  <a:cubicBezTo>
                    <a:pt x="18" y="69"/>
                    <a:pt x="14" y="74"/>
                    <a:pt x="11" y="79"/>
                  </a:cubicBezTo>
                  <a:cubicBezTo>
                    <a:pt x="10" y="82"/>
                    <a:pt x="8" y="84"/>
                    <a:pt x="7" y="86"/>
                  </a:cubicBezTo>
                  <a:close/>
                  <a:moveTo>
                    <a:pt x="85" y="136"/>
                  </a:moveTo>
                  <a:cubicBezTo>
                    <a:pt x="86" y="136"/>
                    <a:pt x="87" y="137"/>
                    <a:pt x="89" y="137"/>
                  </a:cubicBezTo>
                  <a:cubicBezTo>
                    <a:pt x="93" y="137"/>
                    <a:pt x="97" y="135"/>
                    <a:pt x="101" y="133"/>
                  </a:cubicBezTo>
                  <a:cubicBezTo>
                    <a:pt x="105" y="132"/>
                    <a:pt x="108" y="131"/>
                    <a:pt x="110" y="131"/>
                  </a:cubicBezTo>
                  <a:cubicBezTo>
                    <a:pt x="111" y="131"/>
                    <a:pt x="111" y="131"/>
                    <a:pt x="111" y="131"/>
                  </a:cubicBezTo>
                  <a:cubicBezTo>
                    <a:pt x="113" y="129"/>
                    <a:pt x="116" y="127"/>
                    <a:pt x="118" y="126"/>
                  </a:cubicBezTo>
                  <a:cubicBezTo>
                    <a:pt x="120" y="125"/>
                    <a:pt x="122" y="125"/>
                    <a:pt x="123" y="124"/>
                  </a:cubicBezTo>
                  <a:cubicBezTo>
                    <a:pt x="122" y="124"/>
                    <a:pt x="122" y="123"/>
                    <a:pt x="121" y="123"/>
                  </a:cubicBezTo>
                  <a:cubicBezTo>
                    <a:pt x="117" y="123"/>
                    <a:pt x="111" y="126"/>
                    <a:pt x="106" y="129"/>
                  </a:cubicBezTo>
                  <a:cubicBezTo>
                    <a:pt x="99" y="132"/>
                    <a:pt x="92" y="136"/>
                    <a:pt x="85" y="136"/>
                  </a:cubicBezTo>
                  <a:close/>
                  <a:moveTo>
                    <a:pt x="64" y="126"/>
                  </a:moveTo>
                  <a:cubicBezTo>
                    <a:pt x="65" y="126"/>
                    <a:pt x="66" y="126"/>
                    <a:pt x="67" y="127"/>
                  </a:cubicBezTo>
                  <a:cubicBezTo>
                    <a:pt x="68" y="128"/>
                    <a:pt x="69" y="128"/>
                    <a:pt x="70" y="128"/>
                  </a:cubicBezTo>
                  <a:cubicBezTo>
                    <a:pt x="70" y="128"/>
                    <a:pt x="70" y="128"/>
                    <a:pt x="70" y="128"/>
                  </a:cubicBezTo>
                  <a:cubicBezTo>
                    <a:pt x="70" y="128"/>
                    <a:pt x="71" y="128"/>
                    <a:pt x="71" y="127"/>
                  </a:cubicBezTo>
                  <a:cubicBezTo>
                    <a:pt x="72" y="125"/>
                    <a:pt x="75" y="121"/>
                    <a:pt x="74" y="118"/>
                  </a:cubicBezTo>
                  <a:cubicBezTo>
                    <a:pt x="74" y="117"/>
                    <a:pt x="73" y="116"/>
                    <a:pt x="72" y="115"/>
                  </a:cubicBezTo>
                  <a:cubicBezTo>
                    <a:pt x="70" y="114"/>
                    <a:pt x="70" y="114"/>
                    <a:pt x="70" y="114"/>
                  </a:cubicBezTo>
                  <a:cubicBezTo>
                    <a:pt x="70" y="114"/>
                    <a:pt x="70" y="114"/>
                    <a:pt x="70" y="114"/>
                  </a:cubicBezTo>
                  <a:cubicBezTo>
                    <a:pt x="70" y="116"/>
                    <a:pt x="67" y="118"/>
                    <a:pt x="64" y="118"/>
                  </a:cubicBezTo>
                  <a:cubicBezTo>
                    <a:pt x="64" y="118"/>
                    <a:pt x="64" y="118"/>
                    <a:pt x="64" y="118"/>
                  </a:cubicBezTo>
                  <a:lnTo>
                    <a:pt x="64" y="126"/>
                  </a:lnTo>
                  <a:close/>
                  <a:moveTo>
                    <a:pt x="75" y="116"/>
                  </a:moveTo>
                  <a:cubicBezTo>
                    <a:pt x="75" y="117"/>
                    <a:pt x="75" y="117"/>
                    <a:pt x="75" y="118"/>
                  </a:cubicBezTo>
                  <a:cubicBezTo>
                    <a:pt x="76" y="121"/>
                    <a:pt x="74" y="125"/>
                    <a:pt x="72" y="128"/>
                  </a:cubicBezTo>
                  <a:cubicBezTo>
                    <a:pt x="75" y="126"/>
                    <a:pt x="77" y="121"/>
                    <a:pt x="77" y="118"/>
                  </a:cubicBezTo>
                  <a:cubicBezTo>
                    <a:pt x="76" y="118"/>
                    <a:pt x="76" y="117"/>
                    <a:pt x="75" y="116"/>
                  </a:cubicBezTo>
                  <a:close/>
                  <a:moveTo>
                    <a:pt x="70" y="114"/>
                  </a:moveTo>
                  <a:cubicBezTo>
                    <a:pt x="72" y="114"/>
                    <a:pt x="72" y="114"/>
                    <a:pt x="72" y="114"/>
                  </a:cubicBezTo>
                  <a:cubicBezTo>
                    <a:pt x="76" y="115"/>
                    <a:pt x="78" y="117"/>
                    <a:pt x="78" y="118"/>
                  </a:cubicBezTo>
                  <a:cubicBezTo>
                    <a:pt x="79" y="121"/>
                    <a:pt x="77" y="125"/>
                    <a:pt x="74" y="128"/>
                  </a:cubicBezTo>
                  <a:cubicBezTo>
                    <a:pt x="79" y="126"/>
                    <a:pt x="79" y="122"/>
                    <a:pt x="79" y="120"/>
                  </a:cubicBezTo>
                  <a:cubicBezTo>
                    <a:pt x="79" y="116"/>
                    <a:pt x="76" y="110"/>
                    <a:pt x="72" y="110"/>
                  </a:cubicBezTo>
                  <a:cubicBezTo>
                    <a:pt x="71" y="110"/>
                    <a:pt x="69" y="111"/>
                    <a:pt x="68" y="113"/>
                  </a:cubicBezTo>
                  <a:cubicBezTo>
                    <a:pt x="69" y="113"/>
                    <a:pt x="69" y="113"/>
                    <a:pt x="70" y="114"/>
                  </a:cubicBezTo>
                  <a:close/>
                  <a:moveTo>
                    <a:pt x="122" y="122"/>
                  </a:moveTo>
                  <a:cubicBezTo>
                    <a:pt x="123" y="122"/>
                    <a:pt x="124" y="122"/>
                    <a:pt x="125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5" y="124"/>
                    <a:pt x="124" y="125"/>
                    <a:pt x="123" y="125"/>
                  </a:cubicBezTo>
                  <a:cubicBezTo>
                    <a:pt x="127" y="124"/>
                    <a:pt x="131" y="123"/>
                    <a:pt x="136" y="123"/>
                  </a:cubicBezTo>
                  <a:cubicBezTo>
                    <a:pt x="139" y="123"/>
                    <a:pt x="141" y="123"/>
                    <a:pt x="143" y="124"/>
                  </a:cubicBezTo>
                  <a:cubicBezTo>
                    <a:pt x="140" y="122"/>
                    <a:pt x="136" y="121"/>
                    <a:pt x="131" y="121"/>
                  </a:cubicBezTo>
                  <a:cubicBezTo>
                    <a:pt x="128" y="121"/>
                    <a:pt x="125" y="121"/>
                    <a:pt x="122" y="122"/>
                  </a:cubicBezTo>
                  <a:close/>
                  <a:moveTo>
                    <a:pt x="72" y="109"/>
                  </a:moveTo>
                  <a:cubicBezTo>
                    <a:pt x="77" y="109"/>
                    <a:pt x="81" y="115"/>
                    <a:pt x="81" y="120"/>
                  </a:cubicBezTo>
                  <a:cubicBezTo>
                    <a:pt x="81" y="121"/>
                    <a:pt x="81" y="122"/>
                    <a:pt x="81" y="123"/>
                  </a:cubicBezTo>
                  <a:cubicBezTo>
                    <a:pt x="82" y="121"/>
                    <a:pt x="82" y="118"/>
                    <a:pt x="81" y="114"/>
                  </a:cubicBezTo>
                  <a:cubicBezTo>
                    <a:pt x="79" y="110"/>
                    <a:pt x="75" y="108"/>
                    <a:pt x="71" y="109"/>
                  </a:cubicBezTo>
                  <a:cubicBezTo>
                    <a:pt x="72" y="109"/>
                    <a:pt x="72" y="109"/>
                    <a:pt x="72" y="109"/>
                  </a:cubicBezTo>
                  <a:close/>
                  <a:moveTo>
                    <a:pt x="36" y="65"/>
                  </a:moveTo>
                  <a:cubicBezTo>
                    <a:pt x="36" y="69"/>
                    <a:pt x="34" y="72"/>
                    <a:pt x="32" y="74"/>
                  </a:cubicBezTo>
                  <a:cubicBezTo>
                    <a:pt x="32" y="75"/>
                    <a:pt x="31" y="76"/>
                    <a:pt x="31" y="77"/>
                  </a:cubicBezTo>
                  <a:cubicBezTo>
                    <a:pt x="34" y="77"/>
                    <a:pt x="36" y="74"/>
                    <a:pt x="36" y="73"/>
                  </a:cubicBezTo>
                  <a:cubicBezTo>
                    <a:pt x="37" y="70"/>
                    <a:pt x="37" y="67"/>
                    <a:pt x="36" y="65"/>
                  </a:cubicBezTo>
                  <a:close/>
                  <a:moveTo>
                    <a:pt x="28" y="63"/>
                  </a:moveTo>
                  <a:cubicBezTo>
                    <a:pt x="27" y="65"/>
                    <a:pt x="27" y="69"/>
                    <a:pt x="27" y="72"/>
                  </a:cubicBezTo>
                  <a:cubicBezTo>
                    <a:pt x="27" y="73"/>
                    <a:pt x="28" y="73"/>
                    <a:pt x="28" y="74"/>
                  </a:cubicBezTo>
                  <a:cubicBezTo>
                    <a:pt x="30" y="71"/>
                    <a:pt x="32" y="67"/>
                    <a:pt x="31" y="65"/>
                  </a:cubicBezTo>
                  <a:cubicBezTo>
                    <a:pt x="30" y="64"/>
                    <a:pt x="30" y="63"/>
                    <a:pt x="28" y="63"/>
                  </a:cubicBezTo>
                  <a:close/>
                  <a:moveTo>
                    <a:pt x="32" y="36"/>
                  </a:moveTo>
                  <a:cubicBezTo>
                    <a:pt x="31" y="39"/>
                    <a:pt x="30" y="42"/>
                    <a:pt x="29" y="44"/>
                  </a:cubicBezTo>
                  <a:cubicBezTo>
                    <a:pt x="28" y="48"/>
                    <a:pt x="27" y="51"/>
                    <a:pt x="28" y="55"/>
                  </a:cubicBezTo>
                  <a:cubicBezTo>
                    <a:pt x="28" y="53"/>
                    <a:pt x="29" y="51"/>
                    <a:pt x="29" y="49"/>
                  </a:cubicBezTo>
                  <a:cubicBezTo>
                    <a:pt x="31" y="45"/>
                    <a:pt x="32" y="41"/>
                    <a:pt x="32" y="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05" name="Freeform 47"/>
            <p:cNvSpPr>
              <a:spLocks noEditPoints="1"/>
            </p:cNvSpPr>
            <p:nvPr/>
          </p:nvSpPr>
          <p:spPr bwMode="auto">
            <a:xfrm>
              <a:off x="895350" y="3316288"/>
              <a:ext cx="363538" cy="328613"/>
            </a:xfrm>
            <a:custGeom>
              <a:avLst/>
              <a:gdLst>
                <a:gd name="T0" fmla="*/ 50 w 161"/>
                <a:gd name="T1" fmla="*/ 8 h 146"/>
                <a:gd name="T2" fmla="*/ 60 w 161"/>
                <a:gd name="T3" fmla="*/ 25 h 146"/>
                <a:gd name="T4" fmla="*/ 54 w 161"/>
                <a:gd name="T5" fmla="*/ 17 h 146"/>
                <a:gd name="T6" fmla="*/ 63 w 161"/>
                <a:gd name="T7" fmla="*/ 34 h 146"/>
                <a:gd name="T8" fmla="*/ 49 w 161"/>
                <a:gd name="T9" fmla="*/ 37 h 146"/>
                <a:gd name="T10" fmla="*/ 41 w 161"/>
                <a:gd name="T11" fmla="*/ 13 h 146"/>
                <a:gd name="T12" fmla="*/ 16 w 161"/>
                <a:gd name="T13" fmla="*/ 62 h 146"/>
                <a:gd name="T14" fmla="*/ 34 w 161"/>
                <a:gd name="T15" fmla="*/ 92 h 146"/>
                <a:gd name="T16" fmla="*/ 27 w 161"/>
                <a:gd name="T17" fmla="*/ 146 h 146"/>
                <a:gd name="T18" fmla="*/ 33 w 161"/>
                <a:gd name="T19" fmla="*/ 104 h 146"/>
                <a:gd name="T20" fmla="*/ 26 w 161"/>
                <a:gd name="T21" fmla="*/ 102 h 146"/>
                <a:gd name="T22" fmla="*/ 30 w 161"/>
                <a:gd name="T23" fmla="*/ 101 h 146"/>
                <a:gd name="T24" fmla="*/ 4 w 161"/>
                <a:gd name="T25" fmla="*/ 60 h 146"/>
                <a:gd name="T26" fmla="*/ 41 w 161"/>
                <a:gd name="T27" fmla="*/ 10 h 146"/>
                <a:gd name="T28" fmla="*/ 51 w 161"/>
                <a:gd name="T29" fmla="*/ 4 h 146"/>
                <a:gd name="T30" fmla="*/ 145 w 161"/>
                <a:gd name="T31" fmla="*/ 13 h 146"/>
                <a:gd name="T32" fmla="*/ 142 w 161"/>
                <a:gd name="T33" fmla="*/ 0 h 146"/>
                <a:gd name="T34" fmla="*/ 141 w 161"/>
                <a:gd name="T35" fmla="*/ 33 h 146"/>
                <a:gd name="T36" fmla="*/ 50 w 161"/>
                <a:gd name="T37" fmla="*/ 8 h 146"/>
                <a:gd name="T38" fmla="*/ 137 w 161"/>
                <a:gd name="T39" fmla="*/ 31 h 146"/>
                <a:gd name="T40" fmla="*/ 148 w 161"/>
                <a:gd name="T41" fmla="*/ 16 h 146"/>
                <a:gd name="T42" fmla="*/ 70 w 161"/>
                <a:gd name="T43" fmla="*/ 8 h 146"/>
                <a:gd name="T44" fmla="*/ 137 w 161"/>
                <a:gd name="T45" fmla="*/ 31 h 146"/>
                <a:gd name="T46" fmla="*/ 26 w 161"/>
                <a:gd name="T47" fmla="*/ 84 h 146"/>
                <a:gd name="T48" fmla="*/ 22 w 161"/>
                <a:gd name="T49" fmla="*/ 16 h 146"/>
                <a:gd name="T50" fmla="*/ 26 w 161"/>
                <a:gd name="T51" fmla="*/ 84 h 146"/>
                <a:gd name="T52" fmla="*/ 57 w 161"/>
                <a:gd name="T53" fmla="*/ 28 h 146"/>
                <a:gd name="T54" fmla="*/ 46 w 161"/>
                <a:gd name="T55" fmla="*/ 16 h 146"/>
                <a:gd name="T56" fmla="*/ 57 w 161"/>
                <a:gd name="T57" fmla="*/ 28 h 146"/>
                <a:gd name="T58" fmla="*/ 57 w 161"/>
                <a:gd name="T59" fmla="*/ 31 h 146"/>
                <a:gd name="T60" fmla="*/ 46 w 161"/>
                <a:gd name="T61" fmla="*/ 28 h 146"/>
                <a:gd name="T62" fmla="*/ 57 w 161"/>
                <a:gd name="T63" fmla="*/ 31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1" h="146">
                  <a:moveTo>
                    <a:pt x="50" y="8"/>
                  </a:moveTo>
                  <a:cubicBezTo>
                    <a:pt x="55" y="14"/>
                    <a:pt x="53" y="20"/>
                    <a:pt x="60" y="25"/>
                  </a:cubicBezTo>
                  <a:cubicBezTo>
                    <a:pt x="62" y="23"/>
                    <a:pt x="58" y="18"/>
                    <a:pt x="54" y="17"/>
                  </a:cubicBezTo>
                  <a:cubicBezTo>
                    <a:pt x="64" y="13"/>
                    <a:pt x="65" y="25"/>
                    <a:pt x="63" y="34"/>
                  </a:cubicBezTo>
                  <a:cubicBezTo>
                    <a:pt x="59" y="36"/>
                    <a:pt x="55" y="37"/>
                    <a:pt x="49" y="37"/>
                  </a:cubicBezTo>
                  <a:cubicBezTo>
                    <a:pt x="43" y="31"/>
                    <a:pt x="43" y="19"/>
                    <a:pt x="41" y="13"/>
                  </a:cubicBezTo>
                  <a:cubicBezTo>
                    <a:pt x="14" y="14"/>
                    <a:pt x="9" y="41"/>
                    <a:pt x="16" y="62"/>
                  </a:cubicBezTo>
                  <a:cubicBezTo>
                    <a:pt x="19" y="72"/>
                    <a:pt x="30" y="81"/>
                    <a:pt x="34" y="92"/>
                  </a:cubicBezTo>
                  <a:cubicBezTo>
                    <a:pt x="41" y="111"/>
                    <a:pt x="38" y="129"/>
                    <a:pt x="27" y="146"/>
                  </a:cubicBezTo>
                  <a:cubicBezTo>
                    <a:pt x="28" y="137"/>
                    <a:pt x="39" y="121"/>
                    <a:pt x="33" y="104"/>
                  </a:cubicBezTo>
                  <a:cubicBezTo>
                    <a:pt x="31" y="102"/>
                    <a:pt x="29" y="102"/>
                    <a:pt x="26" y="102"/>
                  </a:cubicBezTo>
                  <a:cubicBezTo>
                    <a:pt x="26" y="100"/>
                    <a:pt x="28" y="101"/>
                    <a:pt x="30" y="101"/>
                  </a:cubicBezTo>
                  <a:cubicBezTo>
                    <a:pt x="28" y="89"/>
                    <a:pt x="7" y="79"/>
                    <a:pt x="4" y="60"/>
                  </a:cubicBezTo>
                  <a:cubicBezTo>
                    <a:pt x="1" y="34"/>
                    <a:pt x="12" y="6"/>
                    <a:pt x="41" y="10"/>
                  </a:cubicBezTo>
                  <a:cubicBezTo>
                    <a:pt x="45" y="9"/>
                    <a:pt x="47" y="5"/>
                    <a:pt x="51" y="4"/>
                  </a:cubicBezTo>
                  <a:cubicBezTo>
                    <a:pt x="86" y="1"/>
                    <a:pt x="128" y="46"/>
                    <a:pt x="145" y="13"/>
                  </a:cubicBezTo>
                  <a:cubicBezTo>
                    <a:pt x="146" y="6"/>
                    <a:pt x="144" y="3"/>
                    <a:pt x="142" y="0"/>
                  </a:cubicBezTo>
                  <a:cubicBezTo>
                    <a:pt x="161" y="2"/>
                    <a:pt x="149" y="29"/>
                    <a:pt x="141" y="33"/>
                  </a:cubicBezTo>
                  <a:cubicBezTo>
                    <a:pt x="111" y="47"/>
                    <a:pt x="71" y="4"/>
                    <a:pt x="50" y="8"/>
                  </a:cubicBezTo>
                  <a:close/>
                  <a:moveTo>
                    <a:pt x="137" y="31"/>
                  </a:moveTo>
                  <a:cubicBezTo>
                    <a:pt x="142" y="29"/>
                    <a:pt x="151" y="17"/>
                    <a:pt x="148" y="16"/>
                  </a:cubicBezTo>
                  <a:cubicBezTo>
                    <a:pt x="130" y="43"/>
                    <a:pt x="93" y="14"/>
                    <a:pt x="70" y="8"/>
                  </a:cubicBezTo>
                  <a:cubicBezTo>
                    <a:pt x="87" y="21"/>
                    <a:pt x="105" y="33"/>
                    <a:pt x="137" y="31"/>
                  </a:cubicBezTo>
                  <a:close/>
                  <a:moveTo>
                    <a:pt x="26" y="84"/>
                  </a:moveTo>
                  <a:cubicBezTo>
                    <a:pt x="10" y="71"/>
                    <a:pt x="7" y="27"/>
                    <a:pt x="22" y="16"/>
                  </a:cubicBezTo>
                  <a:cubicBezTo>
                    <a:pt x="0" y="29"/>
                    <a:pt x="5" y="78"/>
                    <a:pt x="26" y="84"/>
                  </a:cubicBezTo>
                  <a:close/>
                  <a:moveTo>
                    <a:pt x="57" y="28"/>
                  </a:moveTo>
                  <a:cubicBezTo>
                    <a:pt x="55" y="22"/>
                    <a:pt x="53" y="16"/>
                    <a:pt x="46" y="16"/>
                  </a:cubicBezTo>
                  <a:cubicBezTo>
                    <a:pt x="46" y="23"/>
                    <a:pt x="50" y="27"/>
                    <a:pt x="57" y="28"/>
                  </a:cubicBezTo>
                  <a:close/>
                  <a:moveTo>
                    <a:pt x="57" y="31"/>
                  </a:moveTo>
                  <a:cubicBezTo>
                    <a:pt x="51" y="33"/>
                    <a:pt x="49" y="24"/>
                    <a:pt x="46" y="28"/>
                  </a:cubicBezTo>
                  <a:cubicBezTo>
                    <a:pt x="47" y="31"/>
                    <a:pt x="56" y="40"/>
                    <a:pt x="57" y="3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06" name="Freeform 48"/>
            <p:cNvSpPr>
              <a:spLocks noEditPoints="1"/>
            </p:cNvSpPr>
            <p:nvPr/>
          </p:nvSpPr>
          <p:spPr bwMode="auto">
            <a:xfrm>
              <a:off x="903288" y="3313113"/>
              <a:ext cx="336550" cy="338138"/>
            </a:xfrm>
            <a:custGeom>
              <a:avLst/>
              <a:gdLst>
                <a:gd name="T0" fmla="*/ 81 w 150"/>
                <a:gd name="T1" fmla="*/ 22 h 150"/>
                <a:gd name="T2" fmla="*/ 52 w 150"/>
                <a:gd name="T3" fmla="*/ 17 h 150"/>
                <a:gd name="T4" fmla="*/ 60 w 150"/>
                <a:gd name="T5" fmla="*/ 35 h 150"/>
                <a:gd name="T6" fmla="*/ 45 w 150"/>
                <a:gd name="T7" fmla="*/ 39 h 150"/>
                <a:gd name="T8" fmla="*/ 39 w 150"/>
                <a:gd name="T9" fmla="*/ 20 h 150"/>
                <a:gd name="T10" fmla="*/ 14 w 150"/>
                <a:gd name="T11" fmla="*/ 63 h 150"/>
                <a:gd name="T12" fmla="*/ 25 w 150"/>
                <a:gd name="T13" fmla="*/ 148 h 150"/>
                <a:gd name="T14" fmla="*/ 26 w 150"/>
                <a:gd name="T15" fmla="*/ 137 h 150"/>
                <a:gd name="T16" fmla="*/ 23 w 150"/>
                <a:gd name="T17" fmla="*/ 104 h 150"/>
                <a:gd name="T18" fmla="*/ 26 w 150"/>
                <a:gd name="T19" fmla="*/ 101 h 150"/>
                <a:gd name="T20" fmla="*/ 1 w 150"/>
                <a:gd name="T21" fmla="*/ 61 h 150"/>
                <a:gd name="T22" fmla="*/ 38 w 150"/>
                <a:gd name="T23" fmla="*/ 10 h 150"/>
                <a:gd name="T24" fmla="*/ 91 w 150"/>
                <a:gd name="T25" fmla="*/ 16 h 150"/>
                <a:gd name="T26" fmla="*/ 139 w 150"/>
                <a:gd name="T27" fmla="*/ 2 h 150"/>
                <a:gd name="T28" fmla="*/ 150 w 150"/>
                <a:gd name="T29" fmla="*/ 12 h 150"/>
                <a:gd name="T30" fmla="*/ 82 w 150"/>
                <a:gd name="T31" fmla="*/ 20 h 150"/>
                <a:gd name="T32" fmla="*/ 141 w 150"/>
                <a:gd name="T33" fmla="*/ 2 h 150"/>
                <a:gd name="T34" fmla="*/ 143 w 150"/>
                <a:gd name="T35" fmla="*/ 14 h 150"/>
                <a:gd name="T36" fmla="*/ 44 w 150"/>
                <a:gd name="T37" fmla="*/ 9 h 150"/>
                <a:gd name="T38" fmla="*/ 38 w 150"/>
                <a:gd name="T39" fmla="*/ 12 h 150"/>
                <a:gd name="T40" fmla="*/ 2 w 150"/>
                <a:gd name="T41" fmla="*/ 60 h 150"/>
                <a:gd name="T42" fmla="*/ 28 w 150"/>
                <a:gd name="T43" fmla="*/ 102 h 150"/>
                <a:gd name="T44" fmla="*/ 30 w 150"/>
                <a:gd name="T45" fmla="*/ 104 h 150"/>
                <a:gd name="T46" fmla="*/ 32 w 150"/>
                <a:gd name="T47" fmla="*/ 116 h 150"/>
                <a:gd name="T48" fmla="*/ 31 w 150"/>
                <a:gd name="T49" fmla="*/ 93 h 150"/>
                <a:gd name="T50" fmla="*/ 11 w 150"/>
                <a:gd name="T51" fmla="*/ 61 h 150"/>
                <a:gd name="T52" fmla="*/ 23 w 150"/>
                <a:gd name="T53" fmla="*/ 85 h 150"/>
                <a:gd name="T54" fmla="*/ 19 w 150"/>
                <a:gd name="T55" fmla="*/ 17 h 150"/>
                <a:gd name="T56" fmla="*/ 39 w 150"/>
                <a:gd name="T57" fmla="*/ 13 h 150"/>
                <a:gd name="T58" fmla="*/ 42 w 150"/>
                <a:gd name="T59" fmla="*/ 29 h 150"/>
                <a:gd name="T60" fmla="*/ 48 w 150"/>
                <a:gd name="T61" fmla="*/ 29 h 150"/>
                <a:gd name="T62" fmla="*/ 55 w 150"/>
                <a:gd name="T63" fmla="*/ 32 h 150"/>
                <a:gd name="T64" fmla="*/ 42 w 150"/>
                <a:gd name="T65" fmla="*/ 30 h 150"/>
                <a:gd name="T66" fmla="*/ 60 w 150"/>
                <a:gd name="T67" fmla="*/ 27 h 150"/>
                <a:gd name="T68" fmla="*/ 58 w 150"/>
                <a:gd name="T69" fmla="*/ 25 h 150"/>
                <a:gd name="T70" fmla="*/ 56 w 150"/>
                <a:gd name="T71" fmla="*/ 27 h 150"/>
                <a:gd name="T72" fmla="*/ 50 w 150"/>
                <a:gd name="T73" fmla="*/ 18 h 150"/>
                <a:gd name="T74" fmla="*/ 45 w 150"/>
                <a:gd name="T75" fmla="*/ 9 h 150"/>
                <a:gd name="T76" fmla="*/ 57 w 150"/>
                <a:gd name="T77" fmla="*/ 25 h 150"/>
                <a:gd name="T78" fmla="*/ 53 w 150"/>
                <a:gd name="T79" fmla="*/ 33 h 150"/>
                <a:gd name="T80" fmla="*/ 44 w 150"/>
                <a:gd name="T81" fmla="*/ 29 h 150"/>
                <a:gd name="T82" fmla="*/ 8 w 150"/>
                <a:gd name="T83" fmla="*/ 46 h 150"/>
                <a:gd name="T84" fmla="*/ 146 w 150"/>
                <a:gd name="T85" fmla="*/ 18 h 150"/>
                <a:gd name="T86" fmla="*/ 134 w 150"/>
                <a:gd name="T87" fmla="*/ 33 h 150"/>
                <a:gd name="T88" fmla="*/ 67 w 150"/>
                <a:gd name="T89" fmla="*/ 9 h 150"/>
                <a:gd name="T90" fmla="*/ 145 w 150"/>
                <a:gd name="T91" fmla="*/ 16 h 150"/>
                <a:gd name="T92" fmla="*/ 133 w 150"/>
                <a:gd name="T93" fmla="*/ 31 h 150"/>
                <a:gd name="T94" fmla="*/ 71 w 150"/>
                <a:gd name="T95" fmla="*/ 11 h 150"/>
                <a:gd name="T96" fmla="*/ 54 w 150"/>
                <a:gd name="T97" fmla="*/ 30 h 150"/>
                <a:gd name="T98" fmla="*/ 43 w 150"/>
                <a:gd name="T99" fmla="*/ 16 h 150"/>
                <a:gd name="T100" fmla="*/ 43 w 150"/>
                <a:gd name="T101" fmla="*/ 17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50" h="150">
                  <a:moveTo>
                    <a:pt x="150" y="12"/>
                  </a:moveTo>
                  <a:cubicBezTo>
                    <a:pt x="150" y="20"/>
                    <a:pt x="143" y="32"/>
                    <a:pt x="138" y="34"/>
                  </a:cubicBezTo>
                  <a:cubicBezTo>
                    <a:pt x="120" y="43"/>
                    <a:pt x="99" y="32"/>
                    <a:pt x="81" y="22"/>
                  </a:cubicBezTo>
                  <a:cubicBezTo>
                    <a:pt x="69" y="15"/>
                    <a:pt x="57" y="9"/>
                    <a:pt x="48" y="10"/>
                  </a:cubicBezTo>
                  <a:cubicBezTo>
                    <a:pt x="50" y="12"/>
                    <a:pt x="51" y="15"/>
                    <a:pt x="52" y="17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4" y="16"/>
                    <a:pt x="56" y="16"/>
                    <a:pt x="58" y="17"/>
                  </a:cubicBezTo>
                  <a:cubicBezTo>
                    <a:pt x="61" y="19"/>
                    <a:pt x="61" y="24"/>
                    <a:pt x="61" y="27"/>
                  </a:cubicBezTo>
                  <a:cubicBezTo>
                    <a:pt x="61" y="30"/>
                    <a:pt x="61" y="33"/>
                    <a:pt x="60" y="35"/>
                  </a:cubicBezTo>
                  <a:cubicBezTo>
                    <a:pt x="60" y="35"/>
                    <a:pt x="60" y="35"/>
                    <a:pt x="60" y="35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7" y="38"/>
                    <a:pt x="52" y="39"/>
                    <a:pt x="45" y="39"/>
                  </a:cubicBezTo>
                  <a:cubicBezTo>
                    <a:pt x="45" y="39"/>
                    <a:pt x="45" y="39"/>
                    <a:pt x="45" y="39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1" y="34"/>
                    <a:pt x="40" y="26"/>
                    <a:pt x="39" y="20"/>
                  </a:cubicBezTo>
                  <a:cubicBezTo>
                    <a:pt x="39" y="18"/>
                    <a:pt x="38" y="16"/>
                    <a:pt x="38" y="14"/>
                  </a:cubicBezTo>
                  <a:cubicBezTo>
                    <a:pt x="21" y="15"/>
                    <a:pt x="11" y="27"/>
                    <a:pt x="11" y="47"/>
                  </a:cubicBezTo>
                  <a:cubicBezTo>
                    <a:pt x="11" y="52"/>
                    <a:pt x="12" y="58"/>
                    <a:pt x="14" y="63"/>
                  </a:cubicBezTo>
                  <a:cubicBezTo>
                    <a:pt x="15" y="68"/>
                    <a:pt x="18" y="72"/>
                    <a:pt x="22" y="77"/>
                  </a:cubicBezTo>
                  <a:cubicBezTo>
                    <a:pt x="26" y="82"/>
                    <a:pt x="30" y="87"/>
                    <a:pt x="32" y="93"/>
                  </a:cubicBezTo>
                  <a:cubicBezTo>
                    <a:pt x="39" y="111"/>
                    <a:pt x="36" y="130"/>
                    <a:pt x="25" y="148"/>
                  </a:cubicBezTo>
                  <a:cubicBezTo>
                    <a:pt x="23" y="150"/>
                    <a:pt x="23" y="150"/>
                    <a:pt x="23" y="150"/>
                  </a:cubicBezTo>
                  <a:cubicBezTo>
                    <a:pt x="23" y="147"/>
                    <a:pt x="23" y="147"/>
                    <a:pt x="23" y="147"/>
                  </a:cubicBezTo>
                  <a:cubicBezTo>
                    <a:pt x="24" y="144"/>
                    <a:pt x="25" y="141"/>
                    <a:pt x="26" y="137"/>
                  </a:cubicBezTo>
                  <a:cubicBezTo>
                    <a:pt x="28" y="131"/>
                    <a:pt x="31" y="123"/>
                    <a:pt x="31" y="116"/>
                  </a:cubicBezTo>
                  <a:cubicBezTo>
                    <a:pt x="31" y="112"/>
                    <a:pt x="30" y="108"/>
                    <a:pt x="29" y="105"/>
                  </a:cubicBezTo>
                  <a:cubicBezTo>
                    <a:pt x="28" y="104"/>
                    <a:pt x="26" y="104"/>
                    <a:pt x="23" y="104"/>
                  </a:cubicBezTo>
                  <a:cubicBezTo>
                    <a:pt x="22" y="104"/>
                    <a:pt x="22" y="104"/>
                    <a:pt x="22" y="104"/>
                  </a:cubicBezTo>
                  <a:cubicBezTo>
                    <a:pt x="22" y="103"/>
                    <a:pt x="22" y="103"/>
                    <a:pt x="22" y="103"/>
                  </a:cubicBezTo>
                  <a:cubicBezTo>
                    <a:pt x="22" y="101"/>
                    <a:pt x="24" y="101"/>
                    <a:pt x="26" y="101"/>
                  </a:cubicBezTo>
                  <a:cubicBezTo>
                    <a:pt x="26" y="101"/>
                    <a:pt x="26" y="101"/>
                    <a:pt x="26" y="101"/>
                  </a:cubicBezTo>
                  <a:cubicBezTo>
                    <a:pt x="25" y="97"/>
                    <a:pt x="21" y="93"/>
                    <a:pt x="17" y="88"/>
                  </a:cubicBezTo>
                  <a:cubicBezTo>
                    <a:pt x="10" y="81"/>
                    <a:pt x="2" y="72"/>
                    <a:pt x="1" y="61"/>
                  </a:cubicBezTo>
                  <a:cubicBezTo>
                    <a:pt x="0" y="58"/>
                    <a:pt x="0" y="55"/>
                    <a:pt x="0" y="52"/>
                  </a:cubicBezTo>
                  <a:cubicBezTo>
                    <a:pt x="0" y="37"/>
                    <a:pt x="5" y="24"/>
                    <a:pt x="13" y="17"/>
                  </a:cubicBezTo>
                  <a:cubicBezTo>
                    <a:pt x="20" y="11"/>
                    <a:pt x="28" y="9"/>
                    <a:pt x="38" y="10"/>
                  </a:cubicBezTo>
                  <a:cubicBezTo>
                    <a:pt x="40" y="10"/>
                    <a:pt x="41" y="9"/>
                    <a:pt x="43" y="7"/>
                  </a:cubicBezTo>
                  <a:cubicBezTo>
                    <a:pt x="44" y="6"/>
                    <a:pt x="46" y="5"/>
                    <a:pt x="48" y="4"/>
                  </a:cubicBezTo>
                  <a:cubicBezTo>
                    <a:pt x="62" y="3"/>
                    <a:pt x="77" y="9"/>
                    <a:pt x="91" y="16"/>
                  </a:cubicBezTo>
                  <a:cubicBezTo>
                    <a:pt x="113" y="25"/>
                    <a:pt x="131" y="33"/>
                    <a:pt x="141" y="13"/>
                  </a:cubicBezTo>
                  <a:cubicBezTo>
                    <a:pt x="142" y="12"/>
                    <a:pt x="142" y="11"/>
                    <a:pt x="142" y="10"/>
                  </a:cubicBezTo>
                  <a:cubicBezTo>
                    <a:pt x="142" y="7"/>
                    <a:pt x="140" y="4"/>
                    <a:pt x="139" y="2"/>
                  </a:cubicBezTo>
                  <a:cubicBezTo>
                    <a:pt x="138" y="0"/>
                    <a:pt x="138" y="0"/>
                    <a:pt x="138" y="0"/>
                  </a:cubicBezTo>
                  <a:cubicBezTo>
                    <a:pt x="139" y="0"/>
                    <a:pt x="139" y="0"/>
                    <a:pt x="139" y="0"/>
                  </a:cubicBezTo>
                  <a:cubicBezTo>
                    <a:pt x="146" y="1"/>
                    <a:pt x="150" y="5"/>
                    <a:pt x="150" y="12"/>
                  </a:cubicBezTo>
                  <a:close/>
                  <a:moveTo>
                    <a:pt x="45" y="9"/>
                  </a:moveTo>
                  <a:cubicBezTo>
                    <a:pt x="47" y="9"/>
                    <a:pt x="47" y="9"/>
                    <a:pt x="47" y="9"/>
                  </a:cubicBezTo>
                  <a:cubicBezTo>
                    <a:pt x="56" y="7"/>
                    <a:pt x="68" y="13"/>
                    <a:pt x="82" y="20"/>
                  </a:cubicBezTo>
                  <a:cubicBezTo>
                    <a:pt x="100" y="30"/>
                    <a:pt x="120" y="41"/>
                    <a:pt x="138" y="33"/>
                  </a:cubicBezTo>
                  <a:cubicBezTo>
                    <a:pt x="142" y="31"/>
                    <a:pt x="148" y="20"/>
                    <a:pt x="148" y="12"/>
                  </a:cubicBezTo>
                  <a:cubicBezTo>
                    <a:pt x="148" y="8"/>
                    <a:pt x="147" y="3"/>
                    <a:pt x="141" y="2"/>
                  </a:cubicBezTo>
                  <a:cubicBezTo>
                    <a:pt x="142" y="4"/>
                    <a:pt x="143" y="7"/>
                    <a:pt x="143" y="10"/>
                  </a:cubicBezTo>
                  <a:cubicBezTo>
                    <a:pt x="143" y="11"/>
                    <a:pt x="143" y="13"/>
                    <a:pt x="143" y="14"/>
                  </a:cubicBezTo>
                  <a:cubicBezTo>
                    <a:pt x="143" y="14"/>
                    <a:pt x="143" y="14"/>
                    <a:pt x="143" y="14"/>
                  </a:cubicBezTo>
                  <a:cubicBezTo>
                    <a:pt x="132" y="35"/>
                    <a:pt x="112" y="26"/>
                    <a:pt x="91" y="17"/>
                  </a:cubicBezTo>
                  <a:cubicBezTo>
                    <a:pt x="76" y="11"/>
                    <a:pt x="62" y="5"/>
                    <a:pt x="48" y="6"/>
                  </a:cubicBezTo>
                  <a:cubicBezTo>
                    <a:pt x="46" y="6"/>
                    <a:pt x="45" y="7"/>
                    <a:pt x="44" y="9"/>
                  </a:cubicBezTo>
                  <a:cubicBezTo>
                    <a:pt x="42" y="10"/>
                    <a:pt x="41" y="11"/>
                    <a:pt x="39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29" y="10"/>
                    <a:pt x="20" y="13"/>
                    <a:pt x="14" y="18"/>
                  </a:cubicBezTo>
                  <a:cubicBezTo>
                    <a:pt x="6" y="25"/>
                    <a:pt x="2" y="37"/>
                    <a:pt x="2" y="52"/>
                  </a:cubicBezTo>
                  <a:cubicBezTo>
                    <a:pt x="2" y="55"/>
                    <a:pt x="2" y="58"/>
                    <a:pt x="2" y="60"/>
                  </a:cubicBezTo>
                  <a:cubicBezTo>
                    <a:pt x="4" y="72"/>
                    <a:pt x="11" y="80"/>
                    <a:pt x="18" y="87"/>
                  </a:cubicBezTo>
                  <a:cubicBezTo>
                    <a:pt x="23" y="92"/>
                    <a:pt x="27" y="97"/>
                    <a:pt x="28" y="102"/>
                  </a:cubicBezTo>
                  <a:cubicBezTo>
                    <a:pt x="28" y="102"/>
                    <a:pt x="28" y="102"/>
                    <a:pt x="28" y="102"/>
                  </a:cubicBezTo>
                  <a:cubicBezTo>
                    <a:pt x="27" y="102"/>
                    <a:pt x="27" y="102"/>
                    <a:pt x="27" y="102"/>
                  </a:cubicBezTo>
                  <a:cubicBezTo>
                    <a:pt x="27" y="102"/>
                    <a:pt x="27" y="102"/>
                    <a:pt x="27" y="102"/>
                  </a:cubicBezTo>
                  <a:cubicBezTo>
                    <a:pt x="28" y="103"/>
                    <a:pt x="29" y="103"/>
                    <a:pt x="30" y="104"/>
                  </a:cubicBezTo>
                  <a:cubicBezTo>
                    <a:pt x="31" y="104"/>
                    <a:pt x="31" y="104"/>
                    <a:pt x="31" y="104"/>
                  </a:cubicBezTo>
                  <a:cubicBezTo>
                    <a:pt x="31" y="104"/>
                    <a:pt x="31" y="104"/>
                    <a:pt x="31" y="104"/>
                  </a:cubicBezTo>
                  <a:cubicBezTo>
                    <a:pt x="32" y="108"/>
                    <a:pt x="32" y="112"/>
                    <a:pt x="32" y="116"/>
                  </a:cubicBezTo>
                  <a:cubicBezTo>
                    <a:pt x="32" y="124"/>
                    <a:pt x="30" y="131"/>
                    <a:pt x="28" y="138"/>
                  </a:cubicBezTo>
                  <a:cubicBezTo>
                    <a:pt x="27" y="140"/>
                    <a:pt x="26" y="141"/>
                    <a:pt x="26" y="143"/>
                  </a:cubicBezTo>
                  <a:cubicBezTo>
                    <a:pt x="35" y="127"/>
                    <a:pt x="37" y="110"/>
                    <a:pt x="31" y="93"/>
                  </a:cubicBezTo>
                  <a:cubicBezTo>
                    <a:pt x="28" y="88"/>
                    <a:pt x="25" y="83"/>
                    <a:pt x="21" y="78"/>
                  </a:cubicBezTo>
                  <a:cubicBezTo>
                    <a:pt x="17" y="73"/>
                    <a:pt x="14" y="69"/>
                    <a:pt x="12" y="64"/>
                  </a:cubicBezTo>
                  <a:cubicBezTo>
                    <a:pt x="12" y="63"/>
                    <a:pt x="12" y="62"/>
                    <a:pt x="11" y="61"/>
                  </a:cubicBezTo>
                  <a:cubicBezTo>
                    <a:pt x="13" y="71"/>
                    <a:pt x="17" y="79"/>
                    <a:pt x="23" y="84"/>
                  </a:cubicBezTo>
                  <a:cubicBezTo>
                    <a:pt x="26" y="86"/>
                    <a:pt x="26" y="86"/>
                    <a:pt x="26" y="86"/>
                  </a:cubicBezTo>
                  <a:cubicBezTo>
                    <a:pt x="23" y="85"/>
                    <a:pt x="23" y="85"/>
                    <a:pt x="23" y="85"/>
                  </a:cubicBezTo>
                  <a:cubicBezTo>
                    <a:pt x="10" y="82"/>
                    <a:pt x="4" y="64"/>
                    <a:pt x="4" y="49"/>
                  </a:cubicBezTo>
                  <a:cubicBezTo>
                    <a:pt x="4" y="34"/>
                    <a:pt x="9" y="21"/>
                    <a:pt x="18" y="16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5" y="21"/>
                    <a:pt x="12" y="28"/>
                    <a:pt x="10" y="37"/>
                  </a:cubicBezTo>
                  <a:cubicBezTo>
                    <a:pt x="13" y="22"/>
                    <a:pt x="23" y="14"/>
                    <a:pt x="38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40" y="15"/>
                    <a:pt x="40" y="18"/>
                    <a:pt x="40" y="20"/>
                  </a:cubicBezTo>
                  <a:cubicBezTo>
                    <a:pt x="41" y="23"/>
                    <a:pt x="41" y="26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3" y="28"/>
                    <a:pt x="44" y="27"/>
                    <a:pt x="44" y="27"/>
                  </a:cubicBezTo>
                  <a:cubicBezTo>
                    <a:pt x="46" y="27"/>
                    <a:pt x="47" y="28"/>
                    <a:pt x="48" y="29"/>
                  </a:cubicBezTo>
                  <a:cubicBezTo>
                    <a:pt x="50" y="31"/>
                    <a:pt x="52" y="32"/>
                    <a:pt x="54" y="31"/>
                  </a:cubicBezTo>
                  <a:cubicBezTo>
                    <a:pt x="55" y="31"/>
                    <a:pt x="55" y="31"/>
                    <a:pt x="55" y="31"/>
                  </a:cubicBezTo>
                  <a:cubicBezTo>
                    <a:pt x="55" y="32"/>
                    <a:pt x="55" y="32"/>
                    <a:pt x="55" y="32"/>
                  </a:cubicBezTo>
                  <a:cubicBezTo>
                    <a:pt x="54" y="35"/>
                    <a:pt x="53" y="36"/>
                    <a:pt x="52" y="37"/>
                  </a:cubicBezTo>
                  <a:cubicBezTo>
                    <a:pt x="48" y="38"/>
                    <a:pt x="43" y="32"/>
                    <a:pt x="42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3" y="33"/>
                    <a:pt x="44" y="35"/>
                    <a:pt x="46" y="37"/>
                  </a:cubicBezTo>
                  <a:cubicBezTo>
                    <a:pt x="52" y="38"/>
                    <a:pt x="56" y="37"/>
                    <a:pt x="59" y="35"/>
                  </a:cubicBezTo>
                  <a:cubicBezTo>
                    <a:pt x="60" y="32"/>
                    <a:pt x="60" y="30"/>
                    <a:pt x="60" y="27"/>
                  </a:cubicBezTo>
                  <a:cubicBezTo>
                    <a:pt x="60" y="23"/>
                    <a:pt x="59" y="20"/>
                    <a:pt x="57" y="18"/>
                  </a:cubicBezTo>
                  <a:cubicBezTo>
                    <a:pt x="56" y="18"/>
                    <a:pt x="55" y="18"/>
                    <a:pt x="53" y="18"/>
                  </a:cubicBezTo>
                  <a:cubicBezTo>
                    <a:pt x="56" y="19"/>
                    <a:pt x="58" y="22"/>
                    <a:pt x="58" y="25"/>
                  </a:cubicBezTo>
                  <a:cubicBezTo>
                    <a:pt x="58" y="26"/>
                    <a:pt x="58" y="26"/>
                    <a:pt x="57" y="27"/>
                  </a:cubicBezTo>
                  <a:cubicBezTo>
                    <a:pt x="57" y="27"/>
                    <a:pt x="57" y="27"/>
                    <a:pt x="57" y="27"/>
                  </a:cubicBezTo>
                  <a:cubicBezTo>
                    <a:pt x="56" y="27"/>
                    <a:pt x="56" y="27"/>
                    <a:pt x="56" y="27"/>
                  </a:cubicBezTo>
                  <a:cubicBezTo>
                    <a:pt x="53" y="24"/>
                    <a:pt x="52" y="21"/>
                    <a:pt x="51" y="19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50" y="18"/>
                    <a:pt x="50" y="18"/>
                    <a:pt x="50" y="18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49" y="15"/>
                    <a:pt x="49" y="12"/>
                    <a:pt x="46" y="10"/>
                  </a:cubicBezTo>
                  <a:lnTo>
                    <a:pt x="45" y="9"/>
                  </a:lnTo>
                  <a:close/>
                  <a:moveTo>
                    <a:pt x="57" y="25"/>
                  </a:moveTo>
                  <a:cubicBezTo>
                    <a:pt x="57" y="24"/>
                    <a:pt x="55" y="21"/>
                    <a:pt x="53" y="19"/>
                  </a:cubicBezTo>
                  <a:cubicBezTo>
                    <a:pt x="53" y="21"/>
                    <a:pt x="54" y="23"/>
                    <a:pt x="57" y="25"/>
                  </a:cubicBezTo>
                  <a:close/>
                  <a:moveTo>
                    <a:pt x="44" y="29"/>
                  </a:moveTo>
                  <a:cubicBezTo>
                    <a:pt x="45" y="32"/>
                    <a:pt x="49" y="36"/>
                    <a:pt x="51" y="35"/>
                  </a:cubicBezTo>
                  <a:cubicBezTo>
                    <a:pt x="52" y="35"/>
                    <a:pt x="53" y="34"/>
                    <a:pt x="53" y="33"/>
                  </a:cubicBezTo>
                  <a:cubicBezTo>
                    <a:pt x="51" y="33"/>
                    <a:pt x="49" y="32"/>
                    <a:pt x="47" y="30"/>
                  </a:cubicBezTo>
                  <a:cubicBezTo>
                    <a:pt x="46" y="30"/>
                    <a:pt x="45" y="29"/>
                    <a:pt x="45" y="29"/>
                  </a:cubicBezTo>
                  <a:cubicBezTo>
                    <a:pt x="44" y="29"/>
                    <a:pt x="44" y="29"/>
                    <a:pt x="44" y="29"/>
                  </a:cubicBezTo>
                  <a:close/>
                  <a:moveTo>
                    <a:pt x="5" y="49"/>
                  </a:moveTo>
                  <a:cubicBezTo>
                    <a:pt x="5" y="62"/>
                    <a:pt x="10" y="77"/>
                    <a:pt x="19" y="82"/>
                  </a:cubicBezTo>
                  <a:cubicBezTo>
                    <a:pt x="12" y="74"/>
                    <a:pt x="8" y="58"/>
                    <a:pt x="8" y="46"/>
                  </a:cubicBezTo>
                  <a:cubicBezTo>
                    <a:pt x="8" y="36"/>
                    <a:pt x="10" y="28"/>
                    <a:pt x="13" y="22"/>
                  </a:cubicBezTo>
                  <a:cubicBezTo>
                    <a:pt x="8" y="29"/>
                    <a:pt x="5" y="38"/>
                    <a:pt x="5" y="49"/>
                  </a:cubicBezTo>
                  <a:close/>
                  <a:moveTo>
                    <a:pt x="146" y="18"/>
                  </a:moveTo>
                  <a:cubicBezTo>
                    <a:pt x="146" y="18"/>
                    <a:pt x="146" y="18"/>
                    <a:pt x="146" y="18"/>
                  </a:cubicBezTo>
                  <a:cubicBezTo>
                    <a:pt x="146" y="21"/>
                    <a:pt x="139" y="31"/>
                    <a:pt x="134" y="33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03" y="35"/>
                    <a:pt x="85" y="24"/>
                    <a:pt x="66" y="10"/>
                  </a:cubicBezTo>
                  <a:cubicBezTo>
                    <a:pt x="63" y="8"/>
                    <a:pt x="63" y="8"/>
                    <a:pt x="63" y="8"/>
                  </a:cubicBezTo>
                  <a:cubicBezTo>
                    <a:pt x="67" y="9"/>
                    <a:pt x="67" y="9"/>
                    <a:pt x="67" y="9"/>
                  </a:cubicBezTo>
                  <a:cubicBezTo>
                    <a:pt x="73" y="10"/>
                    <a:pt x="80" y="13"/>
                    <a:pt x="88" y="17"/>
                  </a:cubicBezTo>
                  <a:cubicBezTo>
                    <a:pt x="108" y="26"/>
                    <a:pt x="131" y="36"/>
                    <a:pt x="144" y="16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6" y="16"/>
                    <a:pt x="146" y="16"/>
                    <a:pt x="146" y="18"/>
                  </a:cubicBezTo>
                  <a:close/>
                  <a:moveTo>
                    <a:pt x="133" y="31"/>
                  </a:moveTo>
                  <a:cubicBezTo>
                    <a:pt x="138" y="29"/>
                    <a:pt x="144" y="21"/>
                    <a:pt x="145" y="18"/>
                  </a:cubicBezTo>
                  <a:cubicBezTo>
                    <a:pt x="131" y="37"/>
                    <a:pt x="108" y="27"/>
                    <a:pt x="87" y="18"/>
                  </a:cubicBezTo>
                  <a:cubicBezTo>
                    <a:pt x="81" y="15"/>
                    <a:pt x="76" y="13"/>
                    <a:pt x="71" y="11"/>
                  </a:cubicBezTo>
                  <a:cubicBezTo>
                    <a:pt x="88" y="23"/>
                    <a:pt x="105" y="33"/>
                    <a:pt x="133" y="31"/>
                  </a:cubicBezTo>
                  <a:close/>
                  <a:moveTo>
                    <a:pt x="55" y="30"/>
                  </a:moveTo>
                  <a:cubicBezTo>
                    <a:pt x="54" y="30"/>
                    <a:pt x="54" y="30"/>
                    <a:pt x="54" y="30"/>
                  </a:cubicBezTo>
                  <a:cubicBezTo>
                    <a:pt x="47" y="29"/>
                    <a:pt x="42" y="25"/>
                    <a:pt x="42" y="17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3" y="16"/>
                    <a:pt x="43" y="16"/>
                    <a:pt x="43" y="16"/>
                  </a:cubicBezTo>
                  <a:cubicBezTo>
                    <a:pt x="50" y="17"/>
                    <a:pt x="53" y="23"/>
                    <a:pt x="55" y="29"/>
                  </a:cubicBezTo>
                  <a:lnTo>
                    <a:pt x="55" y="30"/>
                  </a:lnTo>
                  <a:close/>
                  <a:moveTo>
                    <a:pt x="43" y="17"/>
                  </a:moveTo>
                  <a:cubicBezTo>
                    <a:pt x="44" y="24"/>
                    <a:pt x="47" y="27"/>
                    <a:pt x="53" y="28"/>
                  </a:cubicBezTo>
                  <a:cubicBezTo>
                    <a:pt x="51" y="23"/>
                    <a:pt x="49" y="19"/>
                    <a:pt x="43" y="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07" name="Freeform 49"/>
            <p:cNvSpPr>
              <a:spLocks noEditPoints="1"/>
            </p:cNvSpPr>
            <p:nvPr/>
          </p:nvSpPr>
          <p:spPr bwMode="auto">
            <a:xfrm>
              <a:off x="4162425" y="3344863"/>
              <a:ext cx="334963" cy="328613"/>
            </a:xfrm>
            <a:custGeom>
              <a:avLst/>
              <a:gdLst>
                <a:gd name="T0" fmla="*/ 61 w 149"/>
                <a:gd name="T1" fmla="*/ 17 h 146"/>
                <a:gd name="T2" fmla="*/ 70 w 149"/>
                <a:gd name="T3" fmla="*/ 13 h 146"/>
                <a:gd name="T4" fmla="*/ 67 w 149"/>
                <a:gd name="T5" fmla="*/ 22 h 146"/>
                <a:gd name="T6" fmla="*/ 71 w 149"/>
                <a:gd name="T7" fmla="*/ 8 h 146"/>
                <a:gd name="T8" fmla="*/ 77 w 149"/>
                <a:gd name="T9" fmla="*/ 20 h 146"/>
                <a:gd name="T10" fmla="*/ 146 w 149"/>
                <a:gd name="T11" fmla="*/ 39 h 146"/>
                <a:gd name="T12" fmla="*/ 125 w 149"/>
                <a:gd name="T13" fmla="*/ 103 h 146"/>
                <a:gd name="T14" fmla="*/ 146 w 149"/>
                <a:gd name="T15" fmla="*/ 99 h 146"/>
                <a:gd name="T16" fmla="*/ 148 w 149"/>
                <a:gd name="T17" fmla="*/ 120 h 146"/>
                <a:gd name="T18" fmla="*/ 129 w 149"/>
                <a:gd name="T19" fmla="*/ 119 h 146"/>
                <a:gd name="T20" fmla="*/ 141 w 149"/>
                <a:gd name="T21" fmla="*/ 143 h 146"/>
                <a:gd name="T22" fmla="*/ 124 w 149"/>
                <a:gd name="T23" fmla="*/ 108 h 146"/>
                <a:gd name="T24" fmla="*/ 121 w 149"/>
                <a:gd name="T25" fmla="*/ 76 h 146"/>
                <a:gd name="T26" fmla="*/ 132 w 149"/>
                <a:gd name="T27" fmla="*/ 18 h 146"/>
                <a:gd name="T28" fmla="*/ 46 w 149"/>
                <a:gd name="T29" fmla="*/ 31 h 146"/>
                <a:gd name="T30" fmla="*/ 0 w 149"/>
                <a:gd name="T31" fmla="*/ 27 h 146"/>
                <a:gd name="T32" fmla="*/ 60 w 149"/>
                <a:gd name="T33" fmla="*/ 24 h 146"/>
                <a:gd name="T34" fmla="*/ 58 w 149"/>
                <a:gd name="T35" fmla="*/ 11 h 146"/>
                <a:gd name="T36" fmla="*/ 68 w 149"/>
                <a:gd name="T37" fmla="*/ 8 h 146"/>
                <a:gd name="T38" fmla="*/ 61 w 149"/>
                <a:gd name="T39" fmla="*/ 17 h 146"/>
                <a:gd name="T40" fmla="*/ 58 w 149"/>
                <a:gd name="T41" fmla="*/ 27 h 146"/>
                <a:gd name="T42" fmla="*/ 31 w 149"/>
                <a:gd name="T43" fmla="*/ 25 h 146"/>
                <a:gd name="T44" fmla="*/ 58 w 149"/>
                <a:gd name="T45" fmla="*/ 27 h 146"/>
                <a:gd name="T46" fmla="*/ 101 w 149"/>
                <a:gd name="T47" fmla="*/ 11 h 146"/>
                <a:gd name="T48" fmla="*/ 88 w 149"/>
                <a:gd name="T49" fmla="*/ 20 h 146"/>
                <a:gd name="T50" fmla="*/ 101 w 149"/>
                <a:gd name="T51" fmla="*/ 11 h 146"/>
                <a:gd name="T52" fmla="*/ 142 w 149"/>
                <a:gd name="T53" fmla="*/ 32 h 146"/>
                <a:gd name="T54" fmla="*/ 141 w 149"/>
                <a:gd name="T55" fmla="*/ 34 h 146"/>
                <a:gd name="T56" fmla="*/ 122 w 149"/>
                <a:gd name="T57" fmla="*/ 95 h 146"/>
                <a:gd name="T58" fmla="*/ 142 w 149"/>
                <a:gd name="T59" fmla="*/ 32 h 146"/>
                <a:gd name="T60" fmla="*/ 145 w 149"/>
                <a:gd name="T61" fmla="*/ 119 h 146"/>
                <a:gd name="T62" fmla="*/ 142 w 149"/>
                <a:gd name="T63" fmla="*/ 106 h 146"/>
                <a:gd name="T64" fmla="*/ 132 w 149"/>
                <a:gd name="T65" fmla="*/ 106 h 146"/>
                <a:gd name="T66" fmla="*/ 145 w 149"/>
                <a:gd name="T67" fmla="*/ 119 h 146"/>
                <a:gd name="T68" fmla="*/ 146 w 149"/>
                <a:gd name="T69" fmla="*/ 103 h 146"/>
                <a:gd name="T70" fmla="*/ 134 w 149"/>
                <a:gd name="T71" fmla="*/ 103 h 146"/>
                <a:gd name="T72" fmla="*/ 146 w 149"/>
                <a:gd name="T73" fmla="*/ 103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49" h="146">
                  <a:moveTo>
                    <a:pt x="61" y="17"/>
                  </a:moveTo>
                  <a:cubicBezTo>
                    <a:pt x="64" y="17"/>
                    <a:pt x="67" y="9"/>
                    <a:pt x="70" y="13"/>
                  </a:cubicBezTo>
                  <a:cubicBezTo>
                    <a:pt x="68" y="15"/>
                    <a:pt x="65" y="17"/>
                    <a:pt x="67" y="22"/>
                  </a:cubicBezTo>
                  <a:cubicBezTo>
                    <a:pt x="78" y="22"/>
                    <a:pt x="72" y="11"/>
                    <a:pt x="71" y="8"/>
                  </a:cubicBezTo>
                  <a:cubicBezTo>
                    <a:pt x="75" y="4"/>
                    <a:pt x="81" y="15"/>
                    <a:pt x="77" y="20"/>
                  </a:cubicBezTo>
                  <a:cubicBezTo>
                    <a:pt x="103" y="0"/>
                    <a:pt x="144" y="7"/>
                    <a:pt x="146" y="39"/>
                  </a:cubicBezTo>
                  <a:cubicBezTo>
                    <a:pt x="148" y="63"/>
                    <a:pt x="123" y="79"/>
                    <a:pt x="125" y="103"/>
                  </a:cubicBezTo>
                  <a:cubicBezTo>
                    <a:pt x="130" y="105"/>
                    <a:pt x="138" y="94"/>
                    <a:pt x="146" y="99"/>
                  </a:cubicBezTo>
                  <a:cubicBezTo>
                    <a:pt x="149" y="104"/>
                    <a:pt x="147" y="114"/>
                    <a:pt x="148" y="120"/>
                  </a:cubicBezTo>
                  <a:cubicBezTo>
                    <a:pt x="142" y="125"/>
                    <a:pt x="135" y="122"/>
                    <a:pt x="129" y="119"/>
                  </a:cubicBezTo>
                  <a:cubicBezTo>
                    <a:pt x="129" y="131"/>
                    <a:pt x="129" y="143"/>
                    <a:pt x="141" y="143"/>
                  </a:cubicBezTo>
                  <a:cubicBezTo>
                    <a:pt x="120" y="146"/>
                    <a:pt x="125" y="125"/>
                    <a:pt x="124" y="108"/>
                  </a:cubicBezTo>
                  <a:cubicBezTo>
                    <a:pt x="123" y="95"/>
                    <a:pt x="118" y="88"/>
                    <a:pt x="121" y="76"/>
                  </a:cubicBezTo>
                  <a:cubicBezTo>
                    <a:pt x="125" y="57"/>
                    <a:pt x="149" y="40"/>
                    <a:pt x="132" y="18"/>
                  </a:cubicBezTo>
                  <a:cubicBezTo>
                    <a:pt x="101" y="5"/>
                    <a:pt x="76" y="33"/>
                    <a:pt x="46" y="31"/>
                  </a:cubicBezTo>
                  <a:cubicBezTo>
                    <a:pt x="31" y="30"/>
                    <a:pt x="16" y="16"/>
                    <a:pt x="0" y="27"/>
                  </a:cubicBezTo>
                  <a:cubicBezTo>
                    <a:pt x="14" y="12"/>
                    <a:pt x="37" y="23"/>
                    <a:pt x="60" y="24"/>
                  </a:cubicBezTo>
                  <a:cubicBezTo>
                    <a:pt x="62" y="22"/>
                    <a:pt x="58" y="15"/>
                    <a:pt x="58" y="11"/>
                  </a:cubicBezTo>
                  <a:cubicBezTo>
                    <a:pt x="61" y="10"/>
                    <a:pt x="64" y="4"/>
                    <a:pt x="68" y="8"/>
                  </a:cubicBezTo>
                  <a:cubicBezTo>
                    <a:pt x="67" y="9"/>
                    <a:pt x="59" y="9"/>
                    <a:pt x="61" y="17"/>
                  </a:cubicBezTo>
                  <a:close/>
                  <a:moveTo>
                    <a:pt x="58" y="27"/>
                  </a:moveTo>
                  <a:cubicBezTo>
                    <a:pt x="49" y="25"/>
                    <a:pt x="41" y="22"/>
                    <a:pt x="31" y="25"/>
                  </a:cubicBezTo>
                  <a:cubicBezTo>
                    <a:pt x="41" y="26"/>
                    <a:pt x="49" y="32"/>
                    <a:pt x="58" y="27"/>
                  </a:cubicBezTo>
                  <a:close/>
                  <a:moveTo>
                    <a:pt x="101" y="11"/>
                  </a:moveTo>
                  <a:cubicBezTo>
                    <a:pt x="98" y="14"/>
                    <a:pt x="85" y="15"/>
                    <a:pt x="88" y="20"/>
                  </a:cubicBezTo>
                  <a:cubicBezTo>
                    <a:pt x="90" y="15"/>
                    <a:pt x="104" y="16"/>
                    <a:pt x="101" y="11"/>
                  </a:cubicBezTo>
                  <a:close/>
                  <a:moveTo>
                    <a:pt x="142" y="32"/>
                  </a:moveTo>
                  <a:cubicBezTo>
                    <a:pt x="140" y="29"/>
                    <a:pt x="138" y="30"/>
                    <a:pt x="141" y="34"/>
                  </a:cubicBezTo>
                  <a:cubicBezTo>
                    <a:pt x="139" y="59"/>
                    <a:pt x="121" y="67"/>
                    <a:pt x="122" y="95"/>
                  </a:cubicBezTo>
                  <a:cubicBezTo>
                    <a:pt x="127" y="73"/>
                    <a:pt x="146" y="59"/>
                    <a:pt x="142" y="32"/>
                  </a:cubicBezTo>
                  <a:close/>
                  <a:moveTo>
                    <a:pt x="145" y="119"/>
                  </a:moveTo>
                  <a:cubicBezTo>
                    <a:pt x="145" y="113"/>
                    <a:pt x="145" y="109"/>
                    <a:pt x="142" y="106"/>
                  </a:cubicBezTo>
                  <a:cubicBezTo>
                    <a:pt x="139" y="106"/>
                    <a:pt x="135" y="106"/>
                    <a:pt x="132" y="106"/>
                  </a:cubicBezTo>
                  <a:cubicBezTo>
                    <a:pt x="126" y="113"/>
                    <a:pt x="134" y="121"/>
                    <a:pt x="145" y="119"/>
                  </a:cubicBezTo>
                  <a:close/>
                  <a:moveTo>
                    <a:pt x="146" y="103"/>
                  </a:moveTo>
                  <a:cubicBezTo>
                    <a:pt x="142" y="100"/>
                    <a:pt x="137" y="100"/>
                    <a:pt x="134" y="103"/>
                  </a:cubicBezTo>
                  <a:cubicBezTo>
                    <a:pt x="139" y="101"/>
                    <a:pt x="144" y="107"/>
                    <a:pt x="146" y="10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08" name="Freeform 50"/>
            <p:cNvSpPr>
              <a:spLocks noEditPoints="1"/>
            </p:cNvSpPr>
            <p:nvPr/>
          </p:nvSpPr>
          <p:spPr bwMode="auto">
            <a:xfrm>
              <a:off x="4162425" y="3359150"/>
              <a:ext cx="334963" cy="309563"/>
            </a:xfrm>
            <a:custGeom>
              <a:avLst/>
              <a:gdLst>
                <a:gd name="T0" fmla="*/ 69 w 149"/>
                <a:gd name="T1" fmla="*/ 3 h 138"/>
                <a:gd name="T2" fmla="*/ 64 w 149"/>
                <a:gd name="T3" fmla="*/ 7 h 138"/>
                <a:gd name="T4" fmla="*/ 70 w 149"/>
                <a:gd name="T5" fmla="*/ 7 h 138"/>
                <a:gd name="T6" fmla="*/ 70 w 149"/>
                <a:gd name="T7" fmla="*/ 3 h 138"/>
                <a:gd name="T8" fmla="*/ 73 w 149"/>
                <a:gd name="T9" fmla="*/ 1 h 138"/>
                <a:gd name="T10" fmla="*/ 147 w 149"/>
                <a:gd name="T11" fmla="*/ 33 h 138"/>
                <a:gd name="T12" fmla="*/ 142 w 149"/>
                <a:gd name="T13" fmla="*/ 91 h 138"/>
                <a:gd name="T14" fmla="*/ 149 w 149"/>
                <a:gd name="T15" fmla="*/ 114 h 138"/>
                <a:gd name="T16" fmla="*/ 130 w 149"/>
                <a:gd name="T17" fmla="*/ 114 h 138"/>
                <a:gd name="T18" fmla="*/ 137 w 149"/>
                <a:gd name="T19" fmla="*/ 138 h 138"/>
                <a:gd name="T20" fmla="*/ 122 w 149"/>
                <a:gd name="T21" fmla="*/ 94 h 138"/>
                <a:gd name="T22" fmla="*/ 129 w 149"/>
                <a:gd name="T23" fmla="*/ 51 h 138"/>
                <a:gd name="T24" fmla="*/ 49 w 149"/>
                <a:gd name="T25" fmla="*/ 26 h 138"/>
                <a:gd name="T26" fmla="*/ 1 w 149"/>
                <a:gd name="T27" fmla="*/ 21 h 138"/>
                <a:gd name="T28" fmla="*/ 39 w 149"/>
                <a:gd name="T29" fmla="*/ 15 h 138"/>
                <a:gd name="T30" fmla="*/ 58 w 149"/>
                <a:gd name="T31" fmla="*/ 5 h 138"/>
                <a:gd name="T32" fmla="*/ 67 w 149"/>
                <a:gd name="T33" fmla="*/ 2 h 138"/>
                <a:gd name="T34" fmla="*/ 60 w 149"/>
                <a:gd name="T35" fmla="*/ 10 h 138"/>
                <a:gd name="T36" fmla="*/ 77 w 149"/>
                <a:gd name="T37" fmla="*/ 14 h 138"/>
                <a:gd name="T38" fmla="*/ 73 w 149"/>
                <a:gd name="T39" fmla="*/ 15 h 138"/>
                <a:gd name="T40" fmla="*/ 68 w 149"/>
                <a:gd name="T41" fmla="*/ 8 h 138"/>
                <a:gd name="T42" fmla="*/ 61 w 149"/>
                <a:gd name="T43" fmla="*/ 12 h 138"/>
                <a:gd name="T44" fmla="*/ 60 w 149"/>
                <a:gd name="T45" fmla="*/ 19 h 138"/>
                <a:gd name="T46" fmla="*/ 7 w 149"/>
                <a:gd name="T47" fmla="*/ 17 h 138"/>
                <a:gd name="T48" fmla="*/ 40 w 149"/>
                <a:gd name="T49" fmla="*/ 17 h 138"/>
                <a:gd name="T50" fmla="*/ 60 w 149"/>
                <a:gd name="T51" fmla="*/ 20 h 138"/>
                <a:gd name="T52" fmla="*/ 31 w 149"/>
                <a:gd name="T53" fmla="*/ 20 h 138"/>
                <a:gd name="T54" fmla="*/ 49 w 149"/>
                <a:gd name="T55" fmla="*/ 24 h 138"/>
                <a:gd name="T56" fmla="*/ 87 w 149"/>
                <a:gd name="T57" fmla="*/ 12 h 138"/>
                <a:gd name="T58" fmla="*/ 77 w 149"/>
                <a:gd name="T59" fmla="*/ 14 h 138"/>
                <a:gd name="T60" fmla="*/ 124 w 149"/>
                <a:gd name="T61" fmla="*/ 97 h 138"/>
                <a:gd name="T62" fmla="*/ 101 w 149"/>
                <a:gd name="T63" fmla="*/ 4 h 138"/>
                <a:gd name="T64" fmla="*/ 89 w 149"/>
                <a:gd name="T65" fmla="*/ 14 h 138"/>
                <a:gd name="T66" fmla="*/ 133 w 149"/>
                <a:gd name="T67" fmla="*/ 12 h 138"/>
                <a:gd name="T68" fmla="*/ 131 w 149"/>
                <a:gd name="T69" fmla="*/ 55 h 138"/>
                <a:gd name="T70" fmla="*/ 140 w 149"/>
                <a:gd name="T71" fmla="*/ 24 h 138"/>
                <a:gd name="T72" fmla="*/ 123 w 149"/>
                <a:gd name="T73" fmla="*/ 89 h 138"/>
                <a:gd name="T74" fmla="*/ 135 w 149"/>
                <a:gd name="T75" fmla="*/ 137 h 138"/>
                <a:gd name="T76" fmla="*/ 141 w 149"/>
                <a:gd name="T77" fmla="*/ 116 h 138"/>
                <a:gd name="T78" fmla="*/ 147 w 149"/>
                <a:gd name="T79" fmla="*/ 98 h 138"/>
                <a:gd name="T80" fmla="*/ 131 w 149"/>
                <a:gd name="T81" fmla="*/ 99 h 138"/>
                <a:gd name="T82" fmla="*/ 146 w 149"/>
                <a:gd name="T83" fmla="*/ 94 h 138"/>
                <a:gd name="T84" fmla="*/ 88 w 149"/>
                <a:gd name="T85" fmla="*/ 12 h 138"/>
                <a:gd name="T86" fmla="*/ 95 w 149"/>
                <a:gd name="T87" fmla="*/ 9 h 138"/>
                <a:gd name="T88" fmla="*/ 40 w 149"/>
                <a:gd name="T89" fmla="*/ 19 h 138"/>
                <a:gd name="T90" fmla="*/ 56 w 149"/>
                <a:gd name="T91" fmla="*/ 21 h 138"/>
                <a:gd name="T92" fmla="*/ 141 w 149"/>
                <a:gd name="T93" fmla="*/ 28 h 138"/>
                <a:gd name="T94" fmla="*/ 131 w 149"/>
                <a:gd name="T95" fmla="*/ 66 h 138"/>
                <a:gd name="T96" fmla="*/ 141 w 149"/>
                <a:gd name="T97" fmla="*/ 97 h 138"/>
                <a:gd name="T98" fmla="*/ 143 w 149"/>
                <a:gd name="T99" fmla="*/ 100 h 138"/>
                <a:gd name="T100" fmla="*/ 130 w 149"/>
                <a:gd name="T101" fmla="*/ 108 h 138"/>
                <a:gd name="T102" fmla="*/ 131 w 149"/>
                <a:gd name="T103" fmla="*/ 107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49" h="138">
                  <a:moveTo>
                    <a:pt x="65" y="0"/>
                  </a:moveTo>
                  <a:cubicBezTo>
                    <a:pt x="66" y="0"/>
                    <a:pt x="68" y="1"/>
                    <a:pt x="69" y="2"/>
                  </a:cubicBezTo>
                  <a:cubicBezTo>
                    <a:pt x="69" y="2"/>
                    <a:pt x="69" y="2"/>
                    <a:pt x="69" y="2"/>
                  </a:cubicBezTo>
                  <a:cubicBezTo>
                    <a:pt x="69" y="3"/>
                    <a:pt x="69" y="3"/>
                    <a:pt x="69" y="3"/>
                  </a:cubicBezTo>
                  <a:cubicBezTo>
                    <a:pt x="68" y="3"/>
                    <a:pt x="68" y="3"/>
                    <a:pt x="67" y="4"/>
                  </a:cubicBezTo>
                  <a:cubicBezTo>
                    <a:pt x="65" y="4"/>
                    <a:pt x="63" y="4"/>
                    <a:pt x="62" y="6"/>
                  </a:cubicBezTo>
                  <a:cubicBezTo>
                    <a:pt x="62" y="7"/>
                    <a:pt x="61" y="8"/>
                    <a:pt x="62" y="10"/>
                  </a:cubicBezTo>
                  <a:cubicBezTo>
                    <a:pt x="63" y="9"/>
                    <a:pt x="63" y="8"/>
                    <a:pt x="64" y="7"/>
                  </a:cubicBezTo>
                  <a:cubicBezTo>
                    <a:pt x="66" y="6"/>
                    <a:pt x="67" y="5"/>
                    <a:pt x="68" y="5"/>
                  </a:cubicBezTo>
                  <a:cubicBezTo>
                    <a:pt x="69" y="5"/>
                    <a:pt x="70" y="5"/>
                    <a:pt x="70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70" y="8"/>
                    <a:pt x="69" y="8"/>
                    <a:pt x="69" y="9"/>
                  </a:cubicBezTo>
                  <a:cubicBezTo>
                    <a:pt x="68" y="11"/>
                    <a:pt x="67" y="12"/>
                    <a:pt x="67" y="16"/>
                  </a:cubicBezTo>
                  <a:cubicBezTo>
                    <a:pt x="70" y="16"/>
                    <a:pt x="71" y="15"/>
                    <a:pt x="72" y="14"/>
                  </a:cubicBezTo>
                  <a:cubicBezTo>
                    <a:pt x="74" y="11"/>
                    <a:pt x="71" y="5"/>
                    <a:pt x="70" y="3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71" y="2"/>
                    <a:pt x="71" y="2"/>
                    <a:pt x="71" y="2"/>
                  </a:cubicBezTo>
                  <a:cubicBezTo>
                    <a:pt x="71" y="1"/>
                    <a:pt x="72" y="1"/>
                    <a:pt x="73" y="1"/>
                  </a:cubicBezTo>
                  <a:cubicBezTo>
                    <a:pt x="73" y="1"/>
                    <a:pt x="73" y="1"/>
                    <a:pt x="73" y="1"/>
                  </a:cubicBezTo>
                  <a:cubicBezTo>
                    <a:pt x="75" y="1"/>
                    <a:pt x="77" y="3"/>
                    <a:pt x="78" y="5"/>
                  </a:cubicBezTo>
                  <a:cubicBezTo>
                    <a:pt x="79" y="7"/>
                    <a:pt x="79" y="9"/>
                    <a:pt x="79" y="11"/>
                  </a:cubicBezTo>
                  <a:cubicBezTo>
                    <a:pt x="88" y="5"/>
                    <a:pt x="99" y="2"/>
                    <a:pt x="110" y="2"/>
                  </a:cubicBezTo>
                  <a:cubicBezTo>
                    <a:pt x="131" y="2"/>
                    <a:pt x="145" y="14"/>
                    <a:pt x="147" y="33"/>
                  </a:cubicBezTo>
                  <a:cubicBezTo>
                    <a:pt x="148" y="45"/>
                    <a:pt x="142" y="55"/>
                    <a:pt x="137" y="65"/>
                  </a:cubicBezTo>
                  <a:cubicBezTo>
                    <a:pt x="131" y="75"/>
                    <a:pt x="125" y="85"/>
                    <a:pt x="126" y="97"/>
                  </a:cubicBezTo>
                  <a:cubicBezTo>
                    <a:pt x="127" y="97"/>
                    <a:pt x="130" y="96"/>
                    <a:pt x="132" y="95"/>
                  </a:cubicBezTo>
                  <a:cubicBezTo>
                    <a:pt x="135" y="93"/>
                    <a:pt x="138" y="91"/>
                    <a:pt x="142" y="91"/>
                  </a:cubicBezTo>
                  <a:cubicBezTo>
                    <a:pt x="144" y="91"/>
                    <a:pt x="145" y="92"/>
                    <a:pt x="147" y="93"/>
                  </a:cubicBezTo>
                  <a:cubicBezTo>
                    <a:pt x="147" y="93"/>
                    <a:pt x="147" y="93"/>
                    <a:pt x="147" y="93"/>
                  </a:cubicBezTo>
                  <a:cubicBezTo>
                    <a:pt x="149" y="96"/>
                    <a:pt x="149" y="101"/>
                    <a:pt x="149" y="106"/>
                  </a:cubicBezTo>
                  <a:cubicBezTo>
                    <a:pt x="148" y="109"/>
                    <a:pt x="148" y="112"/>
                    <a:pt x="149" y="114"/>
                  </a:cubicBezTo>
                  <a:cubicBezTo>
                    <a:pt x="149" y="115"/>
                    <a:pt x="149" y="115"/>
                    <a:pt x="149" y="115"/>
                  </a:cubicBezTo>
                  <a:cubicBezTo>
                    <a:pt x="148" y="115"/>
                    <a:pt x="148" y="115"/>
                    <a:pt x="148" y="115"/>
                  </a:cubicBezTo>
                  <a:cubicBezTo>
                    <a:pt x="146" y="117"/>
                    <a:pt x="143" y="118"/>
                    <a:pt x="141" y="118"/>
                  </a:cubicBezTo>
                  <a:cubicBezTo>
                    <a:pt x="137" y="118"/>
                    <a:pt x="134" y="116"/>
                    <a:pt x="130" y="114"/>
                  </a:cubicBezTo>
                  <a:cubicBezTo>
                    <a:pt x="130" y="115"/>
                    <a:pt x="130" y="115"/>
                    <a:pt x="130" y="115"/>
                  </a:cubicBezTo>
                  <a:cubicBezTo>
                    <a:pt x="130" y="126"/>
                    <a:pt x="130" y="136"/>
                    <a:pt x="141" y="136"/>
                  </a:cubicBezTo>
                  <a:cubicBezTo>
                    <a:pt x="141" y="138"/>
                    <a:pt x="141" y="138"/>
                    <a:pt x="141" y="138"/>
                  </a:cubicBezTo>
                  <a:cubicBezTo>
                    <a:pt x="139" y="138"/>
                    <a:pt x="138" y="138"/>
                    <a:pt x="137" y="138"/>
                  </a:cubicBezTo>
                  <a:cubicBezTo>
                    <a:pt x="123" y="138"/>
                    <a:pt x="123" y="125"/>
                    <a:pt x="123" y="112"/>
                  </a:cubicBezTo>
                  <a:cubicBezTo>
                    <a:pt x="123" y="108"/>
                    <a:pt x="123" y="105"/>
                    <a:pt x="123" y="102"/>
                  </a:cubicBezTo>
                  <a:cubicBezTo>
                    <a:pt x="123" y="99"/>
                    <a:pt x="122" y="96"/>
                    <a:pt x="122" y="94"/>
                  </a:cubicBezTo>
                  <a:cubicBezTo>
                    <a:pt x="122" y="94"/>
                    <a:pt x="122" y="94"/>
                    <a:pt x="122" y="94"/>
                  </a:cubicBezTo>
                  <a:cubicBezTo>
                    <a:pt x="122" y="93"/>
                    <a:pt x="122" y="93"/>
                    <a:pt x="122" y="93"/>
                  </a:cubicBezTo>
                  <a:cubicBezTo>
                    <a:pt x="121" y="92"/>
                    <a:pt x="121" y="91"/>
                    <a:pt x="121" y="90"/>
                  </a:cubicBezTo>
                  <a:cubicBezTo>
                    <a:pt x="120" y="84"/>
                    <a:pt x="118" y="78"/>
                    <a:pt x="120" y="70"/>
                  </a:cubicBezTo>
                  <a:cubicBezTo>
                    <a:pt x="122" y="64"/>
                    <a:pt x="125" y="57"/>
                    <a:pt x="129" y="51"/>
                  </a:cubicBezTo>
                  <a:cubicBezTo>
                    <a:pt x="136" y="39"/>
                    <a:pt x="143" y="27"/>
                    <a:pt x="132" y="13"/>
                  </a:cubicBezTo>
                  <a:cubicBezTo>
                    <a:pt x="126" y="11"/>
                    <a:pt x="121" y="10"/>
                    <a:pt x="115" y="10"/>
                  </a:cubicBezTo>
                  <a:cubicBezTo>
                    <a:pt x="104" y="10"/>
                    <a:pt x="93" y="14"/>
                    <a:pt x="83" y="18"/>
                  </a:cubicBezTo>
                  <a:cubicBezTo>
                    <a:pt x="72" y="22"/>
                    <a:pt x="61" y="26"/>
                    <a:pt x="49" y="26"/>
                  </a:cubicBezTo>
                  <a:cubicBezTo>
                    <a:pt x="48" y="26"/>
                    <a:pt x="47" y="26"/>
                    <a:pt x="45" y="26"/>
                  </a:cubicBezTo>
                  <a:cubicBezTo>
                    <a:pt x="40" y="25"/>
                    <a:pt x="35" y="23"/>
                    <a:pt x="30" y="22"/>
                  </a:cubicBezTo>
                  <a:cubicBezTo>
                    <a:pt x="25" y="19"/>
                    <a:pt x="19" y="17"/>
                    <a:pt x="13" y="17"/>
                  </a:cubicBezTo>
                  <a:cubicBezTo>
                    <a:pt x="9" y="17"/>
                    <a:pt x="4" y="19"/>
                    <a:pt x="1" y="21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5" y="15"/>
                    <a:pt x="11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6" y="13"/>
                    <a:pt x="33" y="14"/>
                    <a:pt x="39" y="15"/>
                  </a:cubicBezTo>
                  <a:cubicBezTo>
                    <a:pt x="46" y="16"/>
                    <a:pt x="53" y="17"/>
                    <a:pt x="59" y="17"/>
                  </a:cubicBezTo>
                  <a:cubicBezTo>
                    <a:pt x="61" y="16"/>
                    <a:pt x="60" y="13"/>
                    <a:pt x="59" y="10"/>
                  </a:cubicBezTo>
                  <a:cubicBezTo>
                    <a:pt x="58" y="8"/>
                    <a:pt x="58" y="7"/>
                    <a:pt x="58" y="5"/>
                  </a:cubicBezTo>
                  <a:cubicBezTo>
                    <a:pt x="58" y="5"/>
                    <a:pt x="58" y="5"/>
                    <a:pt x="58" y="5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9" y="4"/>
                    <a:pt x="59" y="3"/>
                    <a:pt x="60" y="3"/>
                  </a:cubicBezTo>
                  <a:cubicBezTo>
                    <a:pt x="62" y="1"/>
                    <a:pt x="63" y="0"/>
                    <a:pt x="65" y="0"/>
                  </a:cubicBezTo>
                  <a:close/>
                  <a:moveTo>
                    <a:pt x="67" y="2"/>
                  </a:moveTo>
                  <a:cubicBezTo>
                    <a:pt x="65" y="1"/>
                    <a:pt x="63" y="2"/>
                    <a:pt x="61" y="4"/>
                  </a:cubicBezTo>
                  <a:cubicBezTo>
                    <a:pt x="60" y="4"/>
                    <a:pt x="60" y="5"/>
                    <a:pt x="59" y="5"/>
                  </a:cubicBezTo>
                  <a:cubicBezTo>
                    <a:pt x="59" y="7"/>
                    <a:pt x="60" y="8"/>
                    <a:pt x="60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0" y="8"/>
                    <a:pt x="60" y="7"/>
                    <a:pt x="61" y="5"/>
                  </a:cubicBezTo>
                  <a:cubicBezTo>
                    <a:pt x="62" y="3"/>
                    <a:pt x="65" y="3"/>
                    <a:pt x="66" y="2"/>
                  </a:cubicBezTo>
                  <a:cubicBezTo>
                    <a:pt x="66" y="2"/>
                    <a:pt x="67" y="2"/>
                    <a:pt x="67" y="2"/>
                  </a:cubicBezTo>
                  <a:close/>
                  <a:moveTo>
                    <a:pt x="77" y="14"/>
                  </a:moveTo>
                  <a:cubicBezTo>
                    <a:pt x="76" y="13"/>
                    <a:pt x="76" y="13"/>
                    <a:pt x="76" y="13"/>
                  </a:cubicBezTo>
                  <a:cubicBezTo>
                    <a:pt x="78" y="11"/>
                    <a:pt x="78" y="8"/>
                    <a:pt x="77" y="6"/>
                  </a:cubicBezTo>
                  <a:cubicBezTo>
                    <a:pt x="75" y="3"/>
                    <a:pt x="73" y="1"/>
                    <a:pt x="72" y="2"/>
                  </a:cubicBezTo>
                  <a:cubicBezTo>
                    <a:pt x="73" y="5"/>
                    <a:pt x="76" y="11"/>
                    <a:pt x="73" y="15"/>
                  </a:cubicBezTo>
                  <a:cubicBezTo>
                    <a:pt x="72" y="16"/>
                    <a:pt x="70" y="17"/>
                    <a:pt x="67" y="17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5" y="12"/>
                    <a:pt x="66" y="10"/>
                    <a:pt x="68" y="8"/>
                  </a:cubicBezTo>
                  <a:cubicBezTo>
                    <a:pt x="68" y="8"/>
                    <a:pt x="68" y="7"/>
                    <a:pt x="69" y="7"/>
                  </a:cubicBezTo>
                  <a:cubicBezTo>
                    <a:pt x="69" y="6"/>
                    <a:pt x="68" y="6"/>
                    <a:pt x="68" y="6"/>
                  </a:cubicBezTo>
                  <a:cubicBezTo>
                    <a:pt x="67" y="6"/>
                    <a:pt x="66" y="7"/>
                    <a:pt x="65" y="8"/>
                  </a:cubicBezTo>
                  <a:cubicBezTo>
                    <a:pt x="64" y="10"/>
                    <a:pt x="63" y="11"/>
                    <a:pt x="61" y="12"/>
                  </a:cubicBezTo>
                  <a:cubicBezTo>
                    <a:pt x="61" y="12"/>
                    <a:pt x="61" y="12"/>
                    <a:pt x="61" y="12"/>
                  </a:cubicBezTo>
                  <a:cubicBezTo>
                    <a:pt x="61" y="14"/>
                    <a:pt x="62" y="17"/>
                    <a:pt x="60" y="18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53" y="18"/>
                    <a:pt x="46" y="17"/>
                    <a:pt x="39" y="16"/>
                  </a:cubicBezTo>
                  <a:cubicBezTo>
                    <a:pt x="32" y="15"/>
                    <a:pt x="26" y="14"/>
                    <a:pt x="20" y="14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15" y="14"/>
                    <a:pt x="11" y="15"/>
                    <a:pt x="7" y="17"/>
                  </a:cubicBezTo>
                  <a:cubicBezTo>
                    <a:pt x="9" y="16"/>
                    <a:pt x="11" y="16"/>
                    <a:pt x="13" y="16"/>
                  </a:cubicBezTo>
                  <a:cubicBezTo>
                    <a:pt x="18" y="16"/>
                    <a:pt x="24" y="18"/>
                    <a:pt x="29" y="19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4" y="18"/>
                    <a:pt x="37" y="17"/>
                    <a:pt x="40" y="17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5" y="17"/>
                    <a:pt x="49" y="18"/>
                    <a:pt x="54" y="19"/>
                  </a:cubicBezTo>
                  <a:cubicBezTo>
                    <a:pt x="55" y="19"/>
                    <a:pt x="57" y="20"/>
                    <a:pt x="58" y="20"/>
                  </a:cubicBezTo>
                  <a:cubicBezTo>
                    <a:pt x="60" y="20"/>
                    <a:pt x="60" y="20"/>
                    <a:pt x="60" y="20"/>
                  </a:cubicBezTo>
                  <a:cubicBezTo>
                    <a:pt x="59" y="21"/>
                    <a:pt x="59" y="21"/>
                    <a:pt x="59" y="21"/>
                  </a:cubicBezTo>
                  <a:cubicBezTo>
                    <a:pt x="56" y="23"/>
                    <a:pt x="53" y="24"/>
                    <a:pt x="50" y="24"/>
                  </a:cubicBezTo>
                  <a:cubicBezTo>
                    <a:pt x="47" y="24"/>
                    <a:pt x="43" y="23"/>
                    <a:pt x="40" y="22"/>
                  </a:cubicBezTo>
                  <a:cubicBezTo>
                    <a:pt x="37" y="21"/>
                    <a:pt x="34" y="20"/>
                    <a:pt x="31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1" y="20"/>
                    <a:pt x="31" y="20"/>
                  </a:cubicBezTo>
                  <a:cubicBezTo>
                    <a:pt x="36" y="22"/>
                    <a:pt x="41" y="24"/>
                    <a:pt x="46" y="24"/>
                  </a:cubicBezTo>
                  <a:cubicBezTo>
                    <a:pt x="47" y="24"/>
                    <a:pt x="48" y="24"/>
                    <a:pt x="49" y="24"/>
                  </a:cubicBezTo>
                  <a:cubicBezTo>
                    <a:pt x="61" y="24"/>
                    <a:pt x="72" y="20"/>
                    <a:pt x="82" y="16"/>
                  </a:cubicBezTo>
                  <a:cubicBezTo>
                    <a:pt x="84" y="16"/>
                    <a:pt x="86" y="15"/>
                    <a:pt x="88" y="14"/>
                  </a:cubicBezTo>
                  <a:cubicBezTo>
                    <a:pt x="88" y="14"/>
                    <a:pt x="88" y="14"/>
                    <a:pt x="88" y="14"/>
                  </a:cubicBezTo>
                  <a:cubicBezTo>
                    <a:pt x="87" y="13"/>
                    <a:pt x="87" y="12"/>
                    <a:pt x="87" y="12"/>
                  </a:cubicBezTo>
                  <a:cubicBezTo>
                    <a:pt x="88" y="10"/>
                    <a:pt x="91" y="9"/>
                    <a:pt x="94" y="7"/>
                  </a:cubicBezTo>
                  <a:cubicBezTo>
                    <a:pt x="97" y="7"/>
                    <a:pt x="99" y="6"/>
                    <a:pt x="100" y="5"/>
                  </a:cubicBezTo>
                  <a:cubicBezTo>
                    <a:pt x="101" y="4"/>
                    <a:pt x="101" y="4"/>
                    <a:pt x="101" y="4"/>
                  </a:cubicBezTo>
                  <a:cubicBezTo>
                    <a:pt x="92" y="6"/>
                    <a:pt x="84" y="9"/>
                    <a:pt x="77" y="14"/>
                  </a:cubicBezTo>
                  <a:close/>
                  <a:moveTo>
                    <a:pt x="126" y="98"/>
                  </a:moveTo>
                  <a:cubicBezTo>
                    <a:pt x="126" y="98"/>
                    <a:pt x="125" y="98"/>
                    <a:pt x="125" y="98"/>
                  </a:cubicBezTo>
                  <a:cubicBezTo>
                    <a:pt x="124" y="98"/>
                    <a:pt x="124" y="98"/>
                    <a:pt x="124" y="98"/>
                  </a:cubicBezTo>
                  <a:cubicBezTo>
                    <a:pt x="124" y="97"/>
                    <a:pt x="124" y="97"/>
                    <a:pt x="124" y="97"/>
                  </a:cubicBezTo>
                  <a:cubicBezTo>
                    <a:pt x="123" y="85"/>
                    <a:pt x="129" y="74"/>
                    <a:pt x="135" y="64"/>
                  </a:cubicBezTo>
                  <a:cubicBezTo>
                    <a:pt x="141" y="54"/>
                    <a:pt x="147" y="45"/>
                    <a:pt x="146" y="34"/>
                  </a:cubicBezTo>
                  <a:cubicBezTo>
                    <a:pt x="144" y="15"/>
                    <a:pt x="130" y="4"/>
                    <a:pt x="110" y="4"/>
                  </a:cubicBezTo>
                  <a:cubicBezTo>
                    <a:pt x="107" y="4"/>
                    <a:pt x="104" y="4"/>
                    <a:pt x="101" y="4"/>
                  </a:cubicBezTo>
                  <a:cubicBezTo>
                    <a:pt x="102" y="5"/>
                    <a:pt x="102" y="5"/>
                    <a:pt x="102" y="5"/>
                  </a:cubicBezTo>
                  <a:cubicBezTo>
                    <a:pt x="102" y="6"/>
                    <a:pt x="102" y="6"/>
                    <a:pt x="102" y="7"/>
                  </a:cubicBezTo>
                  <a:cubicBezTo>
                    <a:pt x="101" y="9"/>
                    <a:pt x="99" y="10"/>
                    <a:pt x="96" y="11"/>
                  </a:cubicBezTo>
                  <a:cubicBezTo>
                    <a:pt x="93" y="11"/>
                    <a:pt x="90" y="12"/>
                    <a:pt x="89" y="14"/>
                  </a:cubicBezTo>
                  <a:cubicBezTo>
                    <a:pt x="97" y="11"/>
                    <a:pt x="106" y="8"/>
                    <a:pt x="115" y="8"/>
                  </a:cubicBezTo>
                  <a:cubicBezTo>
                    <a:pt x="121" y="8"/>
                    <a:pt x="127" y="9"/>
                    <a:pt x="132" y="12"/>
                  </a:cubicBezTo>
                  <a:cubicBezTo>
                    <a:pt x="133" y="12"/>
                    <a:pt x="133" y="12"/>
                    <a:pt x="133" y="12"/>
                  </a:cubicBezTo>
                  <a:cubicBezTo>
                    <a:pt x="133" y="12"/>
                    <a:pt x="133" y="12"/>
                    <a:pt x="133" y="12"/>
                  </a:cubicBezTo>
                  <a:cubicBezTo>
                    <a:pt x="145" y="27"/>
                    <a:pt x="137" y="40"/>
                    <a:pt x="130" y="52"/>
                  </a:cubicBezTo>
                  <a:cubicBezTo>
                    <a:pt x="126" y="58"/>
                    <a:pt x="123" y="64"/>
                    <a:pt x="122" y="71"/>
                  </a:cubicBezTo>
                  <a:cubicBezTo>
                    <a:pt x="120" y="76"/>
                    <a:pt x="121" y="80"/>
                    <a:pt x="121" y="84"/>
                  </a:cubicBezTo>
                  <a:cubicBezTo>
                    <a:pt x="122" y="72"/>
                    <a:pt x="126" y="63"/>
                    <a:pt x="131" y="55"/>
                  </a:cubicBezTo>
                  <a:cubicBezTo>
                    <a:pt x="135" y="47"/>
                    <a:pt x="139" y="39"/>
                    <a:pt x="140" y="28"/>
                  </a:cubicBezTo>
                  <a:cubicBezTo>
                    <a:pt x="139" y="27"/>
                    <a:pt x="138" y="25"/>
                    <a:pt x="139" y="24"/>
                  </a:cubicBezTo>
                  <a:cubicBezTo>
                    <a:pt x="139" y="24"/>
                    <a:pt x="139" y="24"/>
                    <a:pt x="140" y="24"/>
                  </a:cubicBezTo>
                  <a:cubicBezTo>
                    <a:pt x="140" y="24"/>
                    <a:pt x="140" y="24"/>
                    <a:pt x="140" y="24"/>
                  </a:cubicBezTo>
                  <a:cubicBezTo>
                    <a:pt x="141" y="24"/>
                    <a:pt x="142" y="24"/>
                    <a:pt x="143" y="26"/>
                  </a:cubicBezTo>
                  <a:cubicBezTo>
                    <a:pt x="143" y="26"/>
                    <a:pt x="143" y="26"/>
                    <a:pt x="143" y="26"/>
                  </a:cubicBezTo>
                  <a:cubicBezTo>
                    <a:pt x="145" y="43"/>
                    <a:pt x="139" y="55"/>
                    <a:pt x="133" y="66"/>
                  </a:cubicBezTo>
                  <a:cubicBezTo>
                    <a:pt x="129" y="73"/>
                    <a:pt x="125" y="81"/>
                    <a:pt x="123" y="89"/>
                  </a:cubicBezTo>
                  <a:cubicBezTo>
                    <a:pt x="123" y="90"/>
                    <a:pt x="123" y="90"/>
                    <a:pt x="123" y="90"/>
                  </a:cubicBezTo>
                  <a:cubicBezTo>
                    <a:pt x="123" y="94"/>
                    <a:pt x="124" y="97"/>
                    <a:pt x="124" y="102"/>
                  </a:cubicBezTo>
                  <a:cubicBezTo>
                    <a:pt x="125" y="105"/>
                    <a:pt x="125" y="108"/>
                    <a:pt x="125" y="112"/>
                  </a:cubicBezTo>
                  <a:cubicBezTo>
                    <a:pt x="125" y="124"/>
                    <a:pt x="125" y="135"/>
                    <a:pt x="135" y="137"/>
                  </a:cubicBezTo>
                  <a:cubicBezTo>
                    <a:pt x="129" y="133"/>
                    <a:pt x="129" y="124"/>
                    <a:pt x="129" y="115"/>
                  </a:cubicBezTo>
                  <a:cubicBezTo>
                    <a:pt x="129" y="112"/>
                    <a:pt x="129" y="112"/>
                    <a:pt x="129" y="112"/>
                  </a:cubicBezTo>
                  <a:cubicBezTo>
                    <a:pt x="130" y="112"/>
                    <a:pt x="130" y="112"/>
                    <a:pt x="130" y="112"/>
                  </a:cubicBezTo>
                  <a:cubicBezTo>
                    <a:pt x="133" y="115"/>
                    <a:pt x="137" y="116"/>
                    <a:pt x="141" y="116"/>
                  </a:cubicBezTo>
                  <a:cubicBezTo>
                    <a:pt x="143" y="116"/>
                    <a:pt x="145" y="115"/>
                    <a:pt x="147" y="114"/>
                  </a:cubicBezTo>
                  <a:cubicBezTo>
                    <a:pt x="147" y="112"/>
                    <a:pt x="147" y="109"/>
                    <a:pt x="147" y="106"/>
                  </a:cubicBezTo>
                  <a:cubicBezTo>
                    <a:pt x="147" y="103"/>
                    <a:pt x="147" y="100"/>
                    <a:pt x="147" y="98"/>
                  </a:cubicBezTo>
                  <a:cubicBezTo>
                    <a:pt x="147" y="98"/>
                    <a:pt x="147" y="98"/>
                    <a:pt x="147" y="98"/>
                  </a:cubicBezTo>
                  <a:cubicBezTo>
                    <a:pt x="146" y="99"/>
                    <a:pt x="145" y="99"/>
                    <a:pt x="144" y="99"/>
                  </a:cubicBezTo>
                  <a:cubicBezTo>
                    <a:pt x="143" y="99"/>
                    <a:pt x="142" y="99"/>
                    <a:pt x="141" y="99"/>
                  </a:cubicBezTo>
                  <a:cubicBezTo>
                    <a:pt x="138" y="98"/>
                    <a:pt x="136" y="97"/>
                    <a:pt x="134" y="98"/>
                  </a:cubicBezTo>
                  <a:cubicBezTo>
                    <a:pt x="131" y="99"/>
                    <a:pt x="131" y="99"/>
                    <a:pt x="131" y="99"/>
                  </a:cubicBezTo>
                  <a:cubicBezTo>
                    <a:pt x="133" y="97"/>
                    <a:pt x="133" y="97"/>
                    <a:pt x="133" y="97"/>
                  </a:cubicBezTo>
                  <a:cubicBezTo>
                    <a:pt x="137" y="93"/>
                    <a:pt x="142" y="93"/>
                    <a:pt x="147" y="97"/>
                  </a:cubicBezTo>
                  <a:cubicBezTo>
                    <a:pt x="147" y="97"/>
                    <a:pt x="147" y="97"/>
                    <a:pt x="147" y="97"/>
                  </a:cubicBezTo>
                  <a:cubicBezTo>
                    <a:pt x="147" y="96"/>
                    <a:pt x="146" y="95"/>
                    <a:pt x="146" y="94"/>
                  </a:cubicBezTo>
                  <a:cubicBezTo>
                    <a:pt x="145" y="93"/>
                    <a:pt x="143" y="93"/>
                    <a:pt x="142" y="93"/>
                  </a:cubicBezTo>
                  <a:cubicBezTo>
                    <a:pt x="139" y="93"/>
                    <a:pt x="136" y="94"/>
                    <a:pt x="133" y="96"/>
                  </a:cubicBezTo>
                  <a:cubicBezTo>
                    <a:pt x="130" y="97"/>
                    <a:pt x="128" y="98"/>
                    <a:pt x="126" y="98"/>
                  </a:cubicBezTo>
                  <a:close/>
                  <a:moveTo>
                    <a:pt x="88" y="12"/>
                  </a:moveTo>
                  <a:cubicBezTo>
                    <a:pt x="90" y="11"/>
                    <a:pt x="93" y="10"/>
                    <a:pt x="95" y="9"/>
                  </a:cubicBezTo>
                  <a:cubicBezTo>
                    <a:pt x="98" y="8"/>
                    <a:pt x="100" y="8"/>
                    <a:pt x="101" y="7"/>
                  </a:cubicBezTo>
                  <a:cubicBezTo>
                    <a:pt x="101" y="7"/>
                    <a:pt x="101" y="6"/>
                    <a:pt x="101" y="6"/>
                  </a:cubicBezTo>
                  <a:cubicBezTo>
                    <a:pt x="99" y="7"/>
                    <a:pt x="97" y="8"/>
                    <a:pt x="95" y="9"/>
                  </a:cubicBezTo>
                  <a:cubicBezTo>
                    <a:pt x="92" y="10"/>
                    <a:pt x="89" y="11"/>
                    <a:pt x="88" y="12"/>
                  </a:cubicBezTo>
                  <a:close/>
                  <a:moveTo>
                    <a:pt x="56" y="21"/>
                  </a:moveTo>
                  <a:cubicBezTo>
                    <a:pt x="55" y="21"/>
                    <a:pt x="54" y="21"/>
                    <a:pt x="53" y="20"/>
                  </a:cubicBezTo>
                  <a:cubicBezTo>
                    <a:pt x="49" y="19"/>
                    <a:pt x="45" y="19"/>
                    <a:pt x="40" y="19"/>
                  </a:cubicBezTo>
                  <a:cubicBezTo>
                    <a:pt x="39" y="19"/>
                    <a:pt x="37" y="19"/>
                    <a:pt x="35" y="19"/>
                  </a:cubicBezTo>
                  <a:cubicBezTo>
                    <a:pt x="37" y="20"/>
                    <a:pt x="38" y="20"/>
                    <a:pt x="40" y="20"/>
                  </a:cubicBezTo>
                  <a:cubicBezTo>
                    <a:pt x="44" y="21"/>
                    <a:pt x="47" y="22"/>
                    <a:pt x="50" y="22"/>
                  </a:cubicBezTo>
                  <a:cubicBezTo>
                    <a:pt x="52" y="22"/>
                    <a:pt x="54" y="22"/>
                    <a:pt x="56" y="21"/>
                  </a:cubicBezTo>
                  <a:close/>
                  <a:moveTo>
                    <a:pt x="141" y="27"/>
                  </a:moveTo>
                  <a:cubicBezTo>
                    <a:pt x="141" y="26"/>
                    <a:pt x="141" y="26"/>
                    <a:pt x="140" y="25"/>
                  </a:cubicBezTo>
                  <a:cubicBezTo>
                    <a:pt x="141" y="26"/>
                    <a:pt x="141" y="27"/>
                    <a:pt x="141" y="27"/>
                  </a:cubicBezTo>
                  <a:cubicBezTo>
                    <a:pt x="141" y="28"/>
                    <a:pt x="141" y="28"/>
                    <a:pt x="141" y="28"/>
                  </a:cubicBezTo>
                  <a:cubicBezTo>
                    <a:pt x="141" y="28"/>
                    <a:pt x="141" y="28"/>
                    <a:pt x="141" y="28"/>
                  </a:cubicBezTo>
                  <a:cubicBezTo>
                    <a:pt x="141" y="40"/>
                    <a:pt x="136" y="48"/>
                    <a:pt x="132" y="56"/>
                  </a:cubicBezTo>
                  <a:cubicBezTo>
                    <a:pt x="128" y="64"/>
                    <a:pt x="123" y="72"/>
                    <a:pt x="123" y="84"/>
                  </a:cubicBezTo>
                  <a:cubicBezTo>
                    <a:pt x="125" y="77"/>
                    <a:pt x="128" y="71"/>
                    <a:pt x="131" y="66"/>
                  </a:cubicBezTo>
                  <a:cubicBezTo>
                    <a:pt x="138" y="54"/>
                    <a:pt x="144" y="43"/>
                    <a:pt x="141" y="27"/>
                  </a:cubicBezTo>
                  <a:close/>
                  <a:moveTo>
                    <a:pt x="145" y="98"/>
                  </a:moveTo>
                  <a:cubicBezTo>
                    <a:pt x="142" y="95"/>
                    <a:pt x="139" y="95"/>
                    <a:pt x="136" y="96"/>
                  </a:cubicBezTo>
                  <a:cubicBezTo>
                    <a:pt x="138" y="96"/>
                    <a:pt x="140" y="97"/>
                    <a:pt x="141" y="97"/>
                  </a:cubicBezTo>
                  <a:cubicBezTo>
                    <a:pt x="143" y="98"/>
                    <a:pt x="144" y="98"/>
                    <a:pt x="145" y="98"/>
                  </a:cubicBezTo>
                  <a:close/>
                  <a:moveTo>
                    <a:pt x="132" y="100"/>
                  </a:moveTo>
                  <a:cubicBezTo>
                    <a:pt x="142" y="100"/>
                    <a:pt x="142" y="100"/>
                    <a:pt x="142" y="100"/>
                  </a:cubicBezTo>
                  <a:cubicBezTo>
                    <a:pt x="143" y="100"/>
                    <a:pt x="143" y="100"/>
                    <a:pt x="143" y="100"/>
                  </a:cubicBezTo>
                  <a:cubicBezTo>
                    <a:pt x="146" y="102"/>
                    <a:pt x="146" y="108"/>
                    <a:pt x="146" y="113"/>
                  </a:cubicBezTo>
                  <a:cubicBezTo>
                    <a:pt x="146" y="114"/>
                    <a:pt x="146" y="114"/>
                    <a:pt x="146" y="114"/>
                  </a:cubicBezTo>
                  <a:cubicBezTo>
                    <a:pt x="145" y="114"/>
                    <a:pt x="145" y="114"/>
                    <a:pt x="145" y="114"/>
                  </a:cubicBezTo>
                  <a:cubicBezTo>
                    <a:pt x="138" y="115"/>
                    <a:pt x="132" y="112"/>
                    <a:pt x="130" y="108"/>
                  </a:cubicBezTo>
                  <a:cubicBezTo>
                    <a:pt x="129" y="105"/>
                    <a:pt x="129" y="102"/>
                    <a:pt x="132" y="100"/>
                  </a:cubicBezTo>
                  <a:close/>
                  <a:moveTo>
                    <a:pt x="142" y="101"/>
                  </a:moveTo>
                  <a:cubicBezTo>
                    <a:pt x="133" y="101"/>
                    <a:pt x="133" y="101"/>
                    <a:pt x="133" y="101"/>
                  </a:cubicBezTo>
                  <a:cubicBezTo>
                    <a:pt x="131" y="103"/>
                    <a:pt x="130" y="105"/>
                    <a:pt x="131" y="107"/>
                  </a:cubicBezTo>
                  <a:cubicBezTo>
                    <a:pt x="133" y="111"/>
                    <a:pt x="138" y="113"/>
                    <a:pt x="144" y="112"/>
                  </a:cubicBezTo>
                  <a:cubicBezTo>
                    <a:pt x="145" y="106"/>
                    <a:pt x="144" y="103"/>
                    <a:pt x="142" y="10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09" name="Freeform 51"/>
            <p:cNvSpPr>
              <a:spLocks noEditPoints="1"/>
            </p:cNvSpPr>
            <p:nvPr/>
          </p:nvSpPr>
          <p:spPr bwMode="auto">
            <a:xfrm>
              <a:off x="4205288" y="5753100"/>
              <a:ext cx="303213" cy="344488"/>
            </a:xfrm>
            <a:custGeom>
              <a:avLst/>
              <a:gdLst>
                <a:gd name="T0" fmla="*/ 47 w 135"/>
                <a:gd name="T1" fmla="*/ 133 h 153"/>
                <a:gd name="T2" fmla="*/ 91 w 135"/>
                <a:gd name="T3" fmla="*/ 114 h 153"/>
                <a:gd name="T4" fmla="*/ 47 w 135"/>
                <a:gd name="T5" fmla="*/ 138 h 153"/>
                <a:gd name="T6" fmla="*/ 0 w 135"/>
                <a:gd name="T7" fmla="*/ 124 h 153"/>
                <a:gd name="T8" fmla="*/ 4 w 135"/>
                <a:gd name="T9" fmla="*/ 133 h 153"/>
                <a:gd name="T10" fmla="*/ 97 w 135"/>
                <a:gd name="T11" fmla="*/ 109 h 153"/>
                <a:gd name="T12" fmla="*/ 100 w 135"/>
                <a:gd name="T13" fmla="*/ 94 h 153"/>
                <a:gd name="T14" fmla="*/ 125 w 135"/>
                <a:gd name="T15" fmla="*/ 22 h 153"/>
                <a:gd name="T16" fmla="*/ 101 w 135"/>
                <a:gd name="T17" fmla="*/ 15 h 153"/>
                <a:gd name="T18" fmla="*/ 114 w 135"/>
                <a:gd name="T19" fmla="*/ 5 h 153"/>
                <a:gd name="T20" fmla="*/ 132 w 135"/>
                <a:gd name="T21" fmla="*/ 30 h 153"/>
                <a:gd name="T22" fmla="*/ 107 w 135"/>
                <a:gd name="T23" fmla="*/ 106 h 153"/>
                <a:gd name="T24" fmla="*/ 100 w 135"/>
                <a:gd name="T25" fmla="*/ 137 h 153"/>
                <a:gd name="T26" fmla="*/ 95 w 135"/>
                <a:gd name="T27" fmla="*/ 113 h 153"/>
                <a:gd name="T28" fmla="*/ 47 w 135"/>
                <a:gd name="T29" fmla="*/ 133 h 153"/>
                <a:gd name="T30" fmla="*/ 102 w 135"/>
                <a:gd name="T31" fmla="*/ 107 h 153"/>
                <a:gd name="T32" fmla="*/ 128 w 135"/>
                <a:gd name="T33" fmla="*/ 36 h 153"/>
                <a:gd name="T34" fmla="*/ 102 w 135"/>
                <a:gd name="T35" fmla="*/ 107 h 153"/>
                <a:gd name="T36" fmla="*/ 114 w 135"/>
                <a:gd name="T37" fmla="*/ 110 h 153"/>
                <a:gd name="T38" fmla="*/ 118 w 135"/>
                <a:gd name="T39" fmla="*/ 128 h 153"/>
                <a:gd name="T40" fmla="*/ 114 w 135"/>
                <a:gd name="T41" fmla="*/ 110 h 153"/>
                <a:gd name="T42" fmla="*/ 104 w 135"/>
                <a:gd name="T43" fmla="*/ 110 h 153"/>
                <a:gd name="T44" fmla="*/ 102 w 135"/>
                <a:gd name="T45" fmla="*/ 131 h 153"/>
                <a:gd name="T46" fmla="*/ 115 w 135"/>
                <a:gd name="T47" fmla="*/ 133 h 153"/>
                <a:gd name="T48" fmla="*/ 104 w 135"/>
                <a:gd name="T49" fmla="*/ 110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35" h="153">
                  <a:moveTo>
                    <a:pt x="47" y="133"/>
                  </a:moveTo>
                  <a:cubicBezTo>
                    <a:pt x="62" y="133"/>
                    <a:pt x="76" y="119"/>
                    <a:pt x="91" y="114"/>
                  </a:cubicBezTo>
                  <a:cubicBezTo>
                    <a:pt x="82" y="120"/>
                    <a:pt x="63" y="134"/>
                    <a:pt x="47" y="138"/>
                  </a:cubicBezTo>
                  <a:cubicBezTo>
                    <a:pt x="28" y="143"/>
                    <a:pt x="0" y="144"/>
                    <a:pt x="0" y="124"/>
                  </a:cubicBezTo>
                  <a:cubicBezTo>
                    <a:pt x="6" y="123"/>
                    <a:pt x="1" y="132"/>
                    <a:pt x="4" y="133"/>
                  </a:cubicBezTo>
                  <a:cubicBezTo>
                    <a:pt x="38" y="148"/>
                    <a:pt x="65" y="113"/>
                    <a:pt x="97" y="109"/>
                  </a:cubicBezTo>
                  <a:cubicBezTo>
                    <a:pt x="98" y="104"/>
                    <a:pt x="100" y="100"/>
                    <a:pt x="100" y="94"/>
                  </a:cubicBezTo>
                  <a:cubicBezTo>
                    <a:pt x="109" y="85"/>
                    <a:pt x="131" y="46"/>
                    <a:pt x="125" y="22"/>
                  </a:cubicBezTo>
                  <a:cubicBezTo>
                    <a:pt x="123" y="12"/>
                    <a:pt x="109" y="0"/>
                    <a:pt x="101" y="15"/>
                  </a:cubicBezTo>
                  <a:cubicBezTo>
                    <a:pt x="97" y="9"/>
                    <a:pt x="107" y="4"/>
                    <a:pt x="114" y="5"/>
                  </a:cubicBezTo>
                  <a:cubicBezTo>
                    <a:pt x="125" y="6"/>
                    <a:pt x="131" y="18"/>
                    <a:pt x="132" y="30"/>
                  </a:cubicBezTo>
                  <a:cubicBezTo>
                    <a:pt x="135" y="56"/>
                    <a:pt x="111" y="90"/>
                    <a:pt x="107" y="106"/>
                  </a:cubicBezTo>
                  <a:cubicBezTo>
                    <a:pt x="133" y="105"/>
                    <a:pt x="126" y="153"/>
                    <a:pt x="100" y="137"/>
                  </a:cubicBezTo>
                  <a:cubicBezTo>
                    <a:pt x="97" y="130"/>
                    <a:pt x="98" y="120"/>
                    <a:pt x="95" y="113"/>
                  </a:cubicBezTo>
                  <a:cubicBezTo>
                    <a:pt x="78" y="113"/>
                    <a:pt x="63" y="127"/>
                    <a:pt x="47" y="133"/>
                  </a:cubicBezTo>
                  <a:close/>
                  <a:moveTo>
                    <a:pt x="102" y="107"/>
                  </a:moveTo>
                  <a:cubicBezTo>
                    <a:pt x="112" y="84"/>
                    <a:pt x="130" y="63"/>
                    <a:pt x="128" y="36"/>
                  </a:cubicBezTo>
                  <a:cubicBezTo>
                    <a:pt x="126" y="65"/>
                    <a:pt x="105" y="83"/>
                    <a:pt x="102" y="107"/>
                  </a:cubicBezTo>
                  <a:close/>
                  <a:moveTo>
                    <a:pt x="114" y="110"/>
                  </a:moveTo>
                  <a:cubicBezTo>
                    <a:pt x="117" y="118"/>
                    <a:pt x="121" y="121"/>
                    <a:pt x="118" y="128"/>
                  </a:cubicBezTo>
                  <a:cubicBezTo>
                    <a:pt x="128" y="125"/>
                    <a:pt x="119" y="112"/>
                    <a:pt x="114" y="110"/>
                  </a:cubicBezTo>
                  <a:close/>
                  <a:moveTo>
                    <a:pt x="104" y="110"/>
                  </a:moveTo>
                  <a:cubicBezTo>
                    <a:pt x="100" y="114"/>
                    <a:pt x="100" y="125"/>
                    <a:pt x="102" y="131"/>
                  </a:cubicBezTo>
                  <a:cubicBezTo>
                    <a:pt x="108" y="132"/>
                    <a:pt x="110" y="135"/>
                    <a:pt x="115" y="133"/>
                  </a:cubicBezTo>
                  <a:cubicBezTo>
                    <a:pt x="120" y="121"/>
                    <a:pt x="114" y="111"/>
                    <a:pt x="104" y="1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10" name="Freeform 52"/>
            <p:cNvSpPr>
              <a:spLocks noEditPoints="1"/>
            </p:cNvSpPr>
            <p:nvPr/>
          </p:nvSpPr>
          <p:spPr bwMode="auto">
            <a:xfrm>
              <a:off x="4202113" y="5762625"/>
              <a:ext cx="306388" cy="311150"/>
            </a:xfrm>
            <a:custGeom>
              <a:avLst/>
              <a:gdLst>
                <a:gd name="T0" fmla="*/ 0 w 136"/>
                <a:gd name="T1" fmla="*/ 120 h 138"/>
                <a:gd name="T2" fmla="*/ 4 w 136"/>
                <a:gd name="T3" fmla="*/ 120 h 138"/>
                <a:gd name="T4" fmla="*/ 23 w 136"/>
                <a:gd name="T5" fmla="*/ 132 h 138"/>
                <a:gd name="T6" fmla="*/ 97 w 136"/>
                <a:gd name="T7" fmla="*/ 104 h 138"/>
                <a:gd name="T8" fmla="*/ 100 w 136"/>
                <a:gd name="T9" fmla="*/ 90 h 138"/>
                <a:gd name="T10" fmla="*/ 103 w 136"/>
                <a:gd name="T11" fmla="*/ 11 h 138"/>
                <a:gd name="T12" fmla="*/ 101 w 136"/>
                <a:gd name="T13" fmla="*/ 6 h 138"/>
                <a:gd name="T14" fmla="*/ 134 w 136"/>
                <a:gd name="T15" fmla="*/ 26 h 138"/>
                <a:gd name="T16" fmla="*/ 125 w 136"/>
                <a:gd name="T17" fmla="*/ 119 h 138"/>
                <a:gd name="T18" fmla="*/ 100 w 136"/>
                <a:gd name="T19" fmla="*/ 133 h 138"/>
                <a:gd name="T20" fmla="*/ 96 w 136"/>
                <a:gd name="T21" fmla="*/ 110 h 138"/>
                <a:gd name="T22" fmla="*/ 87 w 136"/>
                <a:gd name="T23" fmla="*/ 115 h 138"/>
                <a:gd name="T24" fmla="*/ 5 w 136"/>
                <a:gd name="T25" fmla="*/ 129 h 138"/>
                <a:gd name="T26" fmla="*/ 48 w 136"/>
                <a:gd name="T27" fmla="*/ 134 h 138"/>
                <a:gd name="T28" fmla="*/ 48 w 136"/>
                <a:gd name="T29" fmla="*/ 129 h 138"/>
                <a:gd name="T30" fmla="*/ 65 w 136"/>
                <a:gd name="T31" fmla="*/ 120 h 138"/>
                <a:gd name="T32" fmla="*/ 97 w 136"/>
                <a:gd name="T33" fmla="*/ 108 h 138"/>
                <a:gd name="T34" fmla="*/ 97 w 136"/>
                <a:gd name="T35" fmla="*/ 109 h 138"/>
                <a:gd name="T36" fmla="*/ 111 w 136"/>
                <a:gd name="T37" fmla="*/ 135 h 138"/>
                <a:gd name="T38" fmla="*/ 118 w 136"/>
                <a:gd name="T39" fmla="*/ 125 h 138"/>
                <a:gd name="T40" fmla="*/ 117 w 136"/>
                <a:gd name="T41" fmla="*/ 129 h 138"/>
                <a:gd name="T42" fmla="*/ 108 w 136"/>
                <a:gd name="T43" fmla="*/ 129 h 138"/>
                <a:gd name="T44" fmla="*/ 103 w 136"/>
                <a:gd name="T45" fmla="*/ 128 h 138"/>
                <a:gd name="T46" fmla="*/ 105 w 136"/>
                <a:gd name="T47" fmla="*/ 105 h 138"/>
                <a:gd name="T48" fmla="*/ 118 w 136"/>
                <a:gd name="T49" fmla="*/ 124 h 138"/>
                <a:gd name="T50" fmla="*/ 114 w 136"/>
                <a:gd name="T51" fmla="*/ 105 h 138"/>
                <a:gd name="T52" fmla="*/ 108 w 136"/>
                <a:gd name="T53" fmla="*/ 102 h 138"/>
                <a:gd name="T54" fmla="*/ 115 w 136"/>
                <a:gd name="T55" fmla="*/ 82 h 138"/>
                <a:gd name="T56" fmla="*/ 102 w 136"/>
                <a:gd name="T57" fmla="*/ 7 h 138"/>
                <a:gd name="T58" fmla="*/ 127 w 136"/>
                <a:gd name="T59" fmla="*/ 18 h 138"/>
                <a:gd name="T60" fmla="*/ 98 w 136"/>
                <a:gd name="T61" fmla="*/ 105 h 138"/>
                <a:gd name="T62" fmla="*/ 23 w 136"/>
                <a:gd name="T63" fmla="*/ 133 h 138"/>
                <a:gd name="T64" fmla="*/ 104 w 136"/>
                <a:gd name="T65" fmla="*/ 127 h 138"/>
                <a:gd name="T66" fmla="*/ 115 w 136"/>
                <a:gd name="T67" fmla="*/ 113 h 138"/>
                <a:gd name="T68" fmla="*/ 89 w 136"/>
                <a:gd name="T69" fmla="*/ 110 h 138"/>
                <a:gd name="T70" fmla="*/ 74 w 136"/>
                <a:gd name="T71" fmla="*/ 118 h 138"/>
                <a:gd name="T72" fmla="*/ 4 w 136"/>
                <a:gd name="T73" fmla="*/ 127 h 138"/>
                <a:gd name="T74" fmla="*/ 2 w 136"/>
                <a:gd name="T75" fmla="*/ 121 h 138"/>
                <a:gd name="T76" fmla="*/ 120 w 136"/>
                <a:gd name="T77" fmla="*/ 123 h 138"/>
                <a:gd name="T78" fmla="*/ 102 w 136"/>
                <a:gd name="T79" fmla="*/ 108 h 138"/>
                <a:gd name="T80" fmla="*/ 128 w 136"/>
                <a:gd name="T81" fmla="*/ 32 h 138"/>
                <a:gd name="T82" fmla="*/ 104 w 136"/>
                <a:gd name="T83" fmla="*/ 103 h 138"/>
                <a:gd name="T84" fmla="*/ 116 w 136"/>
                <a:gd name="T85" fmla="*/ 72 h 138"/>
                <a:gd name="T86" fmla="*/ 128 w 136"/>
                <a:gd name="T87" fmla="*/ 44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36" h="138">
                  <a:moveTo>
                    <a:pt x="26" y="138"/>
                  </a:moveTo>
                  <a:cubicBezTo>
                    <a:pt x="16" y="138"/>
                    <a:pt x="9" y="136"/>
                    <a:pt x="5" y="131"/>
                  </a:cubicBezTo>
                  <a:cubicBezTo>
                    <a:pt x="2" y="129"/>
                    <a:pt x="0" y="125"/>
                    <a:pt x="0" y="120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1" y="119"/>
                    <a:pt x="1" y="119"/>
                    <a:pt x="1" y="119"/>
                  </a:cubicBezTo>
                  <a:cubicBezTo>
                    <a:pt x="2" y="119"/>
                    <a:pt x="3" y="119"/>
                    <a:pt x="4" y="120"/>
                  </a:cubicBezTo>
                  <a:cubicBezTo>
                    <a:pt x="5" y="121"/>
                    <a:pt x="5" y="123"/>
                    <a:pt x="5" y="124"/>
                  </a:cubicBezTo>
                  <a:cubicBezTo>
                    <a:pt x="5" y="126"/>
                    <a:pt x="5" y="128"/>
                    <a:pt x="6" y="128"/>
                  </a:cubicBezTo>
                  <a:cubicBezTo>
                    <a:pt x="11" y="131"/>
                    <a:pt x="17" y="132"/>
                    <a:pt x="23" y="132"/>
                  </a:cubicBezTo>
                  <a:cubicBezTo>
                    <a:pt x="37" y="132"/>
                    <a:pt x="49" y="125"/>
                    <a:pt x="63" y="118"/>
                  </a:cubicBezTo>
                  <a:cubicBezTo>
                    <a:pt x="74" y="112"/>
                    <a:pt x="85" y="106"/>
                    <a:pt x="97" y="104"/>
                  </a:cubicBezTo>
                  <a:cubicBezTo>
                    <a:pt x="97" y="104"/>
                    <a:pt x="97" y="104"/>
                    <a:pt x="97" y="104"/>
                  </a:cubicBezTo>
                  <a:cubicBezTo>
                    <a:pt x="99" y="100"/>
                    <a:pt x="100" y="96"/>
                    <a:pt x="100" y="90"/>
                  </a:cubicBezTo>
                  <a:cubicBezTo>
                    <a:pt x="100" y="90"/>
                    <a:pt x="100" y="90"/>
                    <a:pt x="100" y="90"/>
                  </a:cubicBezTo>
                  <a:cubicBezTo>
                    <a:pt x="100" y="90"/>
                    <a:pt x="100" y="90"/>
                    <a:pt x="100" y="90"/>
                  </a:cubicBezTo>
                  <a:cubicBezTo>
                    <a:pt x="109" y="81"/>
                    <a:pt x="132" y="42"/>
                    <a:pt x="125" y="18"/>
                  </a:cubicBezTo>
                  <a:cubicBezTo>
                    <a:pt x="124" y="12"/>
                    <a:pt x="117" y="4"/>
                    <a:pt x="111" y="4"/>
                  </a:cubicBezTo>
                  <a:cubicBezTo>
                    <a:pt x="108" y="4"/>
                    <a:pt x="105" y="7"/>
                    <a:pt x="103" y="11"/>
                  </a:cubicBezTo>
                  <a:cubicBezTo>
                    <a:pt x="102" y="12"/>
                    <a:pt x="102" y="12"/>
                    <a:pt x="102" y="12"/>
                  </a:cubicBezTo>
                  <a:cubicBezTo>
                    <a:pt x="101" y="11"/>
                    <a:pt x="101" y="11"/>
                    <a:pt x="101" y="11"/>
                  </a:cubicBezTo>
                  <a:cubicBezTo>
                    <a:pt x="100" y="9"/>
                    <a:pt x="100" y="8"/>
                    <a:pt x="101" y="6"/>
                  </a:cubicBezTo>
                  <a:cubicBezTo>
                    <a:pt x="103" y="2"/>
                    <a:pt x="109" y="0"/>
                    <a:pt x="114" y="0"/>
                  </a:cubicBezTo>
                  <a:cubicBezTo>
                    <a:pt x="114" y="0"/>
                    <a:pt x="114" y="0"/>
                    <a:pt x="115" y="0"/>
                  </a:cubicBezTo>
                  <a:cubicBezTo>
                    <a:pt x="127" y="1"/>
                    <a:pt x="133" y="14"/>
                    <a:pt x="134" y="26"/>
                  </a:cubicBezTo>
                  <a:cubicBezTo>
                    <a:pt x="136" y="44"/>
                    <a:pt x="125" y="66"/>
                    <a:pt x="117" y="83"/>
                  </a:cubicBezTo>
                  <a:cubicBezTo>
                    <a:pt x="113" y="90"/>
                    <a:pt x="110" y="96"/>
                    <a:pt x="109" y="101"/>
                  </a:cubicBezTo>
                  <a:cubicBezTo>
                    <a:pt x="120" y="101"/>
                    <a:pt x="125" y="110"/>
                    <a:pt x="125" y="119"/>
                  </a:cubicBezTo>
                  <a:cubicBezTo>
                    <a:pt x="125" y="128"/>
                    <a:pt x="120" y="137"/>
                    <a:pt x="111" y="137"/>
                  </a:cubicBezTo>
                  <a:cubicBezTo>
                    <a:pt x="107" y="137"/>
                    <a:pt x="104" y="136"/>
                    <a:pt x="100" y="134"/>
                  </a:cubicBezTo>
                  <a:cubicBezTo>
                    <a:pt x="100" y="133"/>
                    <a:pt x="100" y="133"/>
                    <a:pt x="100" y="133"/>
                  </a:cubicBezTo>
                  <a:cubicBezTo>
                    <a:pt x="100" y="133"/>
                    <a:pt x="100" y="133"/>
                    <a:pt x="100" y="133"/>
                  </a:cubicBezTo>
                  <a:cubicBezTo>
                    <a:pt x="98" y="130"/>
                    <a:pt x="98" y="125"/>
                    <a:pt x="97" y="120"/>
                  </a:cubicBezTo>
                  <a:cubicBezTo>
                    <a:pt x="97" y="116"/>
                    <a:pt x="97" y="113"/>
                    <a:pt x="96" y="110"/>
                  </a:cubicBezTo>
                  <a:cubicBezTo>
                    <a:pt x="95" y="110"/>
                    <a:pt x="95" y="110"/>
                    <a:pt x="94" y="110"/>
                  </a:cubicBezTo>
                  <a:cubicBezTo>
                    <a:pt x="92" y="111"/>
                    <a:pt x="92" y="111"/>
                    <a:pt x="92" y="111"/>
                  </a:cubicBezTo>
                  <a:cubicBezTo>
                    <a:pt x="91" y="112"/>
                    <a:pt x="89" y="113"/>
                    <a:pt x="87" y="115"/>
                  </a:cubicBezTo>
                  <a:cubicBezTo>
                    <a:pt x="77" y="121"/>
                    <a:pt x="61" y="132"/>
                    <a:pt x="48" y="135"/>
                  </a:cubicBezTo>
                  <a:cubicBezTo>
                    <a:pt x="41" y="137"/>
                    <a:pt x="33" y="138"/>
                    <a:pt x="26" y="138"/>
                  </a:cubicBezTo>
                  <a:close/>
                  <a:moveTo>
                    <a:pt x="5" y="129"/>
                  </a:moveTo>
                  <a:cubicBezTo>
                    <a:pt x="5" y="130"/>
                    <a:pt x="5" y="130"/>
                    <a:pt x="6" y="130"/>
                  </a:cubicBezTo>
                  <a:cubicBezTo>
                    <a:pt x="10" y="134"/>
                    <a:pt x="17" y="137"/>
                    <a:pt x="26" y="137"/>
                  </a:cubicBezTo>
                  <a:cubicBezTo>
                    <a:pt x="33" y="137"/>
                    <a:pt x="41" y="135"/>
                    <a:pt x="48" y="134"/>
                  </a:cubicBezTo>
                  <a:cubicBezTo>
                    <a:pt x="61" y="130"/>
                    <a:pt x="76" y="120"/>
                    <a:pt x="86" y="114"/>
                  </a:cubicBezTo>
                  <a:cubicBezTo>
                    <a:pt x="82" y="115"/>
                    <a:pt x="78" y="117"/>
                    <a:pt x="75" y="119"/>
                  </a:cubicBezTo>
                  <a:cubicBezTo>
                    <a:pt x="66" y="124"/>
                    <a:pt x="57" y="129"/>
                    <a:pt x="48" y="129"/>
                  </a:cubicBezTo>
                  <a:cubicBezTo>
                    <a:pt x="44" y="129"/>
                    <a:pt x="44" y="129"/>
                    <a:pt x="44" y="129"/>
                  </a:cubicBezTo>
                  <a:cubicBezTo>
                    <a:pt x="48" y="128"/>
                    <a:pt x="48" y="128"/>
                    <a:pt x="48" y="128"/>
                  </a:cubicBezTo>
                  <a:cubicBezTo>
                    <a:pt x="54" y="126"/>
                    <a:pt x="59" y="123"/>
                    <a:pt x="65" y="120"/>
                  </a:cubicBezTo>
                  <a:cubicBezTo>
                    <a:pt x="75" y="114"/>
                    <a:pt x="85" y="108"/>
                    <a:pt x="96" y="108"/>
                  </a:cubicBezTo>
                  <a:cubicBezTo>
                    <a:pt x="96" y="108"/>
                    <a:pt x="96" y="108"/>
                    <a:pt x="96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9"/>
                    <a:pt x="97" y="109"/>
                    <a:pt x="97" y="109"/>
                  </a:cubicBezTo>
                  <a:cubicBezTo>
                    <a:pt x="98" y="112"/>
                    <a:pt x="99" y="116"/>
                    <a:pt x="99" y="120"/>
                  </a:cubicBezTo>
                  <a:cubicBezTo>
                    <a:pt x="99" y="124"/>
                    <a:pt x="100" y="129"/>
                    <a:pt x="101" y="132"/>
                  </a:cubicBezTo>
                  <a:cubicBezTo>
                    <a:pt x="104" y="134"/>
                    <a:pt x="108" y="135"/>
                    <a:pt x="111" y="135"/>
                  </a:cubicBezTo>
                  <a:cubicBezTo>
                    <a:pt x="118" y="135"/>
                    <a:pt x="122" y="129"/>
                    <a:pt x="123" y="123"/>
                  </a:cubicBezTo>
                  <a:cubicBezTo>
                    <a:pt x="122" y="124"/>
                    <a:pt x="121" y="125"/>
                    <a:pt x="119" y="125"/>
                  </a:cubicBezTo>
                  <a:cubicBezTo>
                    <a:pt x="118" y="125"/>
                    <a:pt x="118" y="125"/>
                    <a:pt x="118" y="125"/>
                  </a:cubicBezTo>
                  <a:cubicBezTo>
                    <a:pt x="118" y="127"/>
                    <a:pt x="117" y="128"/>
                    <a:pt x="117" y="129"/>
                  </a:cubicBezTo>
                  <a:cubicBezTo>
                    <a:pt x="117" y="129"/>
                    <a:pt x="117" y="129"/>
                    <a:pt x="117" y="129"/>
                  </a:cubicBezTo>
                  <a:cubicBezTo>
                    <a:pt x="117" y="129"/>
                    <a:pt x="117" y="129"/>
                    <a:pt x="117" y="129"/>
                  </a:cubicBezTo>
                  <a:cubicBezTo>
                    <a:pt x="115" y="130"/>
                    <a:pt x="114" y="130"/>
                    <a:pt x="113" y="130"/>
                  </a:cubicBezTo>
                  <a:cubicBezTo>
                    <a:pt x="113" y="130"/>
                    <a:pt x="113" y="130"/>
                    <a:pt x="113" y="130"/>
                  </a:cubicBezTo>
                  <a:cubicBezTo>
                    <a:pt x="111" y="130"/>
                    <a:pt x="109" y="130"/>
                    <a:pt x="108" y="129"/>
                  </a:cubicBezTo>
                  <a:cubicBezTo>
                    <a:pt x="106" y="129"/>
                    <a:pt x="105" y="128"/>
                    <a:pt x="103" y="128"/>
                  </a:cubicBezTo>
                  <a:cubicBezTo>
                    <a:pt x="103" y="128"/>
                    <a:pt x="103" y="128"/>
                    <a:pt x="103" y="128"/>
                  </a:cubicBezTo>
                  <a:cubicBezTo>
                    <a:pt x="103" y="128"/>
                    <a:pt x="103" y="128"/>
                    <a:pt x="103" y="128"/>
                  </a:cubicBezTo>
                  <a:cubicBezTo>
                    <a:pt x="100" y="122"/>
                    <a:pt x="100" y="110"/>
                    <a:pt x="104" y="105"/>
                  </a:cubicBezTo>
                  <a:cubicBezTo>
                    <a:pt x="105" y="105"/>
                    <a:pt x="105" y="105"/>
                    <a:pt x="105" y="105"/>
                  </a:cubicBezTo>
                  <a:cubicBezTo>
                    <a:pt x="105" y="105"/>
                    <a:pt x="105" y="105"/>
                    <a:pt x="105" y="105"/>
                  </a:cubicBezTo>
                  <a:cubicBezTo>
                    <a:pt x="110" y="106"/>
                    <a:pt x="114" y="108"/>
                    <a:pt x="116" y="112"/>
                  </a:cubicBezTo>
                  <a:cubicBezTo>
                    <a:pt x="118" y="116"/>
                    <a:pt x="119" y="120"/>
                    <a:pt x="118" y="124"/>
                  </a:cubicBezTo>
                  <a:cubicBezTo>
                    <a:pt x="118" y="124"/>
                    <a:pt x="118" y="124"/>
                    <a:pt x="118" y="124"/>
                  </a:cubicBezTo>
                  <a:cubicBezTo>
                    <a:pt x="121" y="119"/>
                    <a:pt x="119" y="116"/>
                    <a:pt x="117" y="112"/>
                  </a:cubicBezTo>
                  <a:cubicBezTo>
                    <a:pt x="116" y="110"/>
                    <a:pt x="115" y="109"/>
                    <a:pt x="114" y="106"/>
                  </a:cubicBezTo>
                  <a:cubicBezTo>
                    <a:pt x="114" y="105"/>
                    <a:pt x="114" y="105"/>
                    <a:pt x="114" y="105"/>
                  </a:cubicBezTo>
                  <a:cubicBezTo>
                    <a:pt x="115" y="105"/>
                    <a:pt x="115" y="105"/>
                    <a:pt x="115" y="105"/>
                  </a:cubicBezTo>
                  <a:cubicBezTo>
                    <a:pt x="117" y="106"/>
                    <a:pt x="121" y="109"/>
                    <a:pt x="123" y="113"/>
                  </a:cubicBezTo>
                  <a:cubicBezTo>
                    <a:pt x="121" y="107"/>
                    <a:pt x="116" y="102"/>
                    <a:pt x="108" y="102"/>
                  </a:cubicBezTo>
                  <a:cubicBezTo>
                    <a:pt x="107" y="102"/>
                    <a:pt x="107" y="102"/>
                    <a:pt x="107" y="102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8" y="97"/>
                    <a:pt x="112" y="90"/>
                    <a:pt x="115" y="82"/>
                  </a:cubicBezTo>
                  <a:cubicBezTo>
                    <a:pt x="124" y="65"/>
                    <a:pt x="134" y="44"/>
                    <a:pt x="133" y="26"/>
                  </a:cubicBezTo>
                  <a:cubicBezTo>
                    <a:pt x="131" y="15"/>
                    <a:pt x="126" y="3"/>
                    <a:pt x="115" y="2"/>
                  </a:cubicBezTo>
                  <a:cubicBezTo>
                    <a:pt x="110" y="1"/>
                    <a:pt x="104" y="4"/>
                    <a:pt x="102" y="7"/>
                  </a:cubicBezTo>
                  <a:cubicBezTo>
                    <a:pt x="102" y="7"/>
                    <a:pt x="102" y="8"/>
                    <a:pt x="102" y="9"/>
                  </a:cubicBezTo>
                  <a:cubicBezTo>
                    <a:pt x="105" y="4"/>
                    <a:pt x="109" y="3"/>
                    <a:pt x="111" y="3"/>
                  </a:cubicBezTo>
                  <a:cubicBezTo>
                    <a:pt x="118" y="3"/>
                    <a:pt x="125" y="11"/>
                    <a:pt x="127" y="18"/>
                  </a:cubicBezTo>
                  <a:cubicBezTo>
                    <a:pt x="133" y="42"/>
                    <a:pt x="110" y="81"/>
                    <a:pt x="101" y="91"/>
                  </a:cubicBezTo>
                  <a:cubicBezTo>
                    <a:pt x="102" y="96"/>
                    <a:pt x="100" y="100"/>
                    <a:pt x="99" y="104"/>
                  </a:cubicBezTo>
                  <a:cubicBezTo>
                    <a:pt x="98" y="105"/>
                    <a:pt x="98" y="105"/>
                    <a:pt x="98" y="105"/>
                  </a:cubicBezTo>
                  <a:cubicBezTo>
                    <a:pt x="98" y="105"/>
                    <a:pt x="98" y="105"/>
                    <a:pt x="98" y="105"/>
                  </a:cubicBezTo>
                  <a:cubicBezTo>
                    <a:pt x="86" y="107"/>
                    <a:pt x="75" y="113"/>
                    <a:pt x="64" y="119"/>
                  </a:cubicBezTo>
                  <a:cubicBezTo>
                    <a:pt x="51" y="126"/>
                    <a:pt x="37" y="133"/>
                    <a:pt x="23" y="133"/>
                  </a:cubicBezTo>
                  <a:cubicBezTo>
                    <a:pt x="17" y="133"/>
                    <a:pt x="11" y="132"/>
                    <a:pt x="5" y="129"/>
                  </a:cubicBezTo>
                  <a:cubicBezTo>
                    <a:pt x="5" y="129"/>
                    <a:pt x="5" y="129"/>
                    <a:pt x="5" y="129"/>
                  </a:cubicBezTo>
                  <a:close/>
                  <a:moveTo>
                    <a:pt x="104" y="127"/>
                  </a:moveTo>
                  <a:cubicBezTo>
                    <a:pt x="106" y="127"/>
                    <a:pt x="107" y="127"/>
                    <a:pt x="108" y="128"/>
                  </a:cubicBezTo>
                  <a:cubicBezTo>
                    <a:pt x="111" y="129"/>
                    <a:pt x="113" y="129"/>
                    <a:pt x="116" y="128"/>
                  </a:cubicBezTo>
                  <a:cubicBezTo>
                    <a:pt x="118" y="123"/>
                    <a:pt x="118" y="117"/>
                    <a:pt x="115" y="113"/>
                  </a:cubicBezTo>
                  <a:cubicBezTo>
                    <a:pt x="113" y="110"/>
                    <a:pt x="109" y="107"/>
                    <a:pt x="105" y="107"/>
                  </a:cubicBezTo>
                  <a:cubicBezTo>
                    <a:pt x="102" y="111"/>
                    <a:pt x="102" y="121"/>
                    <a:pt x="104" y="127"/>
                  </a:cubicBezTo>
                  <a:close/>
                  <a:moveTo>
                    <a:pt x="89" y="110"/>
                  </a:moveTo>
                  <a:cubicBezTo>
                    <a:pt x="81" y="112"/>
                    <a:pt x="73" y="117"/>
                    <a:pt x="65" y="121"/>
                  </a:cubicBezTo>
                  <a:cubicBezTo>
                    <a:pt x="61" y="123"/>
                    <a:pt x="57" y="125"/>
                    <a:pt x="53" y="127"/>
                  </a:cubicBezTo>
                  <a:cubicBezTo>
                    <a:pt x="60" y="126"/>
                    <a:pt x="67" y="122"/>
                    <a:pt x="74" y="118"/>
                  </a:cubicBezTo>
                  <a:cubicBezTo>
                    <a:pt x="79" y="115"/>
                    <a:pt x="84" y="112"/>
                    <a:pt x="89" y="110"/>
                  </a:cubicBezTo>
                  <a:close/>
                  <a:moveTo>
                    <a:pt x="2" y="121"/>
                  </a:moveTo>
                  <a:cubicBezTo>
                    <a:pt x="2" y="123"/>
                    <a:pt x="3" y="125"/>
                    <a:pt x="4" y="127"/>
                  </a:cubicBezTo>
                  <a:cubicBezTo>
                    <a:pt x="3" y="127"/>
                    <a:pt x="3" y="125"/>
                    <a:pt x="3" y="124"/>
                  </a:cubicBezTo>
                  <a:cubicBezTo>
                    <a:pt x="3" y="123"/>
                    <a:pt x="4" y="122"/>
                    <a:pt x="3" y="121"/>
                  </a:cubicBezTo>
                  <a:cubicBezTo>
                    <a:pt x="3" y="121"/>
                    <a:pt x="3" y="121"/>
                    <a:pt x="2" y="121"/>
                  </a:cubicBezTo>
                  <a:close/>
                  <a:moveTo>
                    <a:pt x="116" y="108"/>
                  </a:moveTo>
                  <a:cubicBezTo>
                    <a:pt x="117" y="109"/>
                    <a:pt x="118" y="110"/>
                    <a:pt x="118" y="111"/>
                  </a:cubicBezTo>
                  <a:cubicBezTo>
                    <a:pt x="120" y="115"/>
                    <a:pt x="122" y="118"/>
                    <a:pt x="120" y="123"/>
                  </a:cubicBezTo>
                  <a:cubicBezTo>
                    <a:pt x="122" y="122"/>
                    <a:pt x="123" y="121"/>
                    <a:pt x="123" y="119"/>
                  </a:cubicBezTo>
                  <a:cubicBezTo>
                    <a:pt x="123" y="115"/>
                    <a:pt x="119" y="110"/>
                    <a:pt x="116" y="108"/>
                  </a:cubicBezTo>
                  <a:close/>
                  <a:moveTo>
                    <a:pt x="102" y="108"/>
                  </a:moveTo>
                  <a:cubicBezTo>
                    <a:pt x="103" y="103"/>
                    <a:pt x="103" y="103"/>
                    <a:pt x="103" y="103"/>
                  </a:cubicBezTo>
                  <a:cubicBezTo>
                    <a:pt x="104" y="92"/>
                    <a:pt x="109" y="82"/>
                    <a:pt x="114" y="72"/>
                  </a:cubicBezTo>
                  <a:cubicBezTo>
                    <a:pt x="121" y="60"/>
                    <a:pt x="127" y="47"/>
                    <a:pt x="128" y="32"/>
                  </a:cubicBezTo>
                  <a:cubicBezTo>
                    <a:pt x="130" y="32"/>
                    <a:pt x="130" y="32"/>
                    <a:pt x="130" y="32"/>
                  </a:cubicBezTo>
                  <a:cubicBezTo>
                    <a:pt x="131" y="51"/>
                    <a:pt x="122" y="68"/>
                    <a:pt x="114" y="84"/>
                  </a:cubicBezTo>
                  <a:cubicBezTo>
                    <a:pt x="110" y="90"/>
                    <a:pt x="107" y="97"/>
                    <a:pt x="104" y="103"/>
                  </a:cubicBezTo>
                  <a:lnTo>
                    <a:pt x="102" y="108"/>
                  </a:lnTo>
                  <a:close/>
                  <a:moveTo>
                    <a:pt x="128" y="44"/>
                  </a:moveTo>
                  <a:cubicBezTo>
                    <a:pt x="125" y="54"/>
                    <a:pt x="120" y="63"/>
                    <a:pt x="116" y="72"/>
                  </a:cubicBezTo>
                  <a:cubicBezTo>
                    <a:pt x="111" y="81"/>
                    <a:pt x="107" y="89"/>
                    <a:pt x="105" y="97"/>
                  </a:cubicBezTo>
                  <a:cubicBezTo>
                    <a:pt x="108" y="92"/>
                    <a:pt x="110" y="88"/>
                    <a:pt x="112" y="83"/>
                  </a:cubicBezTo>
                  <a:cubicBezTo>
                    <a:pt x="119" y="71"/>
                    <a:pt x="126" y="58"/>
                    <a:pt x="128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111" name="Picture Placeholder 33" descr="An empty placeholder to add an image. Click on the placeholder and select the image that you wish to add."/>
          <p:cNvSpPr>
            <a:spLocks noGrp="1" noChangeAspect="1"/>
          </p:cNvSpPr>
          <p:nvPr>
            <p:ph type="pic" sz="quarter" idx="18"/>
          </p:nvPr>
        </p:nvSpPr>
        <p:spPr>
          <a:xfrm>
            <a:off x="5546780" y="529603"/>
            <a:ext cx="2993366" cy="2305338"/>
          </a:xfrm>
          <a:solidFill>
            <a:schemeClr val="bg2"/>
          </a:solidFill>
          <a:ln w="38100">
            <a:solidFill>
              <a:schemeClr val="bg1"/>
            </a:solidFill>
          </a:ln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dirty="0"/>
          </a:p>
        </p:txBody>
      </p:sp>
      <p:grpSp>
        <p:nvGrpSpPr>
          <p:cNvPr id="112" name="Group 111"/>
          <p:cNvGrpSpPr/>
          <p:nvPr/>
        </p:nvGrpSpPr>
        <p:grpSpPr>
          <a:xfrm>
            <a:off x="5322489" y="3245640"/>
            <a:ext cx="3389607" cy="2710838"/>
            <a:chOff x="895350" y="3313113"/>
            <a:chExt cx="3613151" cy="2790825"/>
          </a:xfrm>
          <a:solidFill>
            <a:schemeClr val="tx1">
              <a:lumMod val="50000"/>
            </a:schemeClr>
          </a:solidFill>
        </p:grpSpPr>
        <p:sp>
          <p:nvSpPr>
            <p:cNvPr id="113" name="Freeform 41"/>
            <p:cNvSpPr>
              <a:spLocks/>
            </p:cNvSpPr>
            <p:nvPr/>
          </p:nvSpPr>
          <p:spPr bwMode="auto">
            <a:xfrm>
              <a:off x="963613" y="3725863"/>
              <a:ext cx="11113" cy="1952625"/>
            </a:xfrm>
            <a:custGeom>
              <a:avLst/>
              <a:gdLst>
                <a:gd name="T0" fmla="*/ 3 w 5"/>
                <a:gd name="T1" fmla="*/ 0 h 868"/>
                <a:gd name="T2" fmla="*/ 4 w 5"/>
                <a:gd name="T3" fmla="*/ 217 h 868"/>
                <a:gd name="T4" fmla="*/ 3 w 5"/>
                <a:gd name="T5" fmla="*/ 326 h 868"/>
                <a:gd name="T6" fmla="*/ 4 w 5"/>
                <a:gd name="T7" fmla="*/ 434 h 868"/>
                <a:gd name="T8" fmla="*/ 4 w 5"/>
                <a:gd name="T9" fmla="*/ 651 h 868"/>
                <a:gd name="T10" fmla="*/ 4 w 5"/>
                <a:gd name="T11" fmla="*/ 760 h 868"/>
                <a:gd name="T12" fmla="*/ 3 w 5"/>
                <a:gd name="T13" fmla="*/ 868 h 868"/>
                <a:gd name="T14" fmla="*/ 2 w 5"/>
                <a:gd name="T15" fmla="*/ 868 h 868"/>
                <a:gd name="T16" fmla="*/ 1 w 5"/>
                <a:gd name="T17" fmla="*/ 760 h 868"/>
                <a:gd name="T18" fmla="*/ 0 w 5"/>
                <a:gd name="T19" fmla="*/ 651 h 868"/>
                <a:gd name="T20" fmla="*/ 1 w 5"/>
                <a:gd name="T21" fmla="*/ 434 h 868"/>
                <a:gd name="T22" fmla="*/ 2 w 5"/>
                <a:gd name="T23" fmla="*/ 326 h 868"/>
                <a:gd name="T24" fmla="*/ 1 w 5"/>
                <a:gd name="T25" fmla="*/ 217 h 868"/>
                <a:gd name="T26" fmla="*/ 2 w 5"/>
                <a:gd name="T27" fmla="*/ 0 h 868"/>
                <a:gd name="T28" fmla="*/ 3 w 5"/>
                <a:gd name="T29" fmla="*/ 0 h 8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" h="868">
                  <a:moveTo>
                    <a:pt x="3" y="0"/>
                  </a:moveTo>
                  <a:cubicBezTo>
                    <a:pt x="4" y="73"/>
                    <a:pt x="4" y="145"/>
                    <a:pt x="4" y="217"/>
                  </a:cubicBezTo>
                  <a:cubicBezTo>
                    <a:pt x="4" y="253"/>
                    <a:pt x="3" y="290"/>
                    <a:pt x="3" y="326"/>
                  </a:cubicBezTo>
                  <a:cubicBezTo>
                    <a:pt x="3" y="362"/>
                    <a:pt x="3" y="398"/>
                    <a:pt x="4" y="434"/>
                  </a:cubicBezTo>
                  <a:cubicBezTo>
                    <a:pt x="4" y="507"/>
                    <a:pt x="5" y="579"/>
                    <a:pt x="4" y="651"/>
                  </a:cubicBezTo>
                  <a:cubicBezTo>
                    <a:pt x="5" y="687"/>
                    <a:pt x="4" y="724"/>
                    <a:pt x="4" y="760"/>
                  </a:cubicBezTo>
                  <a:cubicBezTo>
                    <a:pt x="4" y="796"/>
                    <a:pt x="3" y="832"/>
                    <a:pt x="3" y="868"/>
                  </a:cubicBezTo>
                  <a:cubicBezTo>
                    <a:pt x="2" y="868"/>
                    <a:pt x="2" y="868"/>
                    <a:pt x="2" y="868"/>
                  </a:cubicBezTo>
                  <a:cubicBezTo>
                    <a:pt x="2" y="832"/>
                    <a:pt x="1" y="796"/>
                    <a:pt x="1" y="760"/>
                  </a:cubicBezTo>
                  <a:cubicBezTo>
                    <a:pt x="1" y="724"/>
                    <a:pt x="0" y="687"/>
                    <a:pt x="0" y="651"/>
                  </a:cubicBezTo>
                  <a:cubicBezTo>
                    <a:pt x="0" y="579"/>
                    <a:pt x="1" y="507"/>
                    <a:pt x="1" y="434"/>
                  </a:cubicBezTo>
                  <a:cubicBezTo>
                    <a:pt x="2" y="398"/>
                    <a:pt x="2" y="362"/>
                    <a:pt x="2" y="326"/>
                  </a:cubicBezTo>
                  <a:cubicBezTo>
                    <a:pt x="2" y="290"/>
                    <a:pt x="1" y="253"/>
                    <a:pt x="1" y="217"/>
                  </a:cubicBezTo>
                  <a:cubicBezTo>
                    <a:pt x="0" y="145"/>
                    <a:pt x="1" y="73"/>
                    <a:pt x="2" y="0"/>
                  </a:cubicBezTo>
                  <a:lnTo>
                    <a:pt x="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14" name="Freeform 42"/>
            <p:cNvSpPr>
              <a:spLocks/>
            </p:cNvSpPr>
            <p:nvPr/>
          </p:nvSpPr>
          <p:spPr bwMode="auto">
            <a:xfrm>
              <a:off x="1350963" y="6038850"/>
              <a:ext cx="2736850" cy="11113"/>
            </a:xfrm>
            <a:custGeom>
              <a:avLst/>
              <a:gdLst>
                <a:gd name="T0" fmla="*/ 0 w 1216"/>
                <a:gd name="T1" fmla="*/ 2 h 5"/>
                <a:gd name="T2" fmla="*/ 304 w 1216"/>
                <a:gd name="T3" fmla="*/ 1 h 5"/>
                <a:gd name="T4" fmla="*/ 456 w 1216"/>
                <a:gd name="T5" fmla="*/ 2 h 5"/>
                <a:gd name="T6" fmla="*/ 608 w 1216"/>
                <a:gd name="T7" fmla="*/ 1 h 5"/>
                <a:gd name="T8" fmla="*/ 912 w 1216"/>
                <a:gd name="T9" fmla="*/ 0 h 5"/>
                <a:gd name="T10" fmla="*/ 1064 w 1216"/>
                <a:gd name="T11" fmla="*/ 1 h 5"/>
                <a:gd name="T12" fmla="*/ 1216 w 1216"/>
                <a:gd name="T13" fmla="*/ 2 h 5"/>
                <a:gd name="T14" fmla="*/ 1216 w 1216"/>
                <a:gd name="T15" fmla="*/ 2 h 5"/>
                <a:gd name="T16" fmla="*/ 1064 w 1216"/>
                <a:gd name="T17" fmla="*/ 4 h 5"/>
                <a:gd name="T18" fmla="*/ 912 w 1216"/>
                <a:gd name="T19" fmla="*/ 4 h 5"/>
                <a:gd name="T20" fmla="*/ 608 w 1216"/>
                <a:gd name="T21" fmla="*/ 3 h 5"/>
                <a:gd name="T22" fmla="*/ 456 w 1216"/>
                <a:gd name="T23" fmla="*/ 3 h 5"/>
                <a:gd name="T24" fmla="*/ 304 w 1216"/>
                <a:gd name="T25" fmla="*/ 4 h 5"/>
                <a:gd name="T26" fmla="*/ 0 w 1216"/>
                <a:gd name="T27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16" h="5">
                  <a:moveTo>
                    <a:pt x="0" y="2"/>
                  </a:moveTo>
                  <a:cubicBezTo>
                    <a:pt x="101" y="1"/>
                    <a:pt x="202" y="0"/>
                    <a:pt x="304" y="1"/>
                  </a:cubicBezTo>
                  <a:cubicBezTo>
                    <a:pt x="354" y="1"/>
                    <a:pt x="405" y="2"/>
                    <a:pt x="456" y="2"/>
                  </a:cubicBezTo>
                  <a:cubicBezTo>
                    <a:pt x="506" y="2"/>
                    <a:pt x="557" y="1"/>
                    <a:pt x="608" y="1"/>
                  </a:cubicBezTo>
                  <a:cubicBezTo>
                    <a:pt x="709" y="1"/>
                    <a:pt x="810" y="0"/>
                    <a:pt x="912" y="0"/>
                  </a:cubicBezTo>
                  <a:cubicBezTo>
                    <a:pt x="962" y="0"/>
                    <a:pt x="1013" y="1"/>
                    <a:pt x="1064" y="1"/>
                  </a:cubicBezTo>
                  <a:cubicBezTo>
                    <a:pt x="1114" y="1"/>
                    <a:pt x="1165" y="1"/>
                    <a:pt x="1216" y="2"/>
                  </a:cubicBezTo>
                  <a:cubicBezTo>
                    <a:pt x="1216" y="2"/>
                    <a:pt x="1216" y="2"/>
                    <a:pt x="1216" y="2"/>
                  </a:cubicBezTo>
                  <a:cubicBezTo>
                    <a:pt x="1165" y="3"/>
                    <a:pt x="1114" y="3"/>
                    <a:pt x="1064" y="4"/>
                  </a:cubicBezTo>
                  <a:cubicBezTo>
                    <a:pt x="1013" y="4"/>
                    <a:pt x="962" y="4"/>
                    <a:pt x="912" y="4"/>
                  </a:cubicBezTo>
                  <a:cubicBezTo>
                    <a:pt x="810" y="5"/>
                    <a:pt x="709" y="4"/>
                    <a:pt x="608" y="3"/>
                  </a:cubicBezTo>
                  <a:cubicBezTo>
                    <a:pt x="557" y="3"/>
                    <a:pt x="506" y="3"/>
                    <a:pt x="456" y="3"/>
                  </a:cubicBezTo>
                  <a:cubicBezTo>
                    <a:pt x="405" y="3"/>
                    <a:pt x="354" y="4"/>
                    <a:pt x="304" y="4"/>
                  </a:cubicBezTo>
                  <a:cubicBezTo>
                    <a:pt x="202" y="4"/>
                    <a:pt x="101" y="4"/>
                    <a:pt x="0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15" name="Freeform 43"/>
            <p:cNvSpPr>
              <a:spLocks/>
            </p:cNvSpPr>
            <p:nvPr/>
          </p:nvSpPr>
          <p:spPr bwMode="auto">
            <a:xfrm>
              <a:off x="1330325" y="3378200"/>
              <a:ext cx="2743200" cy="11113"/>
            </a:xfrm>
            <a:custGeom>
              <a:avLst/>
              <a:gdLst>
                <a:gd name="T0" fmla="*/ 0 w 1219"/>
                <a:gd name="T1" fmla="*/ 2 h 5"/>
                <a:gd name="T2" fmla="*/ 304 w 1219"/>
                <a:gd name="T3" fmla="*/ 1 h 5"/>
                <a:gd name="T4" fmla="*/ 457 w 1219"/>
                <a:gd name="T5" fmla="*/ 2 h 5"/>
                <a:gd name="T6" fmla="*/ 609 w 1219"/>
                <a:gd name="T7" fmla="*/ 1 h 5"/>
                <a:gd name="T8" fmla="*/ 914 w 1219"/>
                <a:gd name="T9" fmla="*/ 0 h 5"/>
                <a:gd name="T10" fmla="*/ 1067 w 1219"/>
                <a:gd name="T11" fmla="*/ 1 h 5"/>
                <a:gd name="T12" fmla="*/ 1219 w 1219"/>
                <a:gd name="T13" fmla="*/ 2 h 5"/>
                <a:gd name="T14" fmla="*/ 1219 w 1219"/>
                <a:gd name="T15" fmla="*/ 3 h 5"/>
                <a:gd name="T16" fmla="*/ 1067 w 1219"/>
                <a:gd name="T17" fmla="*/ 4 h 5"/>
                <a:gd name="T18" fmla="*/ 914 w 1219"/>
                <a:gd name="T19" fmla="*/ 4 h 5"/>
                <a:gd name="T20" fmla="*/ 609 w 1219"/>
                <a:gd name="T21" fmla="*/ 3 h 5"/>
                <a:gd name="T22" fmla="*/ 457 w 1219"/>
                <a:gd name="T23" fmla="*/ 3 h 5"/>
                <a:gd name="T24" fmla="*/ 304 w 1219"/>
                <a:gd name="T25" fmla="*/ 4 h 5"/>
                <a:gd name="T26" fmla="*/ 0 w 1219"/>
                <a:gd name="T27" fmla="*/ 3 h 5"/>
                <a:gd name="T28" fmla="*/ 0 w 1219"/>
                <a:gd name="T29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19" h="5">
                  <a:moveTo>
                    <a:pt x="0" y="2"/>
                  </a:moveTo>
                  <a:cubicBezTo>
                    <a:pt x="101" y="1"/>
                    <a:pt x="203" y="0"/>
                    <a:pt x="304" y="1"/>
                  </a:cubicBezTo>
                  <a:cubicBezTo>
                    <a:pt x="355" y="1"/>
                    <a:pt x="406" y="2"/>
                    <a:pt x="457" y="2"/>
                  </a:cubicBezTo>
                  <a:cubicBezTo>
                    <a:pt x="508" y="2"/>
                    <a:pt x="559" y="1"/>
                    <a:pt x="609" y="1"/>
                  </a:cubicBezTo>
                  <a:cubicBezTo>
                    <a:pt x="711" y="1"/>
                    <a:pt x="813" y="0"/>
                    <a:pt x="914" y="0"/>
                  </a:cubicBezTo>
                  <a:cubicBezTo>
                    <a:pt x="965" y="0"/>
                    <a:pt x="1016" y="1"/>
                    <a:pt x="1067" y="1"/>
                  </a:cubicBezTo>
                  <a:cubicBezTo>
                    <a:pt x="1117" y="1"/>
                    <a:pt x="1168" y="1"/>
                    <a:pt x="1219" y="2"/>
                  </a:cubicBezTo>
                  <a:cubicBezTo>
                    <a:pt x="1219" y="3"/>
                    <a:pt x="1219" y="3"/>
                    <a:pt x="1219" y="3"/>
                  </a:cubicBezTo>
                  <a:cubicBezTo>
                    <a:pt x="1168" y="3"/>
                    <a:pt x="1117" y="4"/>
                    <a:pt x="1067" y="4"/>
                  </a:cubicBezTo>
                  <a:cubicBezTo>
                    <a:pt x="1016" y="4"/>
                    <a:pt x="965" y="4"/>
                    <a:pt x="914" y="4"/>
                  </a:cubicBezTo>
                  <a:cubicBezTo>
                    <a:pt x="813" y="5"/>
                    <a:pt x="711" y="4"/>
                    <a:pt x="609" y="3"/>
                  </a:cubicBezTo>
                  <a:cubicBezTo>
                    <a:pt x="559" y="3"/>
                    <a:pt x="508" y="3"/>
                    <a:pt x="457" y="3"/>
                  </a:cubicBezTo>
                  <a:cubicBezTo>
                    <a:pt x="406" y="3"/>
                    <a:pt x="355" y="4"/>
                    <a:pt x="304" y="4"/>
                  </a:cubicBezTo>
                  <a:cubicBezTo>
                    <a:pt x="203" y="4"/>
                    <a:pt x="101" y="4"/>
                    <a:pt x="0" y="3"/>
                  </a:cubicBez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16" name="Freeform 44"/>
            <p:cNvSpPr>
              <a:spLocks/>
            </p:cNvSpPr>
            <p:nvPr/>
          </p:nvSpPr>
          <p:spPr bwMode="auto">
            <a:xfrm>
              <a:off x="4443413" y="3759200"/>
              <a:ext cx="9525" cy="1919288"/>
            </a:xfrm>
            <a:custGeom>
              <a:avLst/>
              <a:gdLst>
                <a:gd name="T0" fmla="*/ 2 w 4"/>
                <a:gd name="T1" fmla="*/ 853 h 853"/>
                <a:gd name="T2" fmla="*/ 0 w 4"/>
                <a:gd name="T3" fmla="*/ 640 h 853"/>
                <a:gd name="T4" fmla="*/ 1 w 4"/>
                <a:gd name="T5" fmla="*/ 533 h 853"/>
                <a:gd name="T6" fmla="*/ 1 w 4"/>
                <a:gd name="T7" fmla="*/ 427 h 853"/>
                <a:gd name="T8" fmla="*/ 0 w 4"/>
                <a:gd name="T9" fmla="*/ 213 h 853"/>
                <a:gd name="T10" fmla="*/ 0 w 4"/>
                <a:gd name="T11" fmla="*/ 107 h 853"/>
                <a:gd name="T12" fmla="*/ 2 w 4"/>
                <a:gd name="T13" fmla="*/ 0 h 853"/>
                <a:gd name="T14" fmla="*/ 2 w 4"/>
                <a:gd name="T15" fmla="*/ 0 h 853"/>
                <a:gd name="T16" fmla="*/ 3 w 4"/>
                <a:gd name="T17" fmla="*/ 107 h 853"/>
                <a:gd name="T18" fmla="*/ 4 w 4"/>
                <a:gd name="T19" fmla="*/ 213 h 853"/>
                <a:gd name="T20" fmla="*/ 3 w 4"/>
                <a:gd name="T21" fmla="*/ 427 h 853"/>
                <a:gd name="T22" fmla="*/ 2 w 4"/>
                <a:gd name="T23" fmla="*/ 533 h 853"/>
                <a:gd name="T24" fmla="*/ 3 w 4"/>
                <a:gd name="T25" fmla="*/ 640 h 853"/>
                <a:gd name="T26" fmla="*/ 2 w 4"/>
                <a:gd name="T27" fmla="*/ 853 h 8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" h="853">
                  <a:moveTo>
                    <a:pt x="2" y="853"/>
                  </a:moveTo>
                  <a:cubicBezTo>
                    <a:pt x="0" y="782"/>
                    <a:pt x="0" y="711"/>
                    <a:pt x="0" y="640"/>
                  </a:cubicBezTo>
                  <a:cubicBezTo>
                    <a:pt x="0" y="604"/>
                    <a:pt x="1" y="569"/>
                    <a:pt x="1" y="533"/>
                  </a:cubicBezTo>
                  <a:cubicBezTo>
                    <a:pt x="1" y="498"/>
                    <a:pt x="1" y="462"/>
                    <a:pt x="1" y="427"/>
                  </a:cubicBezTo>
                  <a:cubicBezTo>
                    <a:pt x="0" y="356"/>
                    <a:pt x="0" y="284"/>
                    <a:pt x="0" y="213"/>
                  </a:cubicBezTo>
                  <a:cubicBezTo>
                    <a:pt x="0" y="178"/>
                    <a:pt x="0" y="142"/>
                    <a:pt x="0" y="107"/>
                  </a:cubicBezTo>
                  <a:cubicBezTo>
                    <a:pt x="1" y="71"/>
                    <a:pt x="1" y="36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3" y="36"/>
                    <a:pt x="3" y="71"/>
                    <a:pt x="3" y="107"/>
                  </a:cubicBezTo>
                  <a:cubicBezTo>
                    <a:pt x="4" y="142"/>
                    <a:pt x="4" y="178"/>
                    <a:pt x="4" y="213"/>
                  </a:cubicBezTo>
                  <a:cubicBezTo>
                    <a:pt x="4" y="284"/>
                    <a:pt x="3" y="356"/>
                    <a:pt x="3" y="427"/>
                  </a:cubicBezTo>
                  <a:cubicBezTo>
                    <a:pt x="3" y="462"/>
                    <a:pt x="2" y="498"/>
                    <a:pt x="2" y="533"/>
                  </a:cubicBezTo>
                  <a:cubicBezTo>
                    <a:pt x="3" y="569"/>
                    <a:pt x="3" y="604"/>
                    <a:pt x="3" y="640"/>
                  </a:cubicBezTo>
                  <a:cubicBezTo>
                    <a:pt x="4" y="711"/>
                    <a:pt x="3" y="782"/>
                    <a:pt x="2" y="8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17" name="Freeform 45"/>
            <p:cNvSpPr>
              <a:spLocks noEditPoints="1"/>
            </p:cNvSpPr>
            <p:nvPr/>
          </p:nvSpPr>
          <p:spPr bwMode="auto">
            <a:xfrm>
              <a:off x="903288" y="5772150"/>
              <a:ext cx="341313" cy="331788"/>
            </a:xfrm>
            <a:custGeom>
              <a:avLst/>
              <a:gdLst>
                <a:gd name="T0" fmla="*/ 127 w 152"/>
                <a:gd name="T1" fmla="*/ 122 h 148"/>
                <a:gd name="T2" fmla="*/ 84 w 152"/>
                <a:gd name="T3" fmla="*/ 134 h 148"/>
                <a:gd name="T4" fmla="*/ 112 w 152"/>
                <a:gd name="T5" fmla="*/ 131 h 148"/>
                <a:gd name="T6" fmla="*/ 48 w 152"/>
                <a:gd name="T7" fmla="*/ 142 h 148"/>
                <a:gd name="T8" fmla="*/ 4 w 152"/>
                <a:gd name="T9" fmla="*/ 95 h 148"/>
                <a:gd name="T10" fmla="*/ 20 w 152"/>
                <a:gd name="T11" fmla="*/ 61 h 148"/>
                <a:gd name="T12" fmla="*/ 26 w 152"/>
                <a:gd name="T13" fmla="*/ 58 h 148"/>
                <a:gd name="T14" fmla="*/ 31 w 152"/>
                <a:gd name="T15" fmla="*/ 23 h 148"/>
                <a:gd name="T16" fmla="*/ 19 w 152"/>
                <a:gd name="T17" fmla="*/ 0 h 148"/>
                <a:gd name="T18" fmla="*/ 33 w 152"/>
                <a:gd name="T19" fmla="*/ 57 h 148"/>
                <a:gd name="T20" fmla="*/ 41 w 152"/>
                <a:gd name="T21" fmla="*/ 63 h 148"/>
                <a:gd name="T22" fmla="*/ 36 w 152"/>
                <a:gd name="T23" fmla="*/ 80 h 148"/>
                <a:gd name="T24" fmla="*/ 26 w 152"/>
                <a:gd name="T25" fmla="*/ 67 h 148"/>
                <a:gd name="T26" fmla="*/ 64 w 152"/>
                <a:gd name="T27" fmla="*/ 132 h 148"/>
                <a:gd name="T28" fmla="*/ 84 w 152"/>
                <a:gd name="T29" fmla="*/ 112 h 148"/>
                <a:gd name="T30" fmla="*/ 77 w 152"/>
                <a:gd name="T31" fmla="*/ 131 h 148"/>
                <a:gd name="T32" fmla="*/ 152 w 152"/>
                <a:gd name="T33" fmla="*/ 129 h 148"/>
                <a:gd name="T34" fmla="*/ 114 w 152"/>
                <a:gd name="T35" fmla="*/ 131 h 148"/>
                <a:gd name="T36" fmla="*/ 127 w 152"/>
                <a:gd name="T37" fmla="*/ 122 h 148"/>
                <a:gd name="T38" fmla="*/ 74 w 152"/>
                <a:gd name="T39" fmla="*/ 128 h 148"/>
                <a:gd name="T40" fmla="*/ 68 w 152"/>
                <a:gd name="T41" fmla="*/ 112 h 148"/>
                <a:gd name="T42" fmla="*/ 66 w 152"/>
                <a:gd name="T43" fmla="*/ 117 h 148"/>
                <a:gd name="T44" fmla="*/ 66 w 152"/>
                <a:gd name="T45" fmla="*/ 125 h 148"/>
                <a:gd name="T46" fmla="*/ 73 w 152"/>
                <a:gd name="T47" fmla="*/ 128 h 148"/>
                <a:gd name="T48" fmla="*/ 74 w 152"/>
                <a:gd name="T49" fmla="*/ 114 h 148"/>
                <a:gd name="T50" fmla="*/ 74 w 152"/>
                <a:gd name="T51" fmla="*/ 128 h 148"/>
                <a:gd name="T52" fmla="*/ 9 w 152"/>
                <a:gd name="T53" fmla="*/ 88 h 148"/>
                <a:gd name="T54" fmla="*/ 56 w 152"/>
                <a:gd name="T55" fmla="*/ 135 h 148"/>
                <a:gd name="T56" fmla="*/ 9 w 152"/>
                <a:gd name="T57" fmla="*/ 88 h 148"/>
                <a:gd name="T58" fmla="*/ 37 w 152"/>
                <a:gd name="T59" fmla="*/ 61 h 148"/>
                <a:gd name="T60" fmla="*/ 31 w 152"/>
                <a:gd name="T61" fmla="*/ 77 h 148"/>
                <a:gd name="T62" fmla="*/ 37 w 152"/>
                <a:gd name="T63" fmla="*/ 61 h 148"/>
                <a:gd name="T64" fmla="*/ 30 w 152"/>
                <a:gd name="T65" fmla="*/ 57 h 148"/>
                <a:gd name="T66" fmla="*/ 33 w 152"/>
                <a:gd name="T67" fmla="*/ 31 h 148"/>
                <a:gd name="T68" fmla="*/ 30 w 152"/>
                <a:gd name="T69" fmla="*/ 57 h 148"/>
                <a:gd name="T70" fmla="*/ 30 w 152"/>
                <a:gd name="T71" fmla="*/ 61 h 148"/>
                <a:gd name="T72" fmla="*/ 30 w 152"/>
                <a:gd name="T73" fmla="*/ 74 h 148"/>
                <a:gd name="T74" fmla="*/ 30 w 152"/>
                <a:gd name="T75" fmla="*/ 61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52" h="148">
                  <a:moveTo>
                    <a:pt x="127" y="122"/>
                  </a:moveTo>
                  <a:cubicBezTo>
                    <a:pt x="115" y="118"/>
                    <a:pt x="99" y="137"/>
                    <a:pt x="84" y="134"/>
                  </a:cubicBezTo>
                  <a:cubicBezTo>
                    <a:pt x="92" y="142"/>
                    <a:pt x="106" y="130"/>
                    <a:pt x="112" y="131"/>
                  </a:cubicBezTo>
                  <a:cubicBezTo>
                    <a:pt x="95" y="147"/>
                    <a:pt x="66" y="127"/>
                    <a:pt x="48" y="142"/>
                  </a:cubicBezTo>
                  <a:cubicBezTo>
                    <a:pt x="19" y="142"/>
                    <a:pt x="1" y="123"/>
                    <a:pt x="4" y="95"/>
                  </a:cubicBezTo>
                  <a:cubicBezTo>
                    <a:pt x="6" y="82"/>
                    <a:pt x="19" y="74"/>
                    <a:pt x="20" y="61"/>
                  </a:cubicBezTo>
                  <a:cubicBezTo>
                    <a:pt x="23" y="58"/>
                    <a:pt x="22" y="60"/>
                    <a:pt x="26" y="58"/>
                  </a:cubicBezTo>
                  <a:cubicBezTo>
                    <a:pt x="25" y="45"/>
                    <a:pt x="33" y="34"/>
                    <a:pt x="31" y="23"/>
                  </a:cubicBezTo>
                  <a:cubicBezTo>
                    <a:pt x="30" y="12"/>
                    <a:pt x="19" y="8"/>
                    <a:pt x="19" y="0"/>
                  </a:cubicBezTo>
                  <a:cubicBezTo>
                    <a:pt x="36" y="7"/>
                    <a:pt x="41" y="36"/>
                    <a:pt x="33" y="57"/>
                  </a:cubicBezTo>
                  <a:cubicBezTo>
                    <a:pt x="34" y="60"/>
                    <a:pt x="40" y="59"/>
                    <a:pt x="41" y="63"/>
                  </a:cubicBezTo>
                  <a:cubicBezTo>
                    <a:pt x="43" y="69"/>
                    <a:pt x="40" y="75"/>
                    <a:pt x="36" y="80"/>
                  </a:cubicBezTo>
                  <a:cubicBezTo>
                    <a:pt x="27" y="79"/>
                    <a:pt x="20" y="74"/>
                    <a:pt x="26" y="67"/>
                  </a:cubicBezTo>
                  <a:cubicBezTo>
                    <a:pt x="1" y="88"/>
                    <a:pt x="14" y="148"/>
                    <a:pt x="64" y="132"/>
                  </a:cubicBezTo>
                  <a:cubicBezTo>
                    <a:pt x="54" y="118"/>
                    <a:pt x="73" y="97"/>
                    <a:pt x="84" y="112"/>
                  </a:cubicBezTo>
                  <a:cubicBezTo>
                    <a:pt x="86" y="123"/>
                    <a:pt x="81" y="126"/>
                    <a:pt x="77" y="131"/>
                  </a:cubicBezTo>
                  <a:cubicBezTo>
                    <a:pt x="101" y="137"/>
                    <a:pt x="133" y="102"/>
                    <a:pt x="152" y="129"/>
                  </a:cubicBezTo>
                  <a:cubicBezTo>
                    <a:pt x="143" y="117"/>
                    <a:pt x="124" y="124"/>
                    <a:pt x="114" y="131"/>
                  </a:cubicBezTo>
                  <a:cubicBezTo>
                    <a:pt x="116" y="126"/>
                    <a:pt x="123" y="126"/>
                    <a:pt x="127" y="122"/>
                  </a:cubicBezTo>
                  <a:close/>
                  <a:moveTo>
                    <a:pt x="74" y="128"/>
                  </a:moveTo>
                  <a:cubicBezTo>
                    <a:pt x="91" y="127"/>
                    <a:pt x="78" y="98"/>
                    <a:pt x="68" y="112"/>
                  </a:cubicBezTo>
                  <a:cubicBezTo>
                    <a:pt x="75" y="112"/>
                    <a:pt x="69" y="117"/>
                    <a:pt x="66" y="117"/>
                  </a:cubicBezTo>
                  <a:cubicBezTo>
                    <a:pt x="66" y="119"/>
                    <a:pt x="66" y="122"/>
                    <a:pt x="66" y="125"/>
                  </a:cubicBezTo>
                  <a:cubicBezTo>
                    <a:pt x="68" y="126"/>
                    <a:pt x="69" y="128"/>
                    <a:pt x="73" y="128"/>
                  </a:cubicBezTo>
                  <a:cubicBezTo>
                    <a:pt x="75" y="124"/>
                    <a:pt x="80" y="117"/>
                    <a:pt x="74" y="114"/>
                  </a:cubicBezTo>
                  <a:cubicBezTo>
                    <a:pt x="84" y="115"/>
                    <a:pt x="78" y="125"/>
                    <a:pt x="74" y="128"/>
                  </a:cubicBezTo>
                  <a:close/>
                  <a:moveTo>
                    <a:pt x="9" y="88"/>
                  </a:moveTo>
                  <a:cubicBezTo>
                    <a:pt x="0" y="121"/>
                    <a:pt x="28" y="148"/>
                    <a:pt x="56" y="135"/>
                  </a:cubicBezTo>
                  <a:cubicBezTo>
                    <a:pt x="20" y="145"/>
                    <a:pt x="13" y="115"/>
                    <a:pt x="9" y="88"/>
                  </a:cubicBezTo>
                  <a:close/>
                  <a:moveTo>
                    <a:pt x="37" y="61"/>
                  </a:moveTo>
                  <a:cubicBezTo>
                    <a:pt x="38" y="69"/>
                    <a:pt x="34" y="72"/>
                    <a:pt x="31" y="77"/>
                  </a:cubicBezTo>
                  <a:cubicBezTo>
                    <a:pt x="40" y="78"/>
                    <a:pt x="42" y="66"/>
                    <a:pt x="37" y="61"/>
                  </a:cubicBezTo>
                  <a:close/>
                  <a:moveTo>
                    <a:pt x="30" y="57"/>
                  </a:moveTo>
                  <a:cubicBezTo>
                    <a:pt x="30" y="49"/>
                    <a:pt x="38" y="40"/>
                    <a:pt x="33" y="31"/>
                  </a:cubicBezTo>
                  <a:cubicBezTo>
                    <a:pt x="34" y="41"/>
                    <a:pt x="26" y="49"/>
                    <a:pt x="30" y="57"/>
                  </a:cubicBezTo>
                  <a:close/>
                  <a:moveTo>
                    <a:pt x="30" y="61"/>
                  </a:moveTo>
                  <a:cubicBezTo>
                    <a:pt x="28" y="63"/>
                    <a:pt x="27" y="72"/>
                    <a:pt x="30" y="74"/>
                  </a:cubicBezTo>
                  <a:cubicBezTo>
                    <a:pt x="33" y="70"/>
                    <a:pt x="36" y="63"/>
                    <a:pt x="30" y="6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18" name="Freeform 46"/>
            <p:cNvSpPr>
              <a:spLocks noEditPoints="1"/>
            </p:cNvSpPr>
            <p:nvPr/>
          </p:nvSpPr>
          <p:spPr bwMode="auto">
            <a:xfrm>
              <a:off x="906463" y="5768975"/>
              <a:ext cx="341313" cy="323850"/>
            </a:xfrm>
            <a:custGeom>
              <a:avLst/>
              <a:gdLst>
                <a:gd name="T0" fmla="*/ 2 w 151"/>
                <a:gd name="T1" fmla="*/ 96 h 144"/>
                <a:gd name="T2" fmla="*/ 21 w 151"/>
                <a:gd name="T3" fmla="*/ 59 h 144"/>
                <a:gd name="T4" fmla="*/ 22 w 151"/>
                <a:gd name="T5" fmla="*/ 12 h 144"/>
                <a:gd name="T6" fmla="*/ 32 w 151"/>
                <a:gd name="T7" fmla="*/ 58 h 144"/>
                <a:gd name="T8" fmla="*/ 34 w 151"/>
                <a:gd name="T9" fmla="*/ 81 h 144"/>
                <a:gd name="T10" fmla="*/ 15 w 151"/>
                <a:gd name="T11" fmla="*/ 112 h 144"/>
                <a:gd name="T12" fmla="*/ 73 w 151"/>
                <a:gd name="T13" fmla="*/ 107 h 144"/>
                <a:gd name="T14" fmla="*/ 76 w 151"/>
                <a:gd name="T15" fmla="*/ 131 h 144"/>
                <a:gd name="T16" fmla="*/ 151 w 151"/>
                <a:gd name="T17" fmla="*/ 130 h 144"/>
                <a:gd name="T18" fmla="*/ 110 w 151"/>
                <a:gd name="T19" fmla="*/ 134 h 144"/>
                <a:gd name="T20" fmla="*/ 66 w 151"/>
                <a:gd name="T21" fmla="*/ 138 h 144"/>
                <a:gd name="T22" fmla="*/ 12 w 151"/>
                <a:gd name="T23" fmla="*/ 128 h 144"/>
                <a:gd name="T24" fmla="*/ 86 w 151"/>
                <a:gd name="T25" fmla="*/ 138 h 144"/>
                <a:gd name="T26" fmla="*/ 86 w 151"/>
                <a:gd name="T27" fmla="*/ 134 h 144"/>
                <a:gd name="T28" fmla="*/ 75 w 151"/>
                <a:gd name="T29" fmla="*/ 133 h 144"/>
                <a:gd name="T30" fmla="*/ 77 w 151"/>
                <a:gd name="T31" fmla="*/ 128 h 144"/>
                <a:gd name="T32" fmla="*/ 66 w 151"/>
                <a:gd name="T33" fmla="*/ 128 h 144"/>
                <a:gd name="T34" fmla="*/ 64 w 151"/>
                <a:gd name="T35" fmla="*/ 117 h 144"/>
                <a:gd name="T36" fmla="*/ 65 w 151"/>
                <a:gd name="T37" fmla="*/ 114 h 144"/>
                <a:gd name="T38" fmla="*/ 63 w 151"/>
                <a:gd name="T39" fmla="*/ 133 h 144"/>
                <a:gd name="T40" fmla="*/ 54 w 151"/>
                <a:gd name="T41" fmla="*/ 137 h 144"/>
                <a:gd name="T42" fmla="*/ 7 w 151"/>
                <a:gd name="T43" fmla="*/ 86 h 144"/>
                <a:gd name="T44" fmla="*/ 41 w 151"/>
                <a:gd name="T45" fmla="*/ 139 h 144"/>
                <a:gd name="T46" fmla="*/ 92 w 151"/>
                <a:gd name="T47" fmla="*/ 138 h 144"/>
                <a:gd name="T48" fmla="*/ 41 w 151"/>
                <a:gd name="T49" fmla="*/ 137 h 144"/>
                <a:gd name="T50" fmla="*/ 26 w 151"/>
                <a:gd name="T51" fmla="*/ 65 h 144"/>
                <a:gd name="T52" fmla="*/ 32 w 151"/>
                <a:gd name="T53" fmla="*/ 64 h 144"/>
                <a:gd name="T54" fmla="*/ 26 w 151"/>
                <a:gd name="T55" fmla="*/ 72 h 144"/>
                <a:gd name="T56" fmla="*/ 33 w 151"/>
                <a:gd name="T57" fmla="*/ 80 h 144"/>
                <a:gd name="T58" fmla="*/ 38 w 151"/>
                <a:gd name="T59" fmla="*/ 73 h 144"/>
                <a:gd name="T60" fmla="*/ 28 w 151"/>
                <a:gd name="T61" fmla="*/ 78 h 144"/>
                <a:gd name="T62" fmla="*/ 34 w 151"/>
                <a:gd name="T63" fmla="*/ 61 h 144"/>
                <a:gd name="T64" fmla="*/ 18 w 151"/>
                <a:gd name="T65" fmla="*/ 2 h 144"/>
                <a:gd name="T66" fmla="*/ 31 w 151"/>
                <a:gd name="T67" fmla="*/ 32 h 144"/>
                <a:gd name="T68" fmla="*/ 27 w 151"/>
                <a:gd name="T69" fmla="*/ 58 h 144"/>
                <a:gd name="T70" fmla="*/ 28 w 151"/>
                <a:gd name="T71" fmla="*/ 42 h 144"/>
                <a:gd name="T72" fmla="*/ 21 w 151"/>
                <a:gd name="T73" fmla="*/ 61 h 144"/>
                <a:gd name="T74" fmla="*/ 7 w 151"/>
                <a:gd name="T75" fmla="*/ 86 h 144"/>
                <a:gd name="T76" fmla="*/ 110 w 151"/>
                <a:gd name="T77" fmla="*/ 131 h 144"/>
                <a:gd name="T78" fmla="*/ 121 w 151"/>
                <a:gd name="T79" fmla="*/ 123 h 144"/>
                <a:gd name="T80" fmla="*/ 67 w 151"/>
                <a:gd name="T81" fmla="*/ 127 h 144"/>
                <a:gd name="T82" fmla="*/ 74 w 151"/>
                <a:gd name="T83" fmla="*/ 118 h 144"/>
                <a:gd name="T84" fmla="*/ 64 w 151"/>
                <a:gd name="T85" fmla="*/ 118 h 144"/>
                <a:gd name="T86" fmla="*/ 75 w 151"/>
                <a:gd name="T87" fmla="*/ 118 h 144"/>
                <a:gd name="T88" fmla="*/ 70 w 151"/>
                <a:gd name="T89" fmla="*/ 114 h 144"/>
                <a:gd name="T90" fmla="*/ 79 w 151"/>
                <a:gd name="T91" fmla="*/ 120 h 144"/>
                <a:gd name="T92" fmla="*/ 122 w 151"/>
                <a:gd name="T93" fmla="*/ 122 h 144"/>
                <a:gd name="T94" fmla="*/ 123 w 151"/>
                <a:gd name="T95" fmla="*/ 125 h 144"/>
                <a:gd name="T96" fmla="*/ 122 w 151"/>
                <a:gd name="T97" fmla="*/ 122 h 144"/>
                <a:gd name="T98" fmla="*/ 81 w 151"/>
                <a:gd name="T99" fmla="*/ 114 h 144"/>
                <a:gd name="T100" fmla="*/ 32 w 151"/>
                <a:gd name="T101" fmla="*/ 74 h 144"/>
                <a:gd name="T102" fmla="*/ 28 w 151"/>
                <a:gd name="T103" fmla="*/ 63 h 144"/>
                <a:gd name="T104" fmla="*/ 28 w 151"/>
                <a:gd name="T105" fmla="*/ 63 h 144"/>
                <a:gd name="T106" fmla="*/ 29 w 151"/>
                <a:gd name="T107" fmla="*/ 4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51" h="144">
                  <a:moveTo>
                    <a:pt x="47" y="144"/>
                  </a:moveTo>
                  <a:cubicBezTo>
                    <a:pt x="46" y="144"/>
                    <a:pt x="46" y="144"/>
                    <a:pt x="46" y="144"/>
                  </a:cubicBezTo>
                  <a:cubicBezTo>
                    <a:pt x="32" y="144"/>
                    <a:pt x="19" y="139"/>
                    <a:pt x="11" y="129"/>
                  </a:cubicBezTo>
                  <a:cubicBezTo>
                    <a:pt x="3" y="121"/>
                    <a:pt x="0" y="109"/>
                    <a:pt x="2" y="96"/>
                  </a:cubicBezTo>
                  <a:cubicBezTo>
                    <a:pt x="3" y="90"/>
                    <a:pt x="6" y="84"/>
                    <a:pt x="10" y="79"/>
                  </a:cubicBezTo>
                  <a:cubicBezTo>
                    <a:pt x="13" y="73"/>
                    <a:pt x="17" y="68"/>
                    <a:pt x="17" y="62"/>
                  </a:cubicBezTo>
                  <a:cubicBezTo>
                    <a:pt x="17" y="62"/>
                    <a:pt x="17" y="62"/>
                    <a:pt x="17" y="62"/>
                  </a:cubicBezTo>
                  <a:cubicBezTo>
                    <a:pt x="19" y="60"/>
                    <a:pt x="20" y="59"/>
                    <a:pt x="21" y="59"/>
                  </a:cubicBezTo>
                  <a:cubicBezTo>
                    <a:pt x="21" y="59"/>
                    <a:pt x="22" y="59"/>
                    <a:pt x="23" y="59"/>
                  </a:cubicBezTo>
                  <a:cubicBezTo>
                    <a:pt x="23" y="53"/>
                    <a:pt x="24" y="47"/>
                    <a:pt x="26" y="41"/>
                  </a:cubicBezTo>
                  <a:cubicBezTo>
                    <a:pt x="28" y="35"/>
                    <a:pt x="30" y="30"/>
                    <a:pt x="29" y="24"/>
                  </a:cubicBezTo>
                  <a:cubicBezTo>
                    <a:pt x="28" y="19"/>
                    <a:pt x="25" y="15"/>
                    <a:pt x="22" y="12"/>
                  </a:cubicBezTo>
                  <a:cubicBezTo>
                    <a:pt x="19" y="8"/>
                    <a:pt x="16" y="5"/>
                    <a:pt x="16" y="1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35" y="8"/>
                    <a:pt x="40" y="37"/>
                    <a:pt x="32" y="58"/>
                  </a:cubicBezTo>
                  <a:cubicBezTo>
                    <a:pt x="32" y="59"/>
                    <a:pt x="34" y="59"/>
                    <a:pt x="35" y="60"/>
                  </a:cubicBezTo>
                  <a:cubicBezTo>
                    <a:pt x="37" y="61"/>
                    <a:pt x="39" y="61"/>
                    <a:pt x="40" y="63"/>
                  </a:cubicBezTo>
                  <a:cubicBezTo>
                    <a:pt x="43" y="72"/>
                    <a:pt x="37" y="78"/>
                    <a:pt x="34" y="81"/>
                  </a:cubicBezTo>
                  <a:cubicBezTo>
                    <a:pt x="34" y="81"/>
                    <a:pt x="34" y="81"/>
                    <a:pt x="34" y="81"/>
                  </a:cubicBezTo>
                  <a:cubicBezTo>
                    <a:pt x="34" y="81"/>
                    <a:pt x="34" y="81"/>
                    <a:pt x="34" y="81"/>
                  </a:cubicBezTo>
                  <a:cubicBezTo>
                    <a:pt x="28" y="81"/>
                    <a:pt x="23" y="79"/>
                    <a:pt x="22" y="76"/>
                  </a:cubicBezTo>
                  <a:cubicBezTo>
                    <a:pt x="21" y="75"/>
                    <a:pt x="21" y="73"/>
                    <a:pt x="21" y="71"/>
                  </a:cubicBezTo>
                  <a:cubicBezTo>
                    <a:pt x="12" y="82"/>
                    <a:pt x="10" y="98"/>
                    <a:pt x="15" y="112"/>
                  </a:cubicBezTo>
                  <a:cubicBezTo>
                    <a:pt x="20" y="127"/>
                    <a:pt x="32" y="135"/>
                    <a:pt x="46" y="135"/>
                  </a:cubicBezTo>
                  <a:cubicBezTo>
                    <a:pt x="51" y="135"/>
                    <a:pt x="56" y="134"/>
                    <a:pt x="61" y="133"/>
                  </a:cubicBezTo>
                  <a:cubicBezTo>
                    <a:pt x="58" y="128"/>
                    <a:pt x="57" y="122"/>
                    <a:pt x="60" y="116"/>
                  </a:cubicBezTo>
                  <a:cubicBezTo>
                    <a:pt x="63" y="111"/>
                    <a:pt x="68" y="107"/>
                    <a:pt x="73" y="107"/>
                  </a:cubicBezTo>
                  <a:cubicBezTo>
                    <a:pt x="75" y="107"/>
                    <a:pt x="79" y="108"/>
                    <a:pt x="83" y="113"/>
                  </a:cubicBezTo>
                  <a:cubicBezTo>
                    <a:pt x="83" y="113"/>
                    <a:pt x="83" y="113"/>
                    <a:pt x="83" y="113"/>
                  </a:cubicBezTo>
                  <a:cubicBezTo>
                    <a:pt x="84" y="122"/>
                    <a:pt x="81" y="126"/>
                    <a:pt x="77" y="130"/>
                  </a:cubicBezTo>
                  <a:cubicBezTo>
                    <a:pt x="77" y="130"/>
                    <a:pt x="77" y="131"/>
                    <a:pt x="76" y="131"/>
                  </a:cubicBezTo>
                  <a:cubicBezTo>
                    <a:pt x="78" y="132"/>
                    <a:pt x="80" y="132"/>
                    <a:pt x="82" y="132"/>
                  </a:cubicBezTo>
                  <a:cubicBezTo>
                    <a:pt x="90" y="132"/>
                    <a:pt x="98" y="129"/>
                    <a:pt x="107" y="125"/>
                  </a:cubicBezTo>
                  <a:cubicBezTo>
                    <a:pt x="115" y="122"/>
                    <a:pt x="123" y="119"/>
                    <a:pt x="131" y="119"/>
                  </a:cubicBezTo>
                  <a:cubicBezTo>
                    <a:pt x="139" y="119"/>
                    <a:pt x="146" y="123"/>
                    <a:pt x="151" y="130"/>
                  </a:cubicBezTo>
                  <a:cubicBezTo>
                    <a:pt x="150" y="131"/>
                    <a:pt x="150" y="131"/>
                    <a:pt x="150" y="131"/>
                  </a:cubicBezTo>
                  <a:cubicBezTo>
                    <a:pt x="146" y="127"/>
                    <a:pt x="142" y="124"/>
                    <a:pt x="136" y="124"/>
                  </a:cubicBezTo>
                  <a:cubicBezTo>
                    <a:pt x="126" y="124"/>
                    <a:pt x="115" y="131"/>
                    <a:pt x="112" y="132"/>
                  </a:cubicBezTo>
                  <a:cubicBezTo>
                    <a:pt x="110" y="134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05" y="137"/>
                    <a:pt x="99" y="139"/>
                    <a:pt x="90" y="139"/>
                  </a:cubicBezTo>
                  <a:cubicBezTo>
                    <a:pt x="86" y="139"/>
                    <a:pt x="82" y="139"/>
                    <a:pt x="78" y="139"/>
                  </a:cubicBezTo>
                  <a:cubicBezTo>
                    <a:pt x="74" y="138"/>
                    <a:pt x="70" y="138"/>
                    <a:pt x="66" y="138"/>
                  </a:cubicBezTo>
                  <a:cubicBezTo>
                    <a:pt x="58" y="138"/>
                    <a:pt x="52" y="140"/>
                    <a:pt x="47" y="144"/>
                  </a:cubicBezTo>
                  <a:close/>
                  <a:moveTo>
                    <a:pt x="7" y="86"/>
                  </a:moveTo>
                  <a:cubicBezTo>
                    <a:pt x="5" y="89"/>
                    <a:pt x="4" y="93"/>
                    <a:pt x="3" y="96"/>
                  </a:cubicBezTo>
                  <a:cubicBezTo>
                    <a:pt x="2" y="109"/>
                    <a:pt x="5" y="120"/>
                    <a:pt x="12" y="128"/>
                  </a:cubicBezTo>
                  <a:cubicBezTo>
                    <a:pt x="20" y="137"/>
                    <a:pt x="32" y="142"/>
                    <a:pt x="46" y="142"/>
                  </a:cubicBezTo>
                  <a:cubicBezTo>
                    <a:pt x="51" y="138"/>
                    <a:pt x="57" y="136"/>
                    <a:pt x="66" y="136"/>
                  </a:cubicBezTo>
                  <a:cubicBezTo>
                    <a:pt x="70" y="136"/>
                    <a:pt x="74" y="137"/>
                    <a:pt x="78" y="137"/>
                  </a:cubicBezTo>
                  <a:cubicBezTo>
                    <a:pt x="81" y="137"/>
                    <a:pt x="83" y="138"/>
                    <a:pt x="86" y="138"/>
                  </a:cubicBezTo>
                  <a:cubicBezTo>
                    <a:pt x="84" y="137"/>
                    <a:pt x="83" y="136"/>
                    <a:pt x="81" y="135"/>
                  </a:cubicBezTo>
                  <a:cubicBezTo>
                    <a:pt x="80" y="133"/>
                    <a:pt x="80" y="133"/>
                    <a:pt x="80" y="133"/>
                  </a:cubicBezTo>
                  <a:cubicBezTo>
                    <a:pt x="82" y="134"/>
                    <a:pt x="82" y="134"/>
                    <a:pt x="82" y="134"/>
                  </a:cubicBezTo>
                  <a:cubicBezTo>
                    <a:pt x="83" y="134"/>
                    <a:pt x="84" y="134"/>
                    <a:pt x="86" y="134"/>
                  </a:cubicBezTo>
                  <a:cubicBezTo>
                    <a:pt x="92" y="134"/>
                    <a:pt x="99" y="131"/>
                    <a:pt x="105" y="128"/>
                  </a:cubicBezTo>
                  <a:cubicBezTo>
                    <a:pt x="105" y="128"/>
                    <a:pt x="105" y="128"/>
                    <a:pt x="105" y="128"/>
                  </a:cubicBezTo>
                  <a:cubicBezTo>
                    <a:pt x="97" y="131"/>
                    <a:pt x="89" y="133"/>
                    <a:pt x="82" y="133"/>
                  </a:cubicBezTo>
                  <a:cubicBezTo>
                    <a:pt x="79" y="133"/>
                    <a:pt x="77" y="133"/>
                    <a:pt x="75" y="133"/>
                  </a:cubicBezTo>
                  <a:cubicBezTo>
                    <a:pt x="74" y="132"/>
                    <a:pt x="74" y="132"/>
                    <a:pt x="74" y="132"/>
                  </a:cubicBezTo>
                  <a:cubicBezTo>
                    <a:pt x="74" y="131"/>
                    <a:pt x="74" y="131"/>
                    <a:pt x="74" y="131"/>
                  </a:cubicBezTo>
                  <a:cubicBezTo>
                    <a:pt x="75" y="131"/>
                    <a:pt x="76" y="130"/>
                    <a:pt x="76" y="129"/>
                  </a:cubicBezTo>
                  <a:cubicBezTo>
                    <a:pt x="77" y="129"/>
                    <a:pt x="77" y="128"/>
                    <a:pt x="77" y="128"/>
                  </a:cubicBezTo>
                  <a:cubicBezTo>
                    <a:pt x="76" y="129"/>
                    <a:pt x="74" y="130"/>
                    <a:pt x="72" y="130"/>
                  </a:cubicBezTo>
                  <a:cubicBezTo>
                    <a:pt x="70" y="130"/>
                    <a:pt x="70" y="130"/>
                    <a:pt x="70" y="130"/>
                  </a:cubicBezTo>
                  <a:cubicBezTo>
                    <a:pt x="70" y="130"/>
                    <a:pt x="70" y="130"/>
                    <a:pt x="70" y="130"/>
                  </a:cubicBezTo>
                  <a:cubicBezTo>
                    <a:pt x="68" y="130"/>
                    <a:pt x="67" y="129"/>
                    <a:pt x="66" y="128"/>
                  </a:cubicBezTo>
                  <a:cubicBezTo>
                    <a:pt x="65" y="128"/>
                    <a:pt x="64" y="127"/>
                    <a:pt x="63" y="127"/>
                  </a:cubicBezTo>
                  <a:cubicBezTo>
                    <a:pt x="63" y="127"/>
                    <a:pt x="63" y="127"/>
                    <a:pt x="63" y="127"/>
                  </a:cubicBezTo>
                  <a:cubicBezTo>
                    <a:pt x="63" y="117"/>
                    <a:pt x="63" y="117"/>
                    <a:pt x="63" y="117"/>
                  </a:cubicBezTo>
                  <a:cubicBezTo>
                    <a:pt x="64" y="117"/>
                    <a:pt x="64" y="117"/>
                    <a:pt x="64" y="117"/>
                  </a:cubicBezTo>
                  <a:cubicBezTo>
                    <a:pt x="64" y="117"/>
                    <a:pt x="64" y="117"/>
                    <a:pt x="64" y="117"/>
                  </a:cubicBezTo>
                  <a:cubicBezTo>
                    <a:pt x="66" y="117"/>
                    <a:pt x="68" y="115"/>
                    <a:pt x="68" y="114"/>
                  </a:cubicBezTo>
                  <a:cubicBezTo>
                    <a:pt x="68" y="114"/>
                    <a:pt x="68" y="114"/>
                    <a:pt x="66" y="114"/>
                  </a:cubicBezTo>
                  <a:cubicBezTo>
                    <a:pt x="65" y="114"/>
                    <a:pt x="65" y="114"/>
                    <a:pt x="65" y="114"/>
                  </a:cubicBezTo>
                  <a:cubicBezTo>
                    <a:pt x="66" y="113"/>
                    <a:pt x="66" y="113"/>
                    <a:pt x="66" y="113"/>
                  </a:cubicBezTo>
                  <a:cubicBezTo>
                    <a:pt x="67" y="110"/>
                    <a:pt x="69" y="109"/>
                    <a:pt x="71" y="109"/>
                  </a:cubicBezTo>
                  <a:cubicBezTo>
                    <a:pt x="67" y="110"/>
                    <a:pt x="64" y="113"/>
                    <a:pt x="62" y="117"/>
                  </a:cubicBezTo>
                  <a:cubicBezTo>
                    <a:pt x="59" y="122"/>
                    <a:pt x="59" y="128"/>
                    <a:pt x="63" y="133"/>
                  </a:cubicBezTo>
                  <a:cubicBezTo>
                    <a:pt x="63" y="134"/>
                    <a:pt x="63" y="134"/>
                    <a:pt x="63" y="134"/>
                  </a:cubicBezTo>
                  <a:cubicBezTo>
                    <a:pt x="62" y="134"/>
                    <a:pt x="62" y="134"/>
                    <a:pt x="62" y="134"/>
                  </a:cubicBezTo>
                  <a:cubicBezTo>
                    <a:pt x="59" y="135"/>
                    <a:pt x="56" y="136"/>
                    <a:pt x="54" y="136"/>
                  </a:cubicBezTo>
                  <a:cubicBezTo>
                    <a:pt x="54" y="137"/>
                    <a:pt x="54" y="137"/>
                    <a:pt x="54" y="137"/>
                  </a:cubicBezTo>
                  <a:cubicBezTo>
                    <a:pt x="49" y="139"/>
                    <a:pt x="44" y="140"/>
                    <a:pt x="39" y="140"/>
                  </a:cubicBezTo>
                  <a:cubicBezTo>
                    <a:pt x="29" y="140"/>
                    <a:pt x="19" y="135"/>
                    <a:pt x="13" y="127"/>
                  </a:cubicBezTo>
                  <a:cubicBezTo>
                    <a:pt x="5" y="116"/>
                    <a:pt x="2" y="103"/>
                    <a:pt x="6" y="89"/>
                  </a:cubicBezTo>
                  <a:lnTo>
                    <a:pt x="7" y="86"/>
                  </a:lnTo>
                  <a:close/>
                  <a:moveTo>
                    <a:pt x="7" y="93"/>
                  </a:moveTo>
                  <a:cubicBezTo>
                    <a:pt x="4" y="105"/>
                    <a:pt x="7" y="117"/>
                    <a:pt x="14" y="126"/>
                  </a:cubicBezTo>
                  <a:cubicBezTo>
                    <a:pt x="21" y="135"/>
                    <a:pt x="31" y="139"/>
                    <a:pt x="41" y="139"/>
                  </a:cubicBezTo>
                  <a:cubicBezTo>
                    <a:pt x="41" y="139"/>
                    <a:pt x="41" y="139"/>
                    <a:pt x="41" y="139"/>
                  </a:cubicBezTo>
                  <a:cubicBezTo>
                    <a:pt x="16" y="139"/>
                    <a:pt x="10" y="113"/>
                    <a:pt x="7" y="93"/>
                  </a:cubicBezTo>
                  <a:close/>
                  <a:moveTo>
                    <a:pt x="108" y="133"/>
                  </a:moveTo>
                  <a:cubicBezTo>
                    <a:pt x="106" y="133"/>
                    <a:pt x="104" y="134"/>
                    <a:pt x="102" y="135"/>
                  </a:cubicBezTo>
                  <a:cubicBezTo>
                    <a:pt x="99" y="136"/>
                    <a:pt x="95" y="137"/>
                    <a:pt x="92" y="138"/>
                  </a:cubicBezTo>
                  <a:cubicBezTo>
                    <a:pt x="99" y="138"/>
                    <a:pt x="104" y="136"/>
                    <a:pt x="108" y="133"/>
                  </a:cubicBezTo>
                  <a:close/>
                  <a:moveTo>
                    <a:pt x="7" y="86"/>
                  </a:moveTo>
                  <a:cubicBezTo>
                    <a:pt x="7" y="89"/>
                    <a:pt x="7" y="89"/>
                    <a:pt x="7" y="89"/>
                  </a:cubicBezTo>
                  <a:cubicBezTo>
                    <a:pt x="12" y="114"/>
                    <a:pt x="17" y="137"/>
                    <a:pt x="41" y="137"/>
                  </a:cubicBezTo>
                  <a:cubicBezTo>
                    <a:pt x="43" y="137"/>
                    <a:pt x="45" y="137"/>
                    <a:pt x="48" y="137"/>
                  </a:cubicBezTo>
                  <a:cubicBezTo>
                    <a:pt x="32" y="137"/>
                    <a:pt x="19" y="128"/>
                    <a:pt x="13" y="113"/>
                  </a:cubicBezTo>
                  <a:cubicBezTo>
                    <a:pt x="7" y="96"/>
                    <a:pt x="12" y="77"/>
                    <a:pt x="23" y="67"/>
                  </a:cubicBezTo>
                  <a:cubicBezTo>
                    <a:pt x="26" y="65"/>
                    <a:pt x="26" y="65"/>
                    <a:pt x="26" y="65"/>
                  </a:cubicBezTo>
                  <a:cubicBezTo>
                    <a:pt x="26" y="63"/>
                    <a:pt x="27" y="62"/>
                    <a:pt x="27" y="62"/>
                  </a:cubicBezTo>
                  <a:cubicBezTo>
                    <a:pt x="28" y="61"/>
                    <a:pt x="28" y="61"/>
                    <a:pt x="28" y="61"/>
                  </a:cubicBezTo>
                  <a:cubicBezTo>
                    <a:pt x="28" y="61"/>
                    <a:pt x="28" y="61"/>
                    <a:pt x="28" y="61"/>
                  </a:cubicBezTo>
                  <a:cubicBezTo>
                    <a:pt x="30" y="62"/>
                    <a:pt x="31" y="63"/>
                    <a:pt x="32" y="64"/>
                  </a:cubicBezTo>
                  <a:cubicBezTo>
                    <a:pt x="33" y="68"/>
                    <a:pt x="30" y="73"/>
                    <a:pt x="29" y="75"/>
                  </a:cubicBezTo>
                  <a:cubicBezTo>
                    <a:pt x="28" y="76"/>
                    <a:pt x="28" y="76"/>
                    <a:pt x="28" y="76"/>
                  </a:cubicBezTo>
                  <a:cubicBezTo>
                    <a:pt x="28" y="76"/>
                    <a:pt x="28" y="76"/>
                    <a:pt x="28" y="76"/>
                  </a:cubicBezTo>
                  <a:cubicBezTo>
                    <a:pt x="27" y="75"/>
                    <a:pt x="26" y="74"/>
                    <a:pt x="26" y="72"/>
                  </a:cubicBezTo>
                  <a:cubicBezTo>
                    <a:pt x="25" y="70"/>
                    <a:pt x="26" y="68"/>
                    <a:pt x="26" y="66"/>
                  </a:cubicBezTo>
                  <a:cubicBezTo>
                    <a:pt x="24" y="68"/>
                    <a:pt x="24" y="68"/>
                    <a:pt x="24" y="68"/>
                  </a:cubicBezTo>
                  <a:cubicBezTo>
                    <a:pt x="22" y="71"/>
                    <a:pt x="22" y="73"/>
                    <a:pt x="23" y="75"/>
                  </a:cubicBezTo>
                  <a:cubicBezTo>
                    <a:pt x="24" y="78"/>
                    <a:pt x="28" y="80"/>
                    <a:pt x="33" y="80"/>
                  </a:cubicBezTo>
                  <a:cubicBezTo>
                    <a:pt x="36" y="77"/>
                    <a:pt x="41" y="71"/>
                    <a:pt x="39" y="64"/>
                  </a:cubicBezTo>
                  <a:cubicBezTo>
                    <a:pt x="38" y="63"/>
                    <a:pt x="37" y="62"/>
                    <a:pt x="35" y="62"/>
                  </a:cubicBezTo>
                  <a:cubicBezTo>
                    <a:pt x="36" y="62"/>
                    <a:pt x="36" y="62"/>
                    <a:pt x="36" y="62"/>
                  </a:cubicBezTo>
                  <a:cubicBezTo>
                    <a:pt x="38" y="64"/>
                    <a:pt x="39" y="69"/>
                    <a:pt x="38" y="73"/>
                  </a:cubicBezTo>
                  <a:cubicBezTo>
                    <a:pt x="36" y="77"/>
                    <a:pt x="34" y="79"/>
                    <a:pt x="30" y="79"/>
                  </a:cubicBezTo>
                  <a:cubicBezTo>
                    <a:pt x="30" y="79"/>
                    <a:pt x="30" y="79"/>
                    <a:pt x="30" y="79"/>
                  </a:cubicBezTo>
                  <a:cubicBezTo>
                    <a:pt x="30" y="79"/>
                    <a:pt x="30" y="79"/>
                    <a:pt x="29" y="79"/>
                  </a:cubicBezTo>
                  <a:cubicBezTo>
                    <a:pt x="28" y="78"/>
                    <a:pt x="28" y="78"/>
                    <a:pt x="28" y="78"/>
                  </a:cubicBezTo>
                  <a:cubicBezTo>
                    <a:pt x="29" y="78"/>
                    <a:pt x="29" y="78"/>
                    <a:pt x="29" y="78"/>
                  </a:cubicBezTo>
                  <a:cubicBezTo>
                    <a:pt x="29" y="76"/>
                    <a:pt x="30" y="75"/>
                    <a:pt x="31" y="74"/>
                  </a:cubicBezTo>
                  <a:cubicBezTo>
                    <a:pt x="33" y="71"/>
                    <a:pt x="35" y="68"/>
                    <a:pt x="34" y="62"/>
                  </a:cubicBezTo>
                  <a:cubicBezTo>
                    <a:pt x="34" y="61"/>
                    <a:pt x="34" y="61"/>
                    <a:pt x="34" y="61"/>
                  </a:cubicBezTo>
                  <a:cubicBezTo>
                    <a:pt x="33" y="61"/>
                    <a:pt x="31" y="60"/>
                    <a:pt x="30" y="58"/>
                  </a:cubicBezTo>
                  <a:cubicBezTo>
                    <a:pt x="30" y="58"/>
                    <a:pt x="30" y="58"/>
                    <a:pt x="30" y="58"/>
                  </a:cubicBezTo>
                  <a:cubicBezTo>
                    <a:pt x="30" y="58"/>
                    <a:pt x="30" y="58"/>
                    <a:pt x="30" y="58"/>
                  </a:cubicBezTo>
                  <a:cubicBezTo>
                    <a:pt x="38" y="39"/>
                    <a:pt x="34" y="10"/>
                    <a:pt x="18" y="2"/>
                  </a:cubicBezTo>
                  <a:cubicBezTo>
                    <a:pt x="18" y="5"/>
                    <a:pt x="20" y="8"/>
                    <a:pt x="23" y="11"/>
                  </a:cubicBezTo>
                  <a:cubicBezTo>
                    <a:pt x="26" y="14"/>
                    <a:pt x="29" y="18"/>
                    <a:pt x="30" y="24"/>
                  </a:cubicBezTo>
                  <a:cubicBezTo>
                    <a:pt x="30" y="26"/>
                    <a:pt x="30" y="28"/>
                    <a:pt x="30" y="30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35" y="38"/>
                    <a:pt x="33" y="44"/>
                    <a:pt x="31" y="49"/>
                  </a:cubicBezTo>
                  <a:cubicBezTo>
                    <a:pt x="30" y="52"/>
                    <a:pt x="29" y="55"/>
                    <a:pt x="29" y="58"/>
                  </a:cubicBezTo>
                  <a:cubicBezTo>
                    <a:pt x="29" y="61"/>
                    <a:pt x="29" y="61"/>
                    <a:pt x="29" y="61"/>
                  </a:cubicBezTo>
                  <a:cubicBezTo>
                    <a:pt x="27" y="58"/>
                    <a:pt x="27" y="58"/>
                    <a:pt x="27" y="58"/>
                  </a:cubicBezTo>
                  <a:cubicBezTo>
                    <a:pt x="25" y="53"/>
                    <a:pt x="26" y="49"/>
                    <a:pt x="28" y="44"/>
                  </a:cubicBezTo>
                  <a:cubicBezTo>
                    <a:pt x="29" y="40"/>
                    <a:pt x="31" y="36"/>
                    <a:pt x="30" y="32"/>
                  </a:cubicBezTo>
                  <a:cubicBezTo>
                    <a:pt x="30" y="32"/>
                    <a:pt x="30" y="32"/>
                    <a:pt x="30" y="32"/>
                  </a:cubicBezTo>
                  <a:cubicBezTo>
                    <a:pt x="30" y="35"/>
                    <a:pt x="29" y="38"/>
                    <a:pt x="28" y="42"/>
                  </a:cubicBezTo>
                  <a:cubicBezTo>
                    <a:pt x="26" y="47"/>
                    <a:pt x="24" y="53"/>
                    <a:pt x="24" y="59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4" y="60"/>
                    <a:pt x="24" y="60"/>
                    <a:pt x="24" y="60"/>
                  </a:cubicBezTo>
                  <a:cubicBezTo>
                    <a:pt x="23" y="61"/>
                    <a:pt x="22" y="61"/>
                    <a:pt x="21" y="61"/>
                  </a:cubicBezTo>
                  <a:cubicBezTo>
                    <a:pt x="21" y="61"/>
                    <a:pt x="21" y="61"/>
                    <a:pt x="21" y="61"/>
                  </a:cubicBezTo>
                  <a:cubicBezTo>
                    <a:pt x="20" y="61"/>
                    <a:pt x="20" y="61"/>
                    <a:pt x="19" y="62"/>
                  </a:cubicBezTo>
                  <a:cubicBezTo>
                    <a:pt x="18" y="69"/>
                    <a:pt x="14" y="74"/>
                    <a:pt x="11" y="79"/>
                  </a:cubicBezTo>
                  <a:cubicBezTo>
                    <a:pt x="10" y="82"/>
                    <a:pt x="8" y="84"/>
                    <a:pt x="7" y="86"/>
                  </a:cubicBezTo>
                  <a:close/>
                  <a:moveTo>
                    <a:pt x="85" y="136"/>
                  </a:moveTo>
                  <a:cubicBezTo>
                    <a:pt x="86" y="136"/>
                    <a:pt x="87" y="137"/>
                    <a:pt x="89" y="137"/>
                  </a:cubicBezTo>
                  <a:cubicBezTo>
                    <a:pt x="93" y="137"/>
                    <a:pt x="97" y="135"/>
                    <a:pt x="101" y="133"/>
                  </a:cubicBezTo>
                  <a:cubicBezTo>
                    <a:pt x="105" y="132"/>
                    <a:pt x="108" y="131"/>
                    <a:pt x="110" y="131"/>
                  </a:cubicBezTo>
                  <a:cubicBezTo>
                    <a:pt x="111" y="131"/>
                    <a:pt x="111" y="131"/>
                    <a:pt x="111" y="131"/>
                  </a:cubicBezTo>
                  <a:cubicBezTo>
                    <a:pt x="113" y="129"/>
                    <a:pt x="116" y="127"/>
                    <a:pt x="118" y="126"/>
                  </a:cubicBezTo>
                  <a:cubicBezTo>
                    <a:pt x="120" y="125"/>
                    <a:pt x="122" y="125"/>
                    <a:pt x="123" y="124"/>
                  </a:cubicBezTo>
                  <a:cubicBezTo>
                    <a:pt x="122" y="124"/>
                    <a:pt x="122" y="123"/>
                    <a:pt x="121" y="123"/>
                  </a:cubicBezTo>
                  <a:cubicBezTo>
                    <a:pt x="117" y="123"/>
                    <a:pt x="111" y="126"/>
                    <a:pt x="106" y="129"/>
                  </a:cubicBezTo>
                  <a:cubicBezTo>
                    <a:pt x="99" y="132"/>
                    <a:pt x="92" y="136"/>
                    <a:pt x="85" y="136"/>
                  </a:cubicBezTo>
                  <a:close/>
                  <a:moveTo>
                    <a:pt x="64" y="126"/>
                  </a:moveTo>
                  <a:cubicBezTo>
                    <a:pt x="65" y="126"/>
                    <a:pt x="66" y="126"/>
                    <a:pt x="67" y="127"/>
                  </a:cubicBezTo>
                  <a:cubicBezTo>
                    <a:pt x="68" y="128"/>
                    <a:pt x="69" y="128"/>
                    <a:pt x="70" y="128"/>
                  </a:cubicBezTo>
                  <a:cubicBezTo>
                    <a:pt x="70" y="128"/>
                    <a:pt x="70" y="128"/>
                    <a:pt x="70" y="128"/>
                  </a:cubicBezTo>
                  <a:cubicBezTo>
                    <a:pt x="70" y="128"/>
                    <a:pt x="71" y="128"/>
                    <a:pt x="71" y="127"/>
                  </a:cubicBezTo>
                  <a:cubicBezTo>
                    <a:pt x="72" y="125"/>
                    <a:pt x="75" y="121"/>
                    <a:pt x="74" y="118"/>
                  </a:cubicBezTo>
                  <a:cubicBezTo>
                    <a:pt x="74" y="117"/>
                    <a:pt x="73" y="116"/>
                    <a:pt x="72" y="115"/>
                  </a:cubicBezTo>
                  <a:cubicBezTo>
                    <a:pt x="70" y="114"/>
                    <a:pt x="70" y="114"/>
                    <a:pt x="70" y="114"/>
                  </a:cubicBezTo>
                  <a:cubicBezTo>
                    <a:pt x="70" y="114"/>
                    <a:pt x="70" y="114"/>
                    <a:pt x="70" y="114"/>
                  </a:cubicBezTo>
                  <a:cubicBezTo>
                    <a:pt x="70" y="116"/>
                    <a:pt x="67" y="118"/>
                    <a:pt x="64" y="118"/>
                  </a:cubicBezTo>
                  <a:cubicBezTo>
                    <a:pt x="64" y="118"/>
                    <a:pt x="64" y="118"/>
                    <a:pt x="64" y="118"/>
                  </a:cubicBezTo>
                  <a:lnTo>
                    <a:pt x="64" y="126"/>
                  </a:lnTo>
                  <a:close/>
                  <a:moveTo>
                    <a:pt x="75" y="116"/>
                  </a:moveTo>
                  <a:cubicBezTo>
                    <a:pt x="75" y="117"/>
                    <a:pt x="75" y="117"/>
                    <a:pt x="75" y="118"/>
                  </a:cubicBezTo>
                  <a:cubicBezTo>
                    <a:pt x="76" y="121"/>
                    <a:pt x="74" y="125"/>
                    <a:pt x="72" y="128"/>
                  </a:cubicBezTo>
                  <a:cubicBezTo>
                    <a:pt x="75" y="126"/>
                    <a:pt x="77" y="121"/>
                    <a:pt x="77" y="118"/>
                  </a:cubicBezTo>
                  <a:cubicBezTo>
                    <a:pt x="76" y="118"/>
                    <a:pt x="76" y="117"/>
                    <a:pt x="75" y="116"/>
                  </a:cubicBezTo>
                  <a:close/>
                  <a:moveTo>
                    <a:pt x="70" y="114"/>
                  </a:moveTo>
                  <a:cubicBezTo>
                    <a:pt x="72" y="114"/>
                    <a:pt x="72" y="114"/>
                    <a:pt x="72" y="114"/>
                  </a:cubicBezTo>
                  <a:cubicBezTo>
                    <a:pt x="76" y="115"/>
                    <a:pt x="78" y="117"/>
                    <a:pt x="78" y="118"/>
                  </a:cubicBezTo>
                  <a:cubicBezTo>
                    <a:pt x="79" y="121"/>
                    <a:pt x="77" y="125"/>
                    <a:pt x="74" y="128"/>
                  </a:cubicBezTo>
                  <a:cubicBezTo>
                    <a:pt x="79" y="126"/>
                    <a:pt x="79" y="122"/>
                    <a:pt x="79" y="120"/>
                  </a:cubicBezTo>
                  <a:cubicBezTo>
                    <a:pt x="79" y="116"/>
                    <a:pt x="76" y="110"/>
                    <a:pt x="72" y="110"/>
                  </a:cubicBezTo>
                  <a:cubicBezTo>
                    <a:pt x="71" y="110"/>
                    <a:pt x="69" y="111"/>
                    <a:pt x="68" y="113"/>
                  </a:cubicBezTo>
                  <a:cubicBezTo>
                    <a:pt x="69" y="113"/>
                    <a:pt x="69" y="113"/>
                    <a:pt x="70" y="114"/>
                  </a:cubicBezTo>
                  <a:close/>
                  <a:moveTo>
                    <a:pt x="122" y="122"/>
                  </a:moveTo>
                  <a:cubicBezTo>
                    <a:pt x="123" y="122"/>
                    <a:pt x="124" y="122"/>
                    <a:pt x="125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5" y="124"/>
                    <a:pt x="124" y="125"/>
                    <a:pt x="123" y="125"/>
                  </a:cubicBezTo>
                  <a:cubicBezTo>
                    <a:pt x="127" y="124"/>
                    <a:pt x="131" y="123"/>
                    <a:pt x="136" y="123"/>
                  </a:cubicBezTo>
                  <a:cubicBezTo>
                    <a:pt x="139" y="123"/>
                    <a:pt x="141" y="123"/>
                    <a:pt x="143" y="124"/>
                  </a:cubicBezTo>
                  <a:cubicBezTo>
                    <a:pt x="140" y="122"/>
                    <a:pt x="136" y="121"/>
                    <a:pt x="131" y="121"/>
                  </a:cubicBezTo>
                  <a:cubicBezTo>
                    <a:pt x="128" y="121"/>
                    <a:pt x="125" y="121"/>
                    <a:pt x="122" y="122"/>
                  </a:cubicBezTo>
                  <a:close/>
                  <a:moveTo>
                    <a:pt x="72" y="109"/>
                  </a:moveTo>
                  <a:cubicBezTo>
                    <a:pt x="77" y="109"/>
                    <a:pt x="81" y="115"/>
                    <a:pt x="81" y="120"/>
                  </a:cubicBezTo>
                  <a:cubicBezTo>
                    <a:pt x="81" y="121"/>
                    <a:pt x="81" y="122"/>
                    <a:pt x="81" y="123"/>
                  </a:cubicBezTo>
                  <a:cubicBezTo>
                    <a:pt x="82" y="121"/>
                    <a:pt x="82" y="118"/>
                    <a:pt x="81" y="114"/>
                  </a:cubicBezTo>
                  <a:cubicBezTo>
                    <a:pt x="79" y="110"/>
                    <a:pt x="75" y="108"/>
                    <a:pt x="71" y="109"/>
                  </a:cubicBezTo>
                  <a:cubicBezTo>
                    <a:pt x="72" y="109"/>
                    <a:pt x="72" y="109"/>
                    <a:pt x="72" y="109"/>
                  </a:cubicBezTo>
                  <a:close/>
                  <a:moveTo>
                    <a:pt x="36" y="65"/>
                  </a:moveTo>
                  <a:cubicBezTo>
                    <a:pt x="36" y="69"/>
                    <a:pt x="34" y="72"/>
                    <a:pt x="32" y="74"/>
                  </a:cubicBezTo>
                  <a:cubicBezTo>
                    <a:pt x="32" y="75"/>
                    <a:pt x="31" y="76"/>
                    <a:pt x="31" y="77"/>
                  </a:cubicBezTo>
                  <a:cubicBezTo>
                    <a:pt x="34" y="77"/>
                    <a:pt x="36" y="74"/>
                    <a:pt x="36" y="73"/>
                  </a:cubicBezTo>
                  <a:cubicBezTo>
                    <a:pt x="37" y="70"/>
                    <a:pt x="37" y="67"/>
                    <a:pt x="36" y="65"/>
                  </a:cubicBezTo>
                  <a:close/>
                  <a:moveTo>
                    <a:pt x="28" y="63"/>
                  </a:moveTo>
                  <a:cubicBezTo>
                    <a:pt x="27" y="65"/>
                    <a:pt x="27" y="69"/>
                    <a:pt x="27" y="72"/>
                  </a:cubicBezTo>
                  <a:cubicBezTo>
                    <a:pt x="27" y="73"/>
                    <a:pt x="28" y="73"/>
                    <a:pt x="28" y="74"/>
                  </a:cubicBezTo>
                  <a:cubicBezTo>
                    <a:pt x="30" y="71"/>
                    <a:pt x="32" y="67"/>
                    <a:pt x="31" y="65"/>
                  </a:cubicBezTo>
                  <a:cubicBezTo>
                    <a:pt x="30" y="64"/>
                    <a:pt x="30" y="63"/>
                    <a:pt x="28" y="63"/>
                  </a:cubicBezTo>
                  <a:close/>
                  <a:moveTo>
                    <a:pt x="32" y="36"/>
                  </a:moveTo>
                  <a:cubicBezTo>
                    <a:pt x="31" y="39"/>
                    <a:pt x="30" y="42"/>
                    <a:pt x="29" y="44"/>
                  </a:cubicBezTo>
                  <a:cubicBezTo>
                    <a:pt x="28" y="48"/>
                    <a:pt x="27" y="51"/>
                    <a:pt x="28" y="55"/>
                  </a:cubicBezTo>
                  <a:cubicBezTo>
                    <a:pt x="28" y="53"/>
                    <a:pt x="29" y="51"/>
                    <a:pt x="29" y="49"/>
                  </a:cubicBezTo>
                  <a:cubicBezTo>
                    <a:pt x="31" y="45"/>
                    <a:pt x="32" y="41"/>
                    <a:pt x="32" y="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19" name="Freeform 47"/>
            <p:cNvSpPr>
              <a:spLocks noEditPoints="1"/>
            </p:cNvSpPr>
            <p:nvPr/>
          </p:nvSpPr>
          <p:spPr bwMode="auto">
            <a:xfrm>
              <a:off x="895350" y="3316288"/>
              <a:ext cx="363538" cy="328613"/>
            </a:xfrm>
            <a:custGeom>
              <a:avLst/>
              <a:gdLst>
                <a:gd name="T0" fmla="*/ 50 w 161"/>
                <a:gd name="T1" fmla="*/ 8 h 146"/>
                <a:gd name="T2" fmla="*/ 60 w 161"/>
                <a:gd name="T3" fmla="*/ 25 h 146"/>
                <a:gd name="T4" fmla="*/ 54 w 161"/>
                <a:gd name="T5" fmla="*/ 17 h 146"/>
                <a:gd name="T6" fmla="*/ 63 w 161"/>
                <a:gd name="T7" fmla="*/ 34 h 146"/>
                <a:gd name="T8" fmla="*/ 49 w 161"/>
                <a:gd name="T9" fmla="*/ 37 h 146"/>
                <a:gd name="T10" fmla="*/ 41 w 161"/>
                <a:gd name="T11" fmla="*/ 13 h 146"/>
                <a:gd name="T12" fmla="*/ 16 w 161"/>
                <a:gd name="T13" fmla="*/ 62 h 146"/>
                <a:gd name="T14" fmla="*/ 34 w 161"/>
                <a:gd name="T15" fmla="*/ 92 h 146"/>
                <a:gd name="T16" fmla="*/ 27 w 161"/>
                <a:gd name="T17" fmla="*/ 146 h 146"/>
                <a:gd name="T18" fmla="*/ 33 w 161"/>
                <a:gd name="T19" fmla="*/ 104 h 146"/>
                <a:gd name="T20" fmla="*/ 26 w 161"/>
                <a:gd name="T21" fmla="*/ 102 h 146"/>
                <a:gd name="T22" fmla="*/ 30 w 161"/>
                <a:gd name="T23" fmla="*/ 101 h 146"/>
                <a:gd name="T24" fmla="*/ 4 w 161"/>
                <a:gd name="T25" fmla="*/ 60 h 146"/>
                <a:gd name="T26" fmla="*/ 41 w 161"/>
                <a:gd name="T27" fmla="*/ 10 h 146"/>
                <a:gd name="T28" fmla="*/ 51 w 161"/>
                <a:gd name="T29" fmla="*/ 4 h 146"/>
                <a:gd name="T30" fmla="*/ 145 w 161"/>
                <a:gd name="T31" fmla="*/ 13 h 146"/>
                <a:gd name="T32" fmla="*/ 142 w 161"/>
                <a:gd name="T33" fmla="*/ 0 h 146"/>
                <a:gd name="T34" fmla="*/ 141 w 161"/>
                <a:gd name="T35" fmla="*/ 33 h 146"/>
                <a:gd name="T36" fmla="*/ 50 w 161"/>
                <a:gd name="T37" fmla="*/ 8 h 146"/>
                <a:gd name="T38" fmla="*/ 137 w 161"/>
                <a:gd name="T39" fmla="*/ 31 h 146"/>
                <a:gd name="T40" fmla="*/ 148 w 161"/>
                <a:gd name="T41" fmla="*/ 16 h 146"/>
                <a:gd name="T42" fmla="*/ 70 w 161"/>
                <a:gd name="T43" fmla="*/ 8 h 146"/>
                <a:gd name="T44" fmla="*/ 137 w 161"/>
                <a:gd name="T45" fmla="*/ 31 h 146"/>
                <a:gd name="T46" fmla="*/ 26 w 161"/>
                <a:gd name="T47" fmla="*/ 84 h 146"/>
                <a:gd name="T48" fmla="*/ 22 w 161"/>
                <a:gd name="T49" fmla="*/ 16 h 146"/>
                <a:gd name="T50" fmla="*/ 26 w 161"/>
                <a:gd name="T51" fmla="*/ 84 h 146"/>
                <a:gd name="T52" fmla="*/ 57 w 161"/>
                <a:gd name="T53" fmla="*/ 28 h 146"/>
                <a:gd name="T54" fmla="*/ 46 w 161"/>
                <a:gd name="T55" fmla="*/ 16 h 146"/>
                <a:gd name="T56" fmla="*/ 57 w 161"/>
                <a:gd name="T57" fmla="*/ 28 h 146"/>
                <a:gd name="T58" fmla="*/ 57 w 161"/>
                <a:gd name="T59" fmla="*/ 31 h 146"/>
                <a:gd name="T60" fmla="*/ 46 w 161"/>
                <a:gd name="T61" fmla="*/ 28 h 146"/>
                <a:gd name="T62" fmla="*/ 57 w 161"/>
                <a:gd name="T63" fmla="*/ 31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1" h="146">
                  <a:moveTo>
                    <a:pt x="50" y="8"/>
                  </a:moveTo>
                  <a:cubicBezTo>
                    <a:pt x="55" y="14"/>
                    <a:pt x="53" y="20"/>
                    <a:pt x="60" y="25"/>
                  </a:cubicBezTo>
                  <a:cubicBezTo>
                    <a:pt x="62" y="23"/>
                    <a:pt x="58" y="18"/>
                    <a:pt x="54" y="17"/>
                  </a:cubicBezTo>
                  <a:cubicBezTo>
                    <a:pt x="64" y="13"/>
                    <a:pt x="65" y="25"/>
                    <a:pt x="63" y="34"/>
                  </a:cubicBezTo>
                  <a:cubicBezTo>
                    <a:pt x="59" y="36"/>
                    <a:pt x="55" y="37"/>
                    <a:pt x="49" y="37"/>
                  </a:cubicBezTo>
                  <a:cubicBezTo>
                    <a:pt x="43" y="31"/>
                    <a:pt x="43" y="19"/>
                    <a:pt x="41" y="13"/>
                  </a:cubicBezTo>
                  <a:cubicBezTo>
                    <a:pt x="14" y="14"/>
                    <a:pt x="9" y="41"/>
                    <a:pt x="16" y="62"/>
                  </a:cubicBezTo>
                  <a:cubicBezTo>
                    <a:pt x="19" y="72"/>
                    <a:pt x="30" y="81"/>
                    <a:pt x="34" y="92"/>
                  </a:cubicBezTo>
                  <a:cubicBezTo>
                    <a:pt x="41" y="111"/>
                    <a:pt x="38" y="129"/>
                    <a:pt x="27" y="146"/>
                  </a:cubicBezTo>
                  <a:cubicBezTo>
                    <a:pt x="28" y="137"/>
                    <a:pt x="39" y="121"/>
                    <a:pt x="33" y="104"/>
                  </a:cubicBezTo>
                  <a:cubicBezTo>
                    <a:pt x="31" y="102"/>
                    <a:pt x="29" y="102"/>
                    <a:pt x="26" y="102"/>
                  </a:cubicBezTo>
                  <a:cubicBezTo>
                    <a:pt x="26" y="100"/>
                    <a:pt x="28" y="101"/>
                    <a:pt x="30" y="101"/>
                  </a:cubicBezTo>
                  <a:cubicBezTo>
                    <a:pt x="28" y="89"/>
                    <a:pt x="7" y="79"/>
                    <a:pt x="4" y="60"/>
                  </a:cubicBezTo>
                  <a:cubicBezTo>
                    <a:pt x="1" y="34"/>
                    <a:pt x="12" y="6"/>
                    <a:pt x="41" y="10"/>
                  </a:cubicBezTo>
                  <a:cubicBezTo>
                    <a:pt x="45" y="9"/>
                    <a:pt x="47" y="5"/>
                    <a:pt x="51" y="4"/>
                  </a:cubicBezTo>
                  <a:cubicBezTo>
                    <a:pt x="86" y="1"/>
                    <a:pt x="128" y="46"/>
                    <a:pt x="145" y="13"/>
                  </a:cubicBezTo>
                  <a:cubicBezTo>
                    <a:pt x="146" y="6"/>
                    <a:pt x="144" y="3"/>
                    <a:pt x="142" y="0"/>
                  </a:cubicBezTo>
                  <a:cubicBezTo>
                    <a:pt x="161" y="2"/>
                    <a:pt x="149" y="29"/>
                    <a:pt x="141" y="33"/>
                  </a:cubicBezTo>
                  <a:cubicBezTo>
                    <a:pt x="111" y="47"/>
                    <a:pt x="71" y="4"/>
                    <a:pt x="50" y="8"/>
                  </a:cubicBezTo>
                  <a:close/>
                  <a:moveTo>
                    <a:pt x="137" y="31"/>
                  </a:moveTo>
                  <a:cubicBezTo>
                    <a:pt x="142" y="29"/>
                    <a:pt x="151" y="17"/>
                    <a:pt x="148" y="16"/>
                  </a:cubicBezTo>
                  <a:cubicBezTo>
                    <a:pt x="130" y="43"/>
                    <a:pt x="93" y="14"/>
                    <a:pt x="70" y="8"/>
                  </a:cubicBezTo>
                  <a:cubicBezTo>
                    <a:pt x="87" y="21"/>
                    <a:pt x="105" y="33"/>
                    <a:pt x="137" y="31"/>
                  </a:cubicBezTo>
                  <a:close/>
                  <a:moveTo>
                    <a:pt x="26" y="84"/>
                  </a:moveTo>
                  <a:cubicBezTo>
                    <a:pt x="10" y="71"/>
                    <a:pt x="7" y="27"/>
                    <a:pt x="22" y="16"/>
                  </a:cubicBezTo>
                  <a:cubicBezTo>
                    <a:pt x="0" y="29"/>
                    <a:pt x="5" y="78"/>
                    <a:pt x="26" y="84"/>
                  </a:cubicBezTo>
                  <a:close/>
                  <a:moveTo>
                    <a:pt x="57" y="28"/>
                  </a:moveTo>
                  <a:cubicBezTo>
                    <a:pt x="55" y="22"/>
                    <a:pt x="53" y="16"/>
                    <a:pt x="46" y="16"/>
                  </a:cubicBezTo>
                  <a:cubicBezTo>
                    <a:pt x="46" y="23"/>
                    <a:pt x="50" y="27"/>
                    <a:pt x="57" y="28"/>
                  </a:cubicBezTo>
                  <a:close/>
                  <a:moveTo>
                    <a:pt x="57" y="31"/>
                  </a:moveTo>
                  <a:cubicBezTo>
                    <a:pt x="51" y="33"/>
                    <a:pt x="49" y="24"/>
                    <a:pt x="46" y="28"/>
                  </a:cubicBezTo>
                  <a:cubicBezTo>
                    <a:pt x="47" y="31"/>
                    <a:pt x="56" y="40"/>
                    <a:pt x="57" y="3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20" name="Freeform 48"/>
            <p:cNvSpPr>
              <a:spLocks noEditPoints="1"/>
            </p:cNvSpPr>
            <p:nvPr/>
          </p:nvSpPr>
          <p:spPr bwMode="auto">
            <a:xfrm>
              <a:off x="903288" y="3313113"/>
              <a:ext cx="336550" cy="338138"/>
            </a:xfrm>
            <a:custGeom>
              <a:avLst/>
              <a:gdLst>
                <a:gd name="T0" fmla="*/ 81 w 150"/>
                <a:gd name="T1" fmla="*/ 22 h 150"/>
                <a:gd name="T2" fmla="*/ 52 w 150"/>
                <a:gd name="T3" fmla="*/ 17 h 150"/>
                <a:gd name="T4" fmla="*/ 60 w 150"/>
                <a:gd name="T5" fmla="*/ 35 h 150"/>
                <a:gd name="T6" fmla="*/ 45 w 150"/>
                <a:gd name="T7" fmla="*/ 39 h 150"/>
                <a:gd name="T8" fmla="*/ 39 w 150"/>
                <a:gd name="T9" fmla="*/ 20 h 150"/>
                <a:gd name="T10" fmla="*/ 14 w 150"/>
                <a:gd name="T11" fmla="*/ 63 h 150"/>
                <a:gd name="T12" fmla="*/ 25 w 150"/>
                <a:gd name="T13" fmla="*/ 148 h 150"/>
                <a:gd name="T14" fmla="*/ 26 w 150"/>
                <a:gd name="T15" fmla="*/ 137 h 150"/>
                <a:gd name="T16" fmla="*/ 23 w 150"/>
                <a:gd name="T17" fmla="*/ 104 h 150"/>
                <a:gd name="T18" fmla="*/ 26 w 150"/>
                <a:gd name="T19" fmla="*/ 101 h 150"/>
                <a:gd name="T20" fmla="*/ 1 w 150"/>
                <a:gd name="T21" fmla="*/ 61 h 150"/>
                <a:gd name="T22" fmla="*/ 38 w 150"/>
                <a:gd name="T23" fmla="*/ 10 h 150"/>
                <a:gd name="T24" fmla="*/ 91 w 150"/>
                <a:gd name="T25" fmla="*/ 16 h 150"/>
                <a:gd name="T26" fmla="*/ 139 w 150"/>
                <a:gd name="T27" fmla="*/ 2 h 150"/>
                <a:gd name="T28" fmla="*/ 150 w 150"/>
                <a:gd name="T29" fmla="*/ 12 h 150"/>
                <a:gd name="T30" fmla="*/ 82 w 150"/>
                <a:gd name="T31" fmla="*/ 20 h 150"/>
                <a:gd name="T32" fmla="*/ 141 w 150"/>
                <a:gd name="T33" fmla="*/ 2 h 150"/>
                <a:gd name="T34" fmla="*/ 143 w 150"/>
                <a:gd name="T35" fmla="*/ 14 h 150"/>
                <a:gd name="T36" fmla="*/ 44 w 150"/>
                <a:gd name="T37" fmla="*/ 9 h 150"/>
                <a:gd name="T38" fmla="*/ 38 w 150"/>
                <a:gd name="T39" fmla="*/ 12 h 150"/>
                <a:gd name="T40" fmla="*/ 2 w 150"/>
                <a:gd name="T41" fmla="*/ 60 h 150"/>
                <a:gd name="T42" fmla="*/ 28 w 150"/>
                <a:gd name="T43" fmla="*/ 102 h 150"/>
                <a:gd name="T44" fmla="*/ 30 w 150"/>
                <a:gd name="T45" fmla="*/ 104 h 150"/>
                <a:gd name="T46" fmla="*/ 32 w 150"/>
                <a:gd name="T47" fmla="*/ 116 h 150"/>
                <a:gd name="T48" fmla="*/ 31 w 150"/>
                <a:gd name="T49" fmla="*/ 93 h 150"/>
                <a:gd name="T50" fmla="*/ 11 w 150"/>
                <a:gd name="T51" fmla="*/ 61 h 150"/>
                <a:gd name="T52" fmla="*/ 23 w 150"/>
                <a:gd name="T53" fmla="*/ 85 h 150"/>
                <a:gd name="T54" fmla="*/ 19 w 150"/>
                <a:gd name="T55" fmla="*/ 17 h 150"/>
                <a:gd name="T56" fmla="*/ 39 w 150"/>
                <a:gd name="T57" fmla="*/ 13 h 150"/>
                <a:gd name="T58" fmla="*/ 42 w 150"/>
                <a:gd name="T59" fmla="*/ 29 h 150"/>
                <a:gd name="T60" fmla="*/ 48 w 150"/>
                <a:gd name="T61" fmla="*/ 29 h 150"/>
                <a:gd name="T62" fmla="*/ 55 w 150"/>
                <a:gd name="T63" fmla="*/ 32 h 150"/>
                <a:gd name="T64" fmla="*/ 42 w 150"/>
                <a:gd name="T65" fmla="*/ 30 h 150"/>
                <a:gd name="T66" fmla="*/ 60 w 150"/>
                <a:gd name="T67" fmla="*/ 27 h 150"/>
                <a:gd name="T68" fmla="*/ 58 w 150"/>
                <a:gd name="T69" fmla="*/ 25 h 150"/>
                <a:gd name="T70" fmla="*/ 56 w 150"/>
                <a:gd name="T71" fmla="*/ 27 h 150"/>
                <a:gd name="T72" fmla="*/ 50 w 150"/>
                <a:gd name="T73" fmla="*/ 18 h 150"/>
                <a:gd name="T74" fmla="*/ 45 w 150"/>
                <a:gd name="T75" fmla="*/ 9 h 150"/>
                <a:gd name="T76" fmla="*/ 57 w 150"/>
                <a:gd name="T77" fmla="*/ 25 h 150"/>
                <a:gd name="T78" fmla="*/ 53 w 150"/>
                <a:gd name="T79" fmla="*/ 33 h 150"/>
                <a:gd name="T80" fmla="*/ 44 w 150"/>
                <a:gd name="T81" fmla="*/ 29 h 150"/>
                <a:gd name="T82" fmla="*/ 8 w 150"/>
                <a:gd name="T83" fmla="*/ 46 h 150"/>
                <a:gd name="T84" fmla="*/ 146 w 150"/>
                <a:gd name="T85" fmla="*/ 18 h 150"/>
                <a:gd name="T86" fmla="*/ 134 w 150"/>
                <a:gd name="T87" fmla="*/ 33 h 150"/>
                <a:gd name="T88" fmla="*/ 67 w 150"/>
                <a:gd name="T89" fmla="*/ 9 h 150"/>
                <a:gd name="T90" fmla="*/ 145 w 150"/>
                <a:gd name="T91" fmla="*/ 16 h 150"/>
                <a:gd name="T92" fmla="*/ 133 w 150"/>
                <a:gd name="T93" fmla="*/ 31 h 150"/>
                <a:gd name="T94" fmla="*/ 71 w 150"/>
                <a:gd name="T95" fmla="*/ 11 h 150"/>
                <a:gd name="T96" fmla="*/ 54 w 150"/>
                <a:gd name="T97" fmla="*/ 30 h 150"/>
                <a:gd name="T98" fmla="*/ 43 w 150"/>
                <a:gd name="T99" fmla="*/ 16 h 150"/>
                <a:gd name="T100" fmla="*/ 43 w 150"/>
                <a:gd name="T101" fmla="*/ 17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50" h="150">
                  <a:moveTo>
                    <a:pt x="150" y="12"/>
                  </a:moveTo>
                  <a:cubicBezTo>
                    <a:pt x="150" y="20"/>
                    <a:pt x="143" y="32"/>
                    <a:pt x="138" y="34"/>
                  </a:cubicBezTo>
                  <a:cubicBezTo>
                    <a:pt x="120" y="43"/>
                    <a:pt x="99" y="32"/>
                    <a:pt x="81" y="22"/>
                  </a:cubicBezTo>
                  <a:cubicBezTo>
                    <a:pt x="69" y="15"/>
                    <a:pt x="57" y="9"/>
                    <a:pt x="48" y="10"/>
                  </a:cubicBezTo>
                  <a:cubicBezTo>
                    <a:pt x="50" y="12"/>
                    <a:pt x="51" y="15"/>
                    <a:pt x="52" y="17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4" y="16"/>
                    <a:pt x="56" y="16"/>
                    <a:pt x="58" y="17"/>
                  </a:cubicBezTo>
                  <a:cubicBezTo>
                    <a:pt x="61" y="19"/>
                    <a:pt x="61" y="24"/>
                    <a:pt x="61" y="27"/>
                  </a:cubicBezTo>
                  <a:cubicBezTo>
                    <a:pt x="61" y="30"/>
                    <a:pt x="61" y="33"/>
                    <a:pt x="60" y="35"/>
                  </a:cubicBezTo>
                  <a:cubicBezTo>
                    <a:pt x="60" y="35"/>
                    <a:pt x="60" y="35"/>
                    <a:pt x="60" y="35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7" y="38"/>
                    <a:pt x="52" y="39"/>
                    <a:pt x="45" y="39"/>
                  </a:cubicBezTo>
                  <a:cubicBezTo>
                    <a:pt x="45" y="39"/>
                    <a:pt x="45" y="39"/>
                    <a:pt x="45" y="39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1" y="34"/>
                    <a:pt x="40" y="26"/>
                    <a:pt x="39" y="20"/>
                  </a:cubicBezTo>
                  <a:cubicBezTo>
                    <a:pt x="39" y="18"/>
                    <a:pt x="38" y="16"/>
                    <a:pt x="38" y="14"/>
                  </a:cubicBezTo>
                  <a:cubicBezTo>
                    <a:pt x="21" y="15"/>
                    <a:pt x="11" y="27"/>
                    <a:pt x="11" y="47"/>
                  </a:cubicBezTo>
                  <a:cubicBezTo>
                    <a:pt x="11" y="52"/>
                    <a:pt x="12" y="58"/>
                    <a:pt x="14" y="63"/>
                  </a:cubicBezTo>
                  <a:cubicBezTo>
                    <a:pt x="15" y="68"/>
                    <a:pt x="18" y="72"/>
                    <a:pt x="22" y="77"/>
                  </a:cubicBezTo>
                  <a:cubicBezTo>
                    <a:pt x="26" y="82"/>
                    <a:pt x="30" y="87"/>
                    <a:pt x="32" y="93"/>
                  </a:cubicBezTo>
                  <a:cubicBezTo>
                    <a:pt x="39" y="111"/>
                    <a:pt x="36" y="130"/>
                    <a:pt x="25" y="148"/>
                  </a:cubicBezTo>
                  <a:cubicBezTo>
                    <a:pt x="23" y="150"/>
                    <a:pt x="23" y="150"/>
                    <a:pt x="23" y="150"/>
                  </a:cubicBezTo>
                  <a:cubicBezTo>
                    <a:pt x="23" y="147"/>
                    <a:pt x="23" y="147"/>
                    <a:pt x="23" y="147"/>
                  </a:cubicBezTo>
                  <a:cubicBezTo>
                    <a:pt x="24" y="144"/>
                    <a:pt x="25" y="141"/>
                    <a:pt x="26" y="137"/>
                  </a:cubicBezTo>
                  <a:cubicBezTo>
                    <a:pt x="28" y="131"/>
                    <a:pt x="31" y="123"/>
                    <a:pt x="31" y="116"/>
                  </a:cubicBezTo>
                  <a:cubicBezTo>
                    <a:pt x="31" y="112"/>
                    <a:pt x="30" y="108"/>
                    <a:pt x="29" y="105"/>
                  </a:cubicBezTo>
                  <a:cubicBezTo>
                    <a:pt x="28" y="104"/>
                    <a:pt x="26" y="104"/>
                    <a:pt x="23" y="104"/>
                  </a:cubicBezTo>
                  <a:cubicBezTo>
                    <a:pt x="22" y="104"/>
                    <a:pt x="22" y="104"/>
                    <a:pt x="22" y="104"/>
                  </a:cubicBezTo>
                  <a:cubicBezTo>
                    <a:pt x="22" y="103"/>
                    <a:pt x="22" y="103"/>
                    <a:pt x="22" y="103"/>
                  </a:cubicBezTo>
                  <a:cubicBezTo>
                    <a:pt x="22" y="101"/>
                    <a:pt x="24" y="101"/>
                    <a:pt x="26" y="101"/>
                  </a:cubicBezTo>
                  <a:cubicBezTo>
                    <a:pt x="26" y="101"/>
                    <a:pt x="26" y="101"/>
                    <a:pt x="26" y="101"/>
                  </a:cubicBezTo>
                  <a:cubicBezTo>
                    <a:pt x="25" y="97"/>
                    <a:pt x="21" y="93"/>
                    <a:pt x="17" y="88"/>
                  </a:cubicBezTo>
                  <a:cubicBezTo>
                    <a:pt x="10" y="81"/>
                    <a:pt x="2" y="72"/>
                    <a:pt x="1" y="61"/>
                  </a:cubicBezTo>
                  <a:cubicBezTo>
                    <a:pt x="0" y="58"/>
                    <a:pt x="0" y="55"/>
                    <a:pt x="0" y="52"/>
                  </a:cubicBezTo>
                  <a:cubicBezTo>
                    <a:pt x="0" y="37"/>
                    <a:pt x="5" y="24"/>
                    <a:pt x="13" y="17"/>
                  </a:cubicBezTo>
                  <a:cubicBezTo>
                    <a:pt x="20" y="11"/>
                    <a:pt x="28" y="9"/>
                    <a:pt x="38" y="10"/>
                  </a:cubicBezTo>
                  <a:cubicBezTo>
                    <a:pt x="40" y="10"/>
                    <a:pt x="41" y="9"/>
                    <a:pt x="43" y="7"/>
                  </a:cubicBezTo>
                  <a:cubicBezTo>
                    <a:pt x="44" y="6"/>
                    <a:pt x="46" y="5"/>
                    <a:pt x="48" y="4"/>
                  </a:cubicBezTo>
                  <a:cubicBezTo>
                    <a:pt x="62" y="3"/>
                    <a:pt x="77" y="9"/>
                    <a:pt x="91" y="16"/>
                  </a:cubicBezTo>
                  <a:cubicBezTo>
                    <a:pt x="113" y="25"/>
                    <a:pt x="131" y="33"/>
                    <a:pt x="141" y="13"/>
                  </a:cubicBezTo>
                  <a:cubicBezTo>
                    <a:pt x="142" y="12"/>
                    <a:pt x="142" y="11"/>
                    <a:pt x="142" y="10"/>
                  </a:cubicBezTo>
                  <a:cubicBezTo>
                    <a:pt x="142" y="7"/>
                    <a:pt x="140" y="4"/>
                    <a:pt x="139" y="2"/>
                  </a:cubicBezTo>
                  <a:cubicBezTo>
                    <a:pt x="138" y="0"/>
                    <a:pt x="138" y="0"/>
                    <a:pt x="138" y="0"/>
                  </a:cubicBezTo>
                  <a:cubicBezTo>
                    <a:pt x="139" y="0"/>
                    <a:pt x="139" y="0"/>
                    <a:pt x="139" y="0"/>
                  </a:cubicBezTo>
                  <a:cubicBezTo>
                    <a:pt x="146" y="1"/>
                    <a:pt x="150" y="5"/>
                    <a:pt x="150" y="12"/>
                  </a:cubicBezTo>
                  <a:close/>
                  <a:moveTo>
                    <a:pt x="45" y="9"/>
                  </a:moveTo>
                  <a:cubicBezTo>
                    <a:pt x="47" y="9"/>
                    <a:pt x="47" y="9"/>
                    <a:pt x="47" y="9"/>
                  </a:cubicBezTo>
                  <a:cubicBezTo>
                    <a:pt x="56" y="7"/>
                    <a:pt x="68" y="13"/>
                    <a:pt x="82" y="20"/>
                  </a:cubicBezTo>
                  <a:cubicBezTo>
                    <a:pt x="100" y="30"/>
                    <a:pt x="120" y="41"/>
                    <a:pt x="138" y="33"/>
                  </a:cubicBezTo>
                  <a:cubicBezTo>
                    <a:pt x="142" y="31"/>
                    <a:pt x="148" y="20"/>
                    <a:pt x="148" y="12"/>
                  </a:cubicBezTo>
                  <a:cubicBezTo>
                    <a:pt x="148" y="8"/>
                    <a:pt x="147" y="3"/>
                    <a:pt x="141" y="2"/>
                  </a:cubicBezTo>
                  <a:cubicBezTo>
                    <a:pt x="142" y="4"/>
                    <a:pt x="143" y="7"/>
                    <a:pt x="143" y="10"/>
                  </a:cubicBezTo>
                  <a:cubicBezTo>
                    <a:pt x="143" y="11"/>
                    <a:pt x="143" y="13"/>
                    <a:pt x="143" y="14"/>
                  </a:cubicBezTo>
                  <a:cubicBezTo>
                    <a:pt x="143" y="14"/>
                    <a:pt x="143" y="14"/>
                    <a:pt x="143" y="14"/>
                  </a:cubicBezTo>
                  <a:cubicBezTo>
                    <a:pt x="132" y="35"/>
                    <a:pt x="112" y="26"/>
                    <a:pt x="91" y="17"/>
                  </a:cubicBezTo>
                  <a:cubicBezTo>
                    <a:pt x="76" y="11"/>
                    <a:pt x="62" y="5"/>
                    <a:pt x="48" y="6"/>
                  </a:cubicBezTo>
                  <a:cubicBezTo>
                    <a:pt x="46" y="6"/>
                    <a:pt x="45" y="7"/>
                    <a:pt x="44" y="9"/>
                  </a:cubicBezTo>
                  <a:cubicBezTo>
                    <a:pt x="42" y="10"/>
                    <a:pt x="41" y="11"/>
                    <a:pt x="39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29" y="10"/>
                    <a:pt x="20" y="13"/>
                    <a:pt x="14" y="18"/>
                  </a:cubicBezTo>
                  <a:cubicBezTo>
                    <a:pt x="6" y="25"/>
                    <a:pt x="2" y="37"/>
                    <a:pt x="2" y="52"/>
                  </a:cubicBezTo>
                  <a:cubicBezTo>
                    <a:pt x="2" y="55"/>
                    <a:pt x="2" y="58"/>
                    <a:pt x="2" y="60"/>
                  </a:cubicBezTo>
                  <a:cubicBezTo>
                    <a:pt x="4" y="72"/>
                    <a:pt x="11" y="80"/>
                    <a:pt x="18" y="87"/>
                  </a:cubicBezTo>
                  <a:cubicBezTo>
                    <a:pt x="23" y="92"/>
                    <a:pt x="27" y="97"/>
                    <a:pt x="28" y="102"/>
                  </a:cubicBezTo>
                  <a:cubicBezTo>
                    <a:pt x="28" y="102"/>
                    <a:pt x="28" y="102"/>
                    <a:pt x="28" y="102"/>
                  </a:cubicBezTo>
                  <a:cubicBezTo>
                    <a:pt x="27" y="102"/>
                    <a:pt x="27" y="102"/>
                    <a:pt x="27" y="102"/>
                  </a:cubicBezTo>
                  <a:cubicBezTo>
                    <a:pt x="27" y="102"/>
                    <a:pt x="27" y="102"/>
                    <a:pt x="27" y="102"/>
                  </a:cubicBezTo>
                  <a:cubicBezTo>
                    <a:pt x="28" y="103"/>
                    <a:pt x="29" y="103"/>
                    <a:pt x="30" y="104"/>
                  </a:cubicBezTo>
                  <a:cubicBezTo>
                    <a:pt x="31" y="104"/>
                    <a:pt x="31" y="104"/>
                    <a:pt x="31" y="104"/>
                  </a:cubicBezTo>
                  <a:cubicBezTo>
                    <a:pt x="31" y="104"/>
                    <a:pt x="31" y="104"/>
                    <a:pt x="31" y="104"/>
                  </a:cubicBezTo>
                  <a:cubicBezTo>
                    <a:pt x="32" y="108"/>
                    <a:pt x="32" y="112"/>
                    <a:pt x="32" y="116"/>
                  </a:cubicBezTo>
                  <a:cubicBezTo>
                    <a:pt x="32" y="124"/>
                    <a:pt x="30" y="131"/>
                    <a:pt x="28" y="138"/>
                  </a:cubicBezTo>
                  <a:cubicBezTo>
                    <a:pt x="27" y="140"/>
                    <a:pt x="26" y="141"/>
                    <a:pt x="26" y="143"/>
                  </a:cubicBezTo>
                  <a:cubicBezTo>
                    <a:pt x="35" y="127"/>
                    <a:pt x="37" y="110"/>
                    <a:pt x="31" y="93"/>
                  </a:cubicBezTo>
                  <a:cubicBezTo>
                    <a:pt x="28" y="88"/>
                    <a:pt x="25" y="83"/>
                    <a:pt x="21" y="78"/>
                  </a:cubicBezTo>
                  <a:cubicBezTo>
                    <a:pt x="17" y="73"/>
                    <a:pt x="14" y="69"/>
                    <a:pt x="12" y="64"/>
                  </a:cubicBezTo>
                  <a:cubicBezTo>
                    <a:pt x="12" y="63"/>
                    <a:pt x="12" y="62"/>
                    <a:pt x="11" y="61"/>
                  </a:cubicBezTo>
                  <a:cubicBezTo>
                    <a:pt x="13" y="71"/>
                    <a:pt x="17" y="79"/>
                    <a:pt x="23" y="84"/>
                  </a:cubicBezTo>
                  <a:cubicBezTo>
                    <a:pt x="26" y="86"/>
                    <a:pt x="26" y="86"/>
                    <a:pt x="26" y="86"/>
                  </a:cubicBezTo>
                  <a:cubicBezTo>
                    <a:pt x="23" y="85"/>
                    <a:pt x="23" y="85"/>
                    <a:pt x="23" y="85"/>
                  </a:cubicBezTo>
                  <a:cubicBezTo>
                    <a:pt x="10" y="82"/>
                    <a:pt x="4" y="64"/>
                    <a:pt x="4" y="49"/>
                  </a:cubicBezTo>
                  <a:cubicBezTo>
                    <a:pt x="4" y="34"/>
                    <a:pt x="9" y="21"/>
                    <a:pt x="18" y="16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5" y="21"/>
                    <a:pt x="12" y="28"/>
                    <a:pt x="10" y="37"/>
                  </a:cubicBezTo>
                  <a:cubicBezTo>
                    <a:pt x="13" y="22"/>
                    <a:pt x="23" y="14"/>
                    <a:pt x="38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40" y="15"/>
                    <a:pt x="40" y="18"/>
                    <a:pt x="40" y="20"/>
                  </a:cubicBezTo>
                  <a:cubicBezTo>
                    <a:pt x="41" y="23"/>
                    <a:pt x="41" y="26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3" y="28"/>
                    <a:pt x="44" y="27"/>
                    <a:pt x="44" y="27"/>
                  </a:cubicBezTo>
                  <a:cubicBezTo>
                    <a:pt x="46" y="27"/>
                    <a:pt x="47" y="28"/>
                    <a:pt x="48" y="29"/>
                  </a:cubicBezTo>
                  <a:cubicBezTo>
                    <a:pt x="50" y="31"/>
                    <a:pt x="52" y="32"/>
                    <a:pt x="54" y="31"/>
                  </a:cubicBezTo>
                  <a:cubicBezTo>
                    <a:pt x="55" y="31"/>
                    <a:pt x="55" y="31"/>
                    <a:pt x="55" y="31"/>
                  </a:cubicBezTo>
                  <a:cubicBezTo>
                    <a:pt x="55" y="32"/>
                    <a:pt x="55" y="32"/>
                    <a:pt x="55" y="32"/>
                  </a:cubicBezTo>
                  <a:cubicBezTo>
                    <a:pt x="54" y="35"/>
                    <a:pt x="53" y="36"/>
                    <a:pt x="52" y="37"/>
                  </a:cubicBezTo>
                  <a:cubicBezTo>
                    <a:pt x="48" y="38"/>
                    <a:pt x="43" y="32"/>
                    <a:pt x="42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3" y="33"/>
                    <a:pt x="44" y="35"/>
                    <a:pt x="46" y="37"/>
                  </a:cubicBezTo>
                  <a:cubicBezTo>
                    <a:pt x="52" y="38"/>
                    <a:pt x="56" y="37"/>
                    <a:pt x="59" y="35"/>
                  </a:cubicBezTo>
                  <a:cubicBezTo>
                    <a:pt x="60" y="32"/>
                    <a:pt x="60" y="30"/>
                    <a:pt x="60" y="27"/>
                  </a:cubicBezTo>
                  <a:cubicBezTo>
                    <a:pt x="60" y="23"/>
                    <a:pt x="59" y="20"/>
                    <a:pt x="57" y="18"/>
                  </a:cubicBezTo>
                  <a:cubicBezTo>
                    <a:pt x="56" y="18"/>
                    <a:pt x="55" y="18"/>
                    <a:pt x="53" y="18"/>
                  </a:cubicBezTo>
                  <a:cubicBezTo>
                    <a:pt x="56" y="19"/>
                    <a:pt x="58" y="22"/>
                    <a:pt x="58" y="25"/>
                  </a:cubicBezTo>
                  <a:cubicBezTo>
                    <a:pt x="58" y="26"/>
                    <a:pt x="58" y="26"/>
                    <a:pt x="57" y="27"/>
                  </a:cubicBezTo>
                  <a:cubicBezTo>
                    <a:pt x="57" y="27"/>
                    <a:pt x="57" y="27"/>
                    <a:pt x="57" y="27"/>
                  </a:cubicBezTo>
                  <a:cubicBezTo>
                    <a:pt x="56" y="27"/>
                    <a:pt x="56" y="27"/>
                    <a:pt x="56" y="27"/>
                  </a:cubicBezTo>
                  <a:cubicBezTo>
                    <a:pt x="53" y="24"/>
                    <a:pt x="52" y="21"/>
                    <a:pt x="51" y="19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50" y="18"/>
                    <a:pt x="50" y="18"/>
                    <a:pt x="50" y="18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49" y="15"/>
                    <a:pt x="49" y="12"/>
                    <a:pt x="46" y="10"/>
                  </a:cubicBezTo>
                  <a:lnTo>
                    <a:pt x="45" y="9"/>
                  </a:lnTo>
                  <a:close/>
                  <a:moveTo>
                    <a:pt x="57" y="25"/>
                  </a:moveTo>
                  <a:cubicBezTo>
                    <a:pt x="57" y="24"/>
                    <a:pt x="55" y="21"/>
                    <a:pt x="53" y="19"/>
                  </a:cubicBezTo>
                  <a:cubicBezTo>
                    <a:pt x="53" y="21"/>
                    <a:pt x="54" y="23"/>
                    <a:pt x="57" y="25"/>
                  </a:cubicBezTo>
                  <a:close/>
                  <a:moveTo>
                    <a:pt x="44" y="29"/>
                  </a:moveTo>
                  <a:cubicBezTo>
                    <a:pt x="45" y="32"/>
                    <a:pt x="49" y="36"/>
                    <a:pt x="51" y="35"/>
                  </a:cubicBezTo>
                  <a:cubicBezTo>
                    <a:pt x="52" y="35"/>
                    <a:pt x="53" y="34"/>
                    <a:pt x="53" y="33"/>
                  </a:cubicBezTo>
                  <a:cubicBezTo>
                    <a:pt x="51" y="33"/>
                    <a:pt x="49" y="32"/>
                    <a:pt x="47" y="30"/>
                  </a:cubicBezTo>
                  <a:cubicBezTo>
                    <a:pt x="46" y="30"/>
                    <a:pt x="45" y="29"/>
                    <a:pt x="45" y="29"/>
                  </a:cubicBezTo>
                  <a:cubicBezTo>
                    <a:pt x="44" y="29"/>
                    <a:pt x="44" y="29"/>
                    <a:pt x="44" y="29"/>
                  </a:cubicBezTo>
                  <a:close/>
                  <a:moveTo>
                    <a:pt x="5" y="49"/>
                  </a:moveTo>
                  <a:cubicBezTo>
                    <a:pt x="5" y="62"/>
                    <a:pt x="10" y="77"/>
                    <a:pt x="19" y="82"/>
                  </a:cubicBezTo>
                  <a:cubicBezTo>
                    <a:pt x="12" y="74"/>
                    <a:pt x="8" y="58"/>
                    <a:pt x="8" y="46"/>
                  </a:cubicBezTo>
                  <a:cubicBezTo>
                    <a:pt x="8" y="36"/>
                    <a:pt x="10" y="28"/>
                    <a:pt x="13" y="22"/>
                  </a:cubicBezTo>
                  <a:cubicBezTo>
                    <a:pt x="8" y="29"/>
                    <a:pt x="5" y="38"/>
                    <a:pt x="5" y="49"/>
                  </a:cubicBezTo>
                  <a:close/>
                  <a:moveTo>
                    <a:pt x="146" y="18"/>
                  </a:moveTo>
                  <a:cubicBezTo>
                    <a:pt x="146" y="18"/>
                    <a:pt x="146" y="18"/>
                    <a:pt x="146" y="18"/>
                  </a:cubicBezTo>
                  <a:cubicBezTo>
                    <a:pt x="146" y="21"/>
                    <a:pt x="139" y="31"/>
                    <a:pt x="134" y="33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03" y="35"/>
                    <a:pt x="85" y="24"/>
                    <a:pt x="66" y="10"/>
                  </a:cubicBezTo>
                  <a:cubicBezTo>
                    <a:pt x="63" y="8"/>
                    <a:pt x="63" y="8"/>
                    <a:pt x="63" y="8"/>
                  </a:cubicBezTo>
                  <a:cubicBezTo>
                    <a:pt x="67" y="9"/>
                    <a:pt x="67" y="9"/>
                    <a:pt x="67" y="9"/>
                  </a:cubicBezTo>
                  <a:cubicBezTo>
                    <a:pt x="73" y="10"/>
                    <a:pt x="80" y="13"/>
                    <a:pt x="88" y="17"/>
                  </a:cubicBezTo>
                  <a:cubicBezTo>
                    <a:pt x="108" y="26"/>
                    <a:pt x="131" y="36"/>
                    <a:pt x="144" y="16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6" y="16"/>
                    <a:pt x="146" y="16"/>
                    <a:pt x="146" y="18"/>
                  </a:cubicBezTo>
                  <a:close/>
                  <a:moveTo>
                    <a:pt x="133" y="31"/>
                  </a:moveTo>
                  <a:cubicBezTo>
                    <a:pt x="138" y="29"/>
                    <a:pt x="144" y="21"/>
                    <a:pt x="145" y="18"/>
                  </a:cubicBezTo>
                  <a:cubicBezTo>
                    <a:pt x="131" y="37"/>
                    <a:pt x="108" y="27"/>
                    <a:pt x="87" y="18"/>
                  </a:cubicBezTo>
                  <a:cubicBezTo>
                    <a:pt x="81" y="15"/>
                    <a:pt x="76" y="13"/>
                    <a:pt x="71" y="11"/>
                  </a:cubicBezTo>
                  <a:cubicBezTo>
                    <a:pt x="88" y="23"/>
                    <a:pt x="105" y="33"/>
                    <a:pt x="133" y="31"/>
                  </a:cubicBezTo>
                  <a:close/>
                  <a:moveTo>
                    <a:pt x="55" y="30"/>
                  </a:moveTo>
                  <a:cubicBezTo>
                    <a:pt x="54" y="30"/>
                    <a:pt x="54" y="30"/>
                    <a:pt x="54" y="30"/>
                  </a:cubicBezTo>
                  <a:cubicBezTo>
                    <a:pt x="47" y="29"/>
                    <a:pt x="42" y="25"/>
                    <a:pt x="42" y="17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3" y="16"/>
                    <a:pt x="43" y="16"/>
                    <a:pt x="43" y="16"/>
                  </a:cubicBezTo>
                  <a:cubicBezTo>
                    <a:pt x="50" y="17"/>
                    <a:pt x="53" y="23"/>
                    <a:pt x="55" y="29"/>
                  </a:cubicBezTo>
                  <a:lnTo>
                    <a:pt x="55" y="30"/>
                  </a:lnTo>
                  <a:close/>
                  <a:moveTo>
                    <a:pt x="43" y="17"/>
                  </a:moveTo>
                  <a:cubicBezTo>
                    <a:pt x="44" y="24"/>
                    <a:pt x="47" y="27"/>
                    <a:pt x="53" y="28"/>
                  </a:cubicBezTo>
                  <a:cubicBezTo>
                    <a:pt x="51" y="23"/>
                    <a:pt x="49" y="19"/>
                    <a:pt x="43" y="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21" name="Freeform 49"/>
            <p:cNvSpPr>
              <a:spLocks noEditPoints="1"/>
            </p:cNvSpPr>
            <p:nvPr/>
          </p:nvSpPr>
          <p:spPr bwMode="auto">
            <a:xfrm>
              <a:off x="4162425" y="3344863"/>
              <a:ext cx="334963" cy="328613"/>
            </a:xfrm>
            <a:custGeom>
              <a:avLst/>
              <a:gdLst>
                <a:gd name="T0" fmla="*/ 61 w 149"/>
                <a:gd name="T1" fmla="*/ 17 h 146"/>
                <a:gd name="T2" fmla="*/ 70 w 149"/>
                <a:gd name="T3" fmla="*/ 13 h 146"/>
                <a:gd name="T4" fmla="*/ 67 w 149"/>
                <a:gd name="T5" fmla="*/ 22 h 146"/>
                <a:gd name="T6" fmla="*/ 71 w 149"/>
                <a:gd name="T7" fmla="*/ 8 h 146"/>
                <a:gd name="T8" fmla="*/ 77 w 149"/>
                <a:gd name="T9" fmla="*/ 20 h 146"/>
                <a:gd name="T10" fmla="*/ 146 w 149"/>
                <a:gd name="T11" fmla="*/ 39 h 146"/>
                <a:gd name="T12" fmla="*/ 125 w 149"/>
                <a:gd name="T13" fmla="*/ 103 h 146"/>
                <a:gd name="T14" fmla="*/ 146 w 149"/>
                <a:gd name="T15" fmla="*/ 99 h 146"/>
                <a:gd name="T16" fmla="*/ 148 w 149"/>
                <a:gd name="T17" fmla="*/ 120 h 146"/>
                <a:gd name="T18" fmla="*/ 129 w 149"/>
                <a:gd name="T19" fmla="*/ 119 h 146"/>
                <a:gd name="T20" fmla="*/ 141 w 149"/>
                <a:gd name="T21" fmla="*/ 143 h 146"/>
                <a:gd name="T22" fmla="*/ 124 w 149"/>
                <a:gd name="T23" fmla="*/ 108 h 146"/>
                <a:gd name="T24" fmla="*/ 121 w 149"/>
                <a:gd name="T25" fmla="*/ 76 h 146"/>
                <a:gd name="T26" fmla="*/ 132 w 149"/>
                <a:gd name="T27" fmla="*/ 18 h 146"/>
                <a:gd name="T28" fmla="*/ 46 w 149"/>
                <a:gd name="T29" fmla="*/ 31 h 146"/>
                <a:gd name="T30" fmla="*/ 0 w 149"/>
                <a:gd name="T31" fmla="*/ 27 h 146"/>
                <a:gd name="T32" fmla="*/ 60 w 149"/>
                <a:gd name="T33" fmla="*/ 24 h 146"/>
                <a:gd name="T34" fmla="*/ 58 w 149"/>
                <a:gd name="T35" fmla="*/ 11 h 146"/>
                <a:gd name="T36" fmla="*/ 68 w 149"/>
                <a:gd name="T37" fmla="*/ 8 h 146"/>
                <a:gd name="T38" fmla="*/ 61 w 149"/>
                <a:gd name="T39" fmla="*/ 17 h 146"/>
                <a:gd name="T40" fmla="*/ 58 w 149"/>
                <a:gd name="T41" fmla="*/ 27 h 146"/>
                <a:gd name="T42" fmla="*/ 31 w 149"/>
                <a:gd name="T43" fmla="*/ 25 h 146"/>
                <a:gd name="T44" fmla="*/ 58 w 149"/>
                <a:gd name="T45" fmla="*/ 27 h 146"/>
                <a:gd name="T46" fmla="*/ 101 w 149"/>
                <a:gd name="T47" fmla="*/ 11 h 146"/>
                <a:gd name="T48" fmla="*/ 88 w 149"/>
                <a:gd name="T49" fmla="*/ 20 h 146"/>
                <a:gd name="T50" fmla="*/ 101 w 149"/>
                <a:gd name="T51" fmla="*/ 11 h 146"/>
                <a:gd name="T52" fmla="*/ 142 w 149"/>
                <a:gd name="T53" fmla="*/ 32 h 146"/>
                <a:gd name="T54" fmla="*/ 141 w 149"/>
                <a:gd name="T55" fmla="*/ 34 h 146"/>
                <a:gd name="T56" fmla="*/ 122 w 149"/>
                <a:gd name="T57" fmla="*/ 95 h 146"/>
                <a:gd name="T58" fmla="*/ 142 w 149"/>
                <a:gd name="T59" fmla="*/ 32 h 146"/>
                <a:gd name="T60" fmla="*/ 145 w 149"/>
                <a:gd name="T61" fmla="*/ 119 h 146"/>
                <a:gd name="T62" fmla="*/ 142 w 149"/>
                <a:gd name="T63" fmla="*/ 106 h 146"/>
                <a:gd name="T64" fmla="*/ 132 w 149"/>
                <a:gd name="T65" fmla="*/ 106 h 146"/>
                <a:gd name="T66" fmla="*/ 145 w 149"/>
                <a:gd name="T67" fmla="*/ 119 h 146"/>
                <a:gd name="T68" fmla="*/ 146 w 149"/>
                <a:gd name="T69" fmla="*/ 103 h 146"/>
                <a:gd name="T70" fmla="*/ 134 w 149"/>
                <a:gd name="T71" fmla="*/ 103 h 146"/>
                <a:gd name="T72" fmla="*/ 146 w 149"/>
                <a:gd name="T73" fmla="*/ 103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49" h="146">
                  <a:moveTo>
                    <a:pt x="61" y="17"/>
                  </a:moveTo>
                  <a:cubicBezTo>
                    <a:pt x="64" y="17"/>
                    <a:pt x="67" y="9"/>
                    <a:pt x="70" y="13"/>
                  </a:cubicBezTo>
                  <a:cubicBezTo>
                    <a:pt x="68" y="15"/>
                    <a:pt x="65" y="17"/>
                    <a:pt x="67" y="22"/>
                  </a:cubicBezTo>
                  <a:cubicBezTo>
                    <a:pt x="78" y="22"/>
                    <a:pt x="72" y="11"/>
                    <a:pt x="71" y="8"/>
                  </a:cubicBezTo>
                  <a:cubicBezTo>
                    <a:pt x="75" y="4"/>
                    <a:pt x="81" y="15"/>
                    <a:pt x="77" y="20"/>
                  </a:cubicBezTo>
                  <a:cubicBezTo>
                    <a:pt x="103" y="0"/>
                    <a:pt x="144" y="7"/>
                    <a:pt x="146" y="39"/>
                  </a:cubicBezTo>
                  <a:cubicBezTo>
                    <a:pt x="148" y="63"/>
                    <a:pt x="123" y="79"/>
                    <a:pt x="125" y="103"/>
                  </a:cubicBezTo>
                  <a:cubicBezTo>
                    <a:pt x="130" y="105"/>
                    <a:pt x="138" y="94"/>
                    <a:pt x="146" y="99"/>
                  </a:cubicBezTo>
                  <a:cubicBezTo>
                    <a:pt x="149" y="104"/>
                    <a:pt x="147" y="114"/>
                    <a:pt x="148" y="120"/>
                  </a:cubicBezTo>
                  <a:cubicBezTo>
                    <a:pt x="142" y="125"/>
                    <a:pt x="135" y="122"/>
                    <a:pt x="129" y="119"/>
                  </a:cubicBezTo>
                  <a:cubicBezTo>
                    <a:pt x="129" y="131"/>
                    <a:pt x="129" y="143"/>
                    <a:pt x="141" y="143"/>
                  </a:cubicBezTo>
                  <a:cubicBezTo>
                    <a:pt x="120" y="146"/>
                    <a:pt x="125" y="125"/>
                    <a:pt x="124" y="108"/>
                  </a:cubicBezTo>
                  <a:cubicBezTo>
                    <a:pt x="123" y="95"/>
                    <a:pt x="118" y="88"/>
                    <a:pt x="121" y="76"/>
                  </a:cubicBezTo>
                  <a:cubicBezTo>
                    <a:pt x="125" y="57"/>
                    <a:pt x="149" y="40"/>
                    <a:pt x="132" y="18"/>
                  </a:cubicBezTo>
                  <a:cubicBezTo>
                    <a:pt x="101" y="5"/>
                    <a:pt x="76" y="33"/>
                    <a:pt x="46" y="31"/>
                  </a:cubicBezTo>
                  <a:cubicBezTo>
                    <a:pt x="31" y="30"/>
                    <a:pt x="16" y="16"/>
                    <a:pt x="0" y="27"/>
                  </a:cubicBezTo>
                  <a:cubicBezTo>
                    <a:pt x="14" y="12"/>
                    <a:pt x="37" y="23"/>
                    <a:pt x="60" y="24"/>
                  </a:cubicBezTo>
                  <a:cubicBezTo>
                    <a:pt x="62" y="22"/>
                    <a:pt x="58" y="15"/>
                    <a:pt x="58" y="11"/>
                  </a:cubicBezTo>
                  <a:cubicBezTo>
                    <a:pt x="61" y="10"/>
                    <a:pt x="64" y="4"/>
                    <a:pt x="68" y="8"/>
                  </a:cubicBezTo>
                  <a:cubicBezTo>
                    <a:pt x="67" y="9"/>
                    <a:pt x="59" y="9"/>
                    <a:pt x="61" y="17"/>
                  </a:cubicBezTo>
                  <a:close/>
                  <a:moveTo>
                    <a:pt x="58" y="27"/>
                  </a:moveTo>
                  <a:cubicBezTo>
                    <a:pt x="49" y="25"/>
                    <a:pt x="41" y="22"/>
                    <a:pt x="31" y="25"/>
                  </a:cubicBezTo>
                  <a:cubicBezTo>
                    <a:pt x="41" y="26"/>
                    <a:pt x="49" y="32"/>
                    <a:pt x="58" y="27"/>
                  </a:cubicBezTo>
                  <a:close/>
                  <a:moveTo>
                    <a:pt x="101" y="11"/>
                  </a:moveTo>
                  <a:cubicBezTo>
                    <a:pt x="98" y="14"/>
                    <a:pt x="85" y="15"/>
                    <a:pt x="88" y="20"/>
                  </a:cubicBezTo>
                  <a:cubicBezTo>
                    <a:pt x="90" y="15"/>
                    <a:pt x="104" y="16"/>
                    <a:pt x="101" y="11"/>
                  </a:cubicBezTo>
                  <a:close/>
                  <a:moveTo>
                    <a:pt x="142" y="32"/>
                  </a:moveTo>
                  <a:cubicBezTo>
                    <a:pt x="140" y="29"/>
                    <a:pt x="138" y="30"/>
                    <a:pt x="141" y="34"/>
                  </a:cubicBezTo>
                  <a:cubicBezTo>
                    <a:pt x="139" y="59"/>
                    <a:pt x="121" y="67"/>
                    <a:pt x="122" y="95"/>
                  </a:cubicBezTo>
                  <a:cubicBezTo>
                    <a:pt x="127" y="73"/>
                    <a:pt x="146" y="59"/>
                    <a:pt x="142" y="32"/>
                  </a:cubicBezTo>
                  <a:close/>
                  <a:moveTo>
                    <a:pt x="145" y="119"/>
                  </a:moveTo>
                  <a:cubicBezTo>
                    <a:pt x="145" y="113"/>
                    <a:pt x="145" y="109"/>
                    <a:pt x="142" y="106"/>
                  </a:cubicBezTo>
                  <a:cubicBezTo>
                    <a:pt x="139" y="106"/>
                    <a:pt x="135" y="106"/>
                    <a:pt x="132" y="106"/>
                  </a:cubicBezTo>
                  <a:cubicBezTo>
                    <a:pt x="126" y="113"/>
                    <a:pt x="134" y="121"/>
                    <a:pt x="145" y="119"/>
                  </a:cubicBezTo>
                  <a:close/>
                  <a:moveTo>
                    <a:pt x="146" y="103"/>
                  </a:moveTo>
                  <a:cubicBezTo>
                    <a:pt x="142" y="100"/>
                    <a:pt x="137" y="100"/>
                    <a:pt x="134" y="103"/>
                  </a:cubicBezTo>
                  <a:cubicBezTo>
                    <a:pt x="139" y="101"/>
                    <a:pt x="144" y="107"/>
                    <a:pt x="146" y="10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22" name="Freeform 50"/>
            <p:cNvSpPr>
              <a:spLocks noEditPoints="1"/>
            </p:cNvSpPr>
            <p:nvPr/>
          </p:nvSpPr>
          <p:spPr bwMode="auto">
            <a:xfrm>
              <a:off x="4162425" y="3359150"/>
              <a:ext cx="334963" cy="309563"/>
            </a:xfrm>
            <a:custGeom>
              <a:avLst/>
              <a:gdLst>
                <a:gd name="T0" fmla="*/ 69 w 149"/>
                <a:gd name="T1" fmla="*/ 3 h 138"/>
                <a:gd name="T2" fmla="*/ 64 w 149"/>
                <a:gd name="T3" fmla="*/ 7 h 138"/>
                <a:gd name="T4" fmla="*/ 70 w 149"/>
                <a:gd name="T5" fmla="*/ 7 h 138"/>
                <a:gd name="T6" fmla="*/ 70 w 149"/>
                <a:gd name="T7" fmla="*/ 3 h 138"/>
                <a:gd name="T8" fmla="*/ 73 w 149"/>
                <a:gd name="T9" fmla="*/ 1 h 138"/>
                <a:gd name="T10" fmla="*/ 147 w 149"/>
                <a:gd name="T11" fmla="*/ 33 h 138"/>
                <a:gd name="T12" fmla="*/ 142 w 149"/>
                <a:gd name="T13" fmla="*/ 91 h 138"/>
                <a:gd name="T14" fmla="*/ 149 w 149"/>
                <a:gd name="T15" fmla="*/ 114 h 138"/>
                <a:gd name="T16" fmla="*/ 130 w 149"/>
                <a:gd name="T17" fmla="*/ 114 h 138"/>
                <a:gd name="T18" fmla="*/ 137 w 149"/>
                <a:gd name="T19" fmla="*/ 138 h 138"/>
                <a:gd name="T20" fmla="*/ 122 w 149"/>
                <a:gd name="T21" fmla="*/ 94 h 138"/>
                <a:gd name="T22" fmla="*/ 129 w 149"/>
                <a:gd name="T23" fmla="*/ 51 h 138"/>
                <a:gd name="T24" fmla="*/ 49 w 149"/>
                <a:gd name="T25" fmla="*/ 26 h 138"/>
                <a:gd name="T26" fmla="*/ 1 w 149"/>
                <a:gd name="T27" fmla="*/ 21 h 138"/>
                <a:gd name="T28" fmla="*/ 39 w 149"/>
                <a:gd name="T29" fmla="*/ 15 h 138"/>
                <a:gd name="T30" fmla="*/ 58 w 149"/>
                <a:gd name="T31" fmla="*/ 5 h 138"/>
                <a:gd name="T32" fmla="*/ 67 w 149"/>
                <a:gd name="T33" fmla="*/ 2 h 138"/>
                <a:gd name="T34" fmla="*/ 60 w 149"/>
                <a:gd name="T35" fmla="*/ 10 h 138"/>
                <a:gd name="T36" fmla="*/ 77 w 149"/>
                <a:gd name="T37" fmla="*/ 14 h 138"/>
                <a:gd name="T38" fmla="*/ 73 w 149"/>
                <a:gd name="T39" fmla="*/ 15 h 138"/>
                <a:gd name="T40" fmla="*/ 68 w 149"/>
                <a:gd name="T41" fmla="*/ 8 h 138"/>
                <a:gd name="T42" fmla="*/ 61 w 149"/>
                <a:gd name="T43" fmla="*/ 12 h 138"/>
                <a:gd name="T44" fmla="*/ 60 w 149"/>
                <a:gd name="T45" fmla="*/ 19 h 138"/>
                <a:gd name="T46" fmla="*/ 7 w 149"/>
                <a:gd name="T47" fmla="*/ 17 h 138"/>
                <a:gd name="T48" fmla="*/ 40 w 149"/>
                <a:gd name="T49" fmla="*/ 17 h 138"/>
                <a:gd name="T50" fmla="*/ 60 w 149"/>
                <a:gd name="T51" fmla="*/ 20 h 138"/>
                <a:gd name="T52" fmla="*/ 31 w 149"/>
                <a:gd name="T53" fmla="*/ 20 h 138"/>
                <a:gd name="T54" fmla="*/ 49 w 149"/>
                <a:gd name="T55" fmla="*/ 24 h 138"/>
                <a:gd name="T56" fmla="*/ 87 w 149"/>
                <a:gd name="T57" fmla="*/ 12 h 138"/>
                <a:gd name="T58" fmla="*/ 77 w 149"/>
                <a:gd name="T59" fmla="*/ 14 h 138"/>
                <a:gd name="T60" fmla="*/ 124 w 149"/>
                <a:gd name="T61" fmla="*/ 97 h 138"/>
                <a:gd name="T62" fmla="*/ 101 w 149"/>
                <a:gd name="T63" fmla="*/ 4 h 138"/>
                <a:gd name="T64" fmla="*/ 89 w 149"/>
                <a:gd name="T65" fmla="*/ 14 h 138"/>
                <a:gd name="T66" fmla="*/ 133 w 149"/>
                <a:gd name="T67" fmla="*/ 12 h 138"/>
                <a:gd name="T68" fmla="*/ 131 w 149"/>
                <a:gd name="T69" fmla="*/ 55 h 138"/>
                <a:gd name="T70" fmla="*/ 140 w 149"/>
                <a:gd name="T71" fmla="*/ 24 h 138"/>
                <a:gd name="T72" fmla="*/ 123 w 149"/>
                <a:gd name="T73" fmla="*/ 89 h 138"/>
                <a:gd name="T74" fmla="*/ 135 w 149"/>
                <a:gd name="T75" fmla="*/ 137 h 138"/>
                <a:gd name="T76" fmla="*/ 141 w 149"/>
                <a:gd name="T77" fmla="*/ 116 h 138"/>
                <a:gd name="T78" fmla="*/ 147 w 149"/>
                <a:gd name="T79" fmla="*/ 98 h 138"/>
                <a:gd name="T80" fmla="*/ 131 w 149"/>
                <a:gd name="T81" fmla="*/ 99 h 138"/>
                <a:gd name="T82" fmla="*/ 146 w 149"/>
                <a:gd name="T83" fmla="*/ 94 h 138"/>
                <a:gd name="T84" fmla="*/ 88 w 149"/>
                <a:gd name="T85" fmla="*/ 12 h 138"/>
                <a:gd name="T86" fmla="*/ 95 w 149"/>
                <a:gd name="T87" fmla="*/ 9 h 138"/>
                <a:gd name="T88" fmla="*/ 40 w 149"/>
                <a:gd name="T89" fmla="*/ 19 h 138"/>
                <a:gd name="T90" fmla="*/ 56 w 149"/>
                <a:gd name="T91" fmla="*/ 21 h 138"/>
                <a:gd name="T92" fmla="*/ 141 w 149"/>
                <a:gd name="T93" fmla="*/ 28 h 138"/>
                <a:gd name="T94" fmla="*/ 131 w 149"/>
                <a:gd name="T95" fmla="*/ 66 h 138"/>
                <a:gd name="T96" fmla="*/ 141 w 149"/>
                <a:gd name="T97" fmla="*/ 97 h 138"/>
                <a:gd name="T98" fmla="*/ 143 w 149"/>
                <a:gd name="T99" fmla="*/ 100 h 138"/>
                <a:gd name="T100" fmla="*/ 130 w 149"/>
                <a:gd name="T101" fmla="*/ 108 h 138"/>
                <a:gd name="T102" fmla="*/ 131 w 149"/>
                <a:gd name="T103" fmla="*/ 107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49" h="138">
                  <a:moveTo>
                    <a:pt x="65" y="0"/>
                  </a:moveTo>
                  <a:cubicBezTo>
                    <a:pt x="66" y="0"/>
                    <a:pt x="68" y="1"/>
                    <a:pt x="69" y="2"/>
                  </a:cubicBezTo>
                  <a:cubicBezTo>
                    <a:pt x="69" y="2"/>
                    <a:pt x="69" y="2"/>
                    <a:pt x="69" y="2"/>
                  </a:cubicBezTo>
                  <a:cubicBezTo>
                    <a:pt x="69" y="3"/>
                    <a:pt x="69" y="3"/>
                    <a:pt x="69" y="3"/>
                  </a:cubicBezTo>
                  <a:cubicBezTo>
                    <a:pt x="68" y="3"/>
                    <a:pt x="68" y="3"/>
                    <a:pt x="67" y="4"/>
                  </a:cubicBezTo>
                  <a:cubicBezTo>
                    <a:pt x="65" y="4"/>
                    <a:pt x="63" y="4"/>
                    <a:pt x="62" y="6"/>
                  </a:cubicBezTo>
                  <a:cubicBezTo>
                    <a:pt x="62" y="7"/>
                    <a:pt x="61" y="8"/>
                    <a:pt x="62" y="10"/>
                  </a:cubicBezTo>
                  <a:cubicBezTo>
                    <a:pt x="63" y="9"/>
                    <a:pt x="63" y="8"/>
                    <a:pt x="64" y="7"/>
                  </a:cubicBezTo>
                  <a:cubicBezTo>
                    <a:pt x="66" y="6"/>
                    <a:pt x="67" y="5"/>
                    <a:pt x="68" y="5"/>
                  </a:cubicBezTo>
                  <a:cubicBezTo>
                    <a:pt x="69" y="5"/>
                    <a:pt x="70" y="5"/>
                    <a:pt x="70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70" y="8"/>
                    <a:pt x="69" y="8"/>
                    <a:pt x="69" y="9"/>
                  </a:cubicBezTo>
                  <a:cubicBezTo>
                    <a:pt x="68" y="11"/>
                    <a:pt x="67" y="12"/>
                    <a:pt x="67" y="16"/>
                  </a:cubicBezTo>
                  <a:cubicBezTo>
                    <a:pt x="70" y="16"/>
                    <a:pt x="71" y="15"/>
                    <a:pt x="72" y="14"/>
                  </a:cubicBezTo>
                  <a:cubicBezTo>
                    <a:pt x="74" y="11"/>
                    <a:pt x="71" y="5"/>
                    <a:pt x="70" y="3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71" y="2"/>
                    <a:pt x="71" y="2"/>
                    <a:pt x="71" y="2"/>
                  </a:cubicBezTo>
                  <a:cubicBezTo>
                    <a:pt x="71" y="1"/>
                    <a:pt x="72" y="1"/>
                    <a:pt x="73" y="1"/>
                  </a:cubicBezTo>
                  <a:cubicBezTo>
                    <a:pt x="73" y="1"/>
                    <a:pt x="73" y="1"/>
                    <a:pt x="73" y="1"/>
                  </a:cubicBezTo>
                  <a:cubicBezTo>
                    <a:pt x="75" y="1"/>
                    <a:pt x="77" y="3"/>
                    <a:pt x="78" y="5"/>
                  </a:cubicBezTo>
                  <a:cubicBezTo>
                    <a:pt x="79" y="7"/>
                    <a:pt x="79" y="9"/>
                    <a:pt x="79" y="11"/>
                  </a:cubicBezTo>
                  <a:cubicBezTo>
                    <a:pt x="88" y="5"/>
                    <a:pt x="99" y="2"/>
                    <a:pt x="110" y="2"/>
                  </a:cubicBezTo>
                  <a:cubicBezTo>
                    <a:pt x="131" y="2"/>
                    <a:pt x="145" y="14"/>
                    <a:pt x="147" y="33"/>
                  </a:cubicBezTo>
                  <a:cubicBezTo>
                    <a:pt x="148" y="45"/>
                    <a:pt x="142" y="55"/>
                    <a:pt x="137" y="65"/>
                  </a:cubicBezTo>
                  <a:cubicBezTo>
                    <a:pt x="131" y="75"/>
                    <a:pt x="125" y="85"/>
                    <a:pt x="126" y="97"/>
                  </a:cubicBezTo>
                  <a:cubicBezTo>
                    <a:pt x="127" y="97"/>
                    <a:pt x="130" y="96"/>
                    <a:pt x="132" y="95"/>
                  </a:cubicBezTo>
                  <a:cubicBezTo>
                    <a:pt x="135" y="93"/>
                    <a:pt x="138" y="91"/>
                    <a:pt x="142" y="91"/>
                  </a:cubicBezTo>
                  <a:cubicBezTo>
                    <a:pt x="144" y="91"/>
                    <a:pt x="145" y="92"/>
                    <a:pt x="147" y="93"/>
                  </a:cubicBezTo>
                  <a:cubicBezTo>
                    <a:pt x="147" y="93"/>
                    <a:pt x="147" y="93"/>
                    <a:pt x="147" y="93"/>
                  </a:cubicBezTo>
                  <a:cubicBezTo>
                    <a:pt x="149" y="96"/>
                    <a:pt x="149" y="101"/>
                    <a:pt x="149" y="106"/>
                  </a:cubicBezTo>
                  <a:cubicBezTo>
                    <a:pt x="148" y="109"/>
                    <a:pt x="148" y="112"/>
                    <a:pt x="149" y="114"/>
                  </a:cubicBezTo>
                  <a:cubicBezTo>
                    <a:pt x="149" y="115"/>
                    <a:pt x="149" y="115"/>
                    <a:pt x="149" y="115"/>
                  </a:cubicBezTo>
                  <a:cubicBezTo>
                    <a:pt x="148" y="115"/>
                    <a:pt x="148" y="115"/>
                    <a:pt x="148" y="115"/>
                  </a:cubicBezTo>
                  <a:cubicBezTo>
                    <a:pt x="146" y="117"/>
                    <a:pt x="143" y="118"/>
                    <a:pt x="141" y="118"/>
                  </a:cubicBezTo>
                  <a:cubicBezTo>
                    <a:pt x="137" y="118"/>
                    <a:pt x="134" y="116"/>
                    <a:pt x="130" y="114"/>
                  </a:cubicBezTo>
                  <a:cubicBezTo>
                    <a:pt x="130" y="115"/>
                    <a:pt x="130" y="115"/>
                    <a:pt x="130" y="115"/>
                  </a:cubicBezTo>
                  <a:cubicBezTo>
                    <a:pt x="130" y="126"/>
                    <a:pt x="130" y="136"/>
                    <a:pt x="141" y="136"/>
                  </a:cubicBezTo>
                  <a:cubicBezTo>
                    <a:pt x="141" y="138"/>
                    <a:pt x="141" y="138"/>
                    <a:pt x="141" y="138"/>
                  </a:cubicBezTo>
                  <a:cubicBezTo>
                    <a:pt x="139" y="138"/>
                    <a:pt x="138" y="138"/>
                    <a:pt x="137" y="138"/>
                  </a:cubicBezTo>
                  <a:cubicBezTo>
                    <a:pt x="123" y="138"/>
                    <a:pt x="123" y="125"/>
                    <a:pt x="123" y="112"/>
                  </a:cubicBezTo>
                  <a:cubicBezTo>
                    <a:pt x="123" y="108"/>
                    <a:pt x="123" y="105"/>
                    <a:pt x="123" y="102"/>
                  </a:cubicBezTo>
                  <a:cubicBezTo>
                    <a:pt x="123" y="99"/>
                    <a:pt x="122" y="96"/>
                    <a:pt x="122" y="94"/>
                  </a:cubicBezTo>
                  <a:cubicBezTo>
                    <a:pt x="122" y="94"/>
                    <a:pt x="122" y="94"/>
                    <a:pt x="122" y="94"/>
                  </a:cubicBezTo>
                  <a:cubicBezTo>
                    <a:pt x="122" y="93"/>
                    <a:pt x="122" y="93"/>
                    <a:pt x="122" y="93"/>
                  </a:cubicBezTo>
                  <a:cubicBezTo>
                    <a:pt x="121" y="92"/>
                    <a:pt x="121" y="91"/>
                    <a:pt x="121" y="90"/>
                  </a:cubicBezTo>
                  <a:cubicBezTo>
                    <a:pt x="120" y="84"/>
                    <a:pt x="118" y="78"/>
                    <a:pt x="120" y="70"/>
                  </a:cubicBezTo>
                  <a:cubicBezTo>
                    <a:pt x="122" y="64"/>
                    <a:pt x="125" y="57"/>
                    <a:pt x="129" y="51"/>
                  </a:cubicBezTo>
                  <a:cubicBezTo>
                    <a:pt x="136" y="39"/>
                    <a:pt x="143" y="27"/>
                    <a:pt x="132" y="13"/>
                  </a:cubicBezTo>
                  <a:cubicBezTo>
                    <a:pt x="126" y="11"/>
                    <a:pt x="121" y="10"/>
                    <a:pt x="115" y="10"/>
                  </a:cubicBezTo>
                  <a:cubicBezTo>
                    <a:pt x="104" y="10"/>
                    <a:pt x="93" y="14"/>
                    <a:pt x="83" y="18"/>
                  </a:cubicBezTo>
                  <a:cubicBezTo>
                    <a:pt x="72" y="22"/>
                    <a:pt x="61" y="26"/>
                    <a:pt x="49" y="26"/>
                  </a:cubicBezTo>
                  <a:cubicBezTo>
                    <a:pt x="48" y="26"/>
                    <a:pt x="47" y="26"/>
                    <a:pt x="45" y="26"/>
                  </a:cubicBezTo>
                  <a:cubicBezTo>
                    <a:pt x="40" y="25"/>
                    <a:pt x="35" y="23"/>
                    <a:pt x="30" y="22"/>
                  </a:cubicBezTo>
                  <a:cubicBezTo>
                    <a:pt x="25" y="19"/>
                    <a:pt x="19" y="17"/>
                    <a:pt x="13" y="17"/>
                  </a:cubicBezTo>
                  <a:cubicBezTo>
                    <a:pt x="9" y="17"/>
                    <a:pt x="4" y="19"/>
                    <a:pt x="1" y="21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5" y="15"/>
                    <a:pt x="11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6" y="13"/>
                    <a:pt x="33" y="14"/>
                    <a:pt x="39" y="15"/>
                  </a:cubicBezTo>
                  <a:cubicBezTo>
                    <a:pt x="46" y="16"/>
                    <a:pt x="53" y="17"/>
                    <a:pt x="59" y="17"/>
                  </a:cubicBezTo>
                  <a:cubicBezTo>
                    <a:pt x="61" y="16"/>
                    <a:pt x="60" y="13"/>
                    <a:pt x="59" y="10"/>
                  </a:cubicBezTo>
                  <a:cubicBezTo>
                    <a:pt x="58" y="8"/>
                    <a:pt x="58" y="7"/>
                    <a:pt x="58" y="5"/>
                  </a:cubicBezTo>
                  <a:cubicBezTo>
                    <a:pt x="58" y="5"/>
                    <a:pt x="58" y="5"/>
                    <a:pt x="58" y="5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9" y="4"/>
                    <a:pt x="59" y="3"/>
                    <a:pt x="60" y="3"/>
                  </a:cubicBezTo>
                  <a:cubicBezTo>
                    <a:pt x="62" y="1"/>
                    <a:pt x="63" y="0"/>
                    <a:pt x="65" y="0"/>
                  </a:cubicBezTo>
                  <a:close/>
                  <a:moveTo>
                    <a:pt x="67" y="2"/>
                  </a:moveTo>
                  <a:cubicBezTo>
                    <a:pt x="65" y="1"/>
                    <a:pt x="63" y="2"/>
                    <a:pt x="61" y="4"/>
                  </a:cubicBezTo>
                  <a:cubicBezTo>
                    <a:pt x="60" y="4"/>
                    <a:pt x="60" y="5"/>
                    <a:pt x="59" y="5"/>
                  </a:cubicBezTo>
                  <a:cubicBezTo>
                    <a:pt x="59" y="7"/>
                    <a:pt x="60" y="8"/>
                    <a:pt x="60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0" y="8"/>
                    <a:pt x="60" y="7"/>
                    <a:pt x="61" y="5"/>
                  </a:cubicBezTo>
                  <a:cubicBezTo>
                    <a:pt x="62" y="3"/>
                    <a:pt x="65" y="3"/>
                    <a:pt x="66" y="2"/>
                  </a:cubicBezTo>
                  <a:cubicBezTo>
                    <a:pt x="66" y="2"/>
                    <a:pt x="67" y="2"/>
                    <a:pt x="67" y="2"/>
                  </a:cubicBezTo>
                  <a:close/>
                  <a:moveTo>
                    <a:pt x="77" y="14"/>
                  </a:moveTo>
                  <a:cubicBezTo>
                    <a:pt x="76" y="13"/>
                    <a:pt x="76" y="13"/>
                    <a:pt x="76" y="13"/>
                  </a:cubicBezTo>
                  <a:cubicBezTo>
                    <a:pt x="78" y="11"/>
                    <a:pt x="78" y="8"/>
                    <a:pt x="77" y="6"/>
                  </a:cubicBezTo>
                  <a:cubicBezTo>
                    <a:pt x="75" y="3"/>
                    <a:pt x="73" y="1"/>
                    <a:pt x="72" y="2"/>
                  </a:cubicBezTo>
                  <a:cubicBezTo>
                    <a:pt x="73" y="5"/>
                    <a:pt x="76" y="11"/>
                    <a:pt x="73" y="15"/>
                  </a:cubicBezTo>
                  <a:cubicBezTo>
                    <a:pt x="72" y="16"/>
                    <a:pt x="70" y="17"/>
                    <a:pt x="67" y="17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5" y="12"/>
                    <a:pt x="66" y="10"/>
                    <a:pt x="68" y="8"/>
                  </a:cubicBezTo>
                  <a:cubicBezTo>
                    <a:pt x="68" y="8"/>
                    <a:pt x="68" y="7"/>
                    <a:pt x="69" y="7"/>
                  </a:cubicBezTo>
                  <a:cubicBezTo>
                    <a:pt x="69" y="6"/>
                    <a:pt x="68" y="6"/>
                    <a:pt x="68" y="6"/>
                  </a:cubicBezTo>
                  <a:cubicBezTo>
                    <a:pt x="67" y="6"/>
                    <a:pt x="66" y="7"/>
                    <a:pt x="65" y="8"/>
                  </a:cubicBezTo>
                  <a:cubicBezTo>
                    <a:pt x="64" y="10"/>
                    <a:pt x="63" y="11"/>
                    <a:pt x="61" y="12"/>
                  </a:cubicBezTo>
                  <a:cubicBezTo>
                    <a:pt x="61" y="12"/>
                    <a:pt x="61" y="12"/>
                    <a:pt x="61" y="12"/>
                  </a:cubicBezTo>
                  <a:cubicBezTo>
                    <a:pt x="61" y="14"/>
                    <a:pt x="62" y="17"/>
                    <a:pt x="60" y="18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53" y="18"/>
                    <a:pt x="46" y="17"/>
                    <a:pt x="39" y="16"/>
                  </a:cubicBezTo>
                  <a:cubicBezTo>
                    <a:pt x="32" y="15"/>
                    <a:pt x="26" y="14"/>
                    <a:pt x="20" y="14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15" y="14"/>
                    <a:pt x="11" y="15"/>
                    <a:pt x="7" y="17"/>
                  </a:cubicBezTo>
                  <a:cubicBezTo>
                    <a:pt x="9" y="16"/>
                    <a:pt x="11" y="16"/>
                    <a:pt x="13" y="16"/>
                  </a:cubicBezTo>
                  <a:cubicBezTo>
                    <a:pt x="18" y="16"/>
                    <a:pt x="24" y="18"/>
                    <a:pt x="29" y="19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4" y="18"/>
                    <a:pt x="37" y="17"/>
                    <a:pt x="40" y="17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5" y="17"/>
                    <a:pt x="49" y="18"/>
                    <a:pt x="54" y="19"/>
                  </a:cubicBezTo>
                  <a:cubicBezTo>
                    <a:pt x="55" y="19"/>
                    <a:pt x="57" y="20"/>
                    <a:pt x="58" y="20"/>
                  </a:cubicBezTo>
                  <a:cubicBezTo>
                    <a:pt x="60" y="20"/>
                    <a:pt x="60" y="20"/>
                    <a:pt x="60" y="20"/>
                  </a:cubicBezTo>
                  <a:cubicBezTo>
                    <a:pt x="59" y="21"/>
                    <a:pt x="59" y="21"/>
                    <a:pt x="59" y="21"/>
                  </a:cubicBezTo>
                  <a:cubicBezTo>
                    <a:pt x="56" y="23"/>
                    <a:pt x="53" y="24"/>
                    <a:pt x="50" y="24"/>
                  </a:cubicBezTo>
                  <a:cubicBezTo>
                    <a:pt x="47" y="24"/>
                    <a:pt x="43" y="23"/>
                    <a:pt x="40" y="22"/>
                  </a:cubicBezTo>
                  <a:cubicBezTo>
                    <a:pt x="37" y="21"/>
                    <a:pt x="34" y="20"/>
                    <a:pt x="31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1" y="20"/>
                    <a:pt x="31" y="20"/>
                  </a:cubicBezTo>
                  <a:cubicBezTo>
                    <a:pt x="36" y="22"/>
                    <a:pt x="41" y="24"/>
                    <a:pt x="46" y="24"/>
                  </a:cubicBezTo>
                  <a:cubicBezTo>
                    <a:pt x="47" y="24"/>
                    <a:pt x="48" y="24"/>
                    <a:pt x="49" y="24"/>
                  </a:cubicBezTo>
                  <a:cubicBezTo>
                    <a:pt x="61" y="24"/>
                    <a:pt x="72" y="20"/>
                    <a:pt x="82" y="16"/>
                  </a:cubicBezTo>
                  <a:cubicBezTo>
                    <a:pt x="84" y="16"/>
                    <a:pt x="86" y="15"/>
                    <a:pt x="88" y="14"/>
                  </a:cubicBezTo>
                  <a:cubicBezTo>
                    <a:pt x="88" y="14"/>
                    <a:pt x="88" y="14"/>
                    <a:pt x="88" y="14"/>
                  </a:cubicBezTo>
                  <a:cubicBezTo>
                    <a:pt x="87" y="13"/>
                    <a:pt x="87" y="12"/>
                    <a:pt x="87" y="12"/>
                  </a:cubicBezTo>
                  <a:cubicBezTo>
                    <a:pt x="88" y="10"/>
                    <a:pt x="91" y="9"/>
                    <a:pt x="94" y="7"/>
                  </a:cubicBezTo>
                  <a:cubicBezTo>
                    <a:pt x="97" y="7"/>
                    <a:pt x="99" y="6"/>
                    <a:pt x="100" y="5"/>
                  </a:cubicBezTo>
                  <a:cubicBezTo>
                    <a:pt x="101" y="4"/>
                    <a:pt x="101" y="4"/>
                    <a:pt x="101" y="4"/>
                  </a:cubicBezTo>
                  <a:cubicBezTo>
                    <a:pt x="92" y="6"/>
                    <a:pt x="84" y="9"/>
                    <a:pt x="77" y="14"/>
                  </a:cubicBezTo>
                  <a:close/>
                  <a:moveTo>
                    <a:pt x="126" y="98"/>
                  </a:moveTo>
                  <a:cubicBezTo>
                    <a:pt x="126" y="98"/>
                    <a:pt x="125" y="98"/>
                    <a:pt x="125" y="98"/>
                  </a:cubicBezTo>
                  <a:cubicBezTo>
                    <a:pt x="124" y="98"/>
                    <a:pt x="124" y="98"/>
                    <a:pt x="124" y="98"/>
                  </a:cubicBezTo>
                  <a:cubicBezTo>
                    <a:pt x="124" y="97"/>
                    <a:pt x="124" y="97"/>
                    <a:pt x="124" y="97"/>
                  </a:cubicBezTo>
                  <a:cubicBezTo>
                    <a:pt x="123" y="85"/>
                    <a:pt x="129" y="74"/>
                    <a:pt x="135" y="64"/>
                  </a:cubicBezTo>
                  <a:cubicBezTo>
                    <a:pt x="141" y="54"/>
                    <a:pt x="147" y="45"/>
                    <a:pt x="146" y="34"/>
                  </a:cubicBezTo>
                  <a:cubicBezTo>
                    <a:pt x="144" y="15"/>
                    <a:pt x="130" y="4"/>
                    <a:pt x="110" y="4"/>
                  </a:cubicBezTo>
                  <a:cubicBezTo>
                    <a:pt x="107" y="4"/>
                    <a:pt x="104" y="4"/>
                    <a:pt x="101" y="4"/>
                  </a:cubicBezTo>
                  <a:cubicBezTo>
                    <a:pt x="102" y="5"/>
                    <a:pt x="102" y="5"/>
                    <a:pt x="102" y="5"/>
                  </a:cubicBezTo>
                  <a:cubicBezTo>
                    <a:pt x="102" y="6"/>
                    <a:pt x="102" y="6"/>
                    <a:pt x="102" y="7"/>
                  </a:cubicBezTo>
                  <a:cubicBezTo>
                    <a:pt x="101" y="9"/>
                    <a:pt x="99" y="10"/>
                    <a:pt x="96" y="11"/>
                  </a:cubicBezTo>
                  <a:cubicBezTo>
                    <a:pt x="93" y="11"/>
                    <a:pt x="90" y="12"/>
                    <a:pt x="89" y="14"/>
                  </a:cubicBezTo>
                  <a:cubicBezTo>
                    <a:pt x="97" y="11"/>
                    <a:pt x="106" y="8"/>
                    <a:pt x="115" y="8"/>
                  </a:cubicBezTo>
                  <a:cubicBezTo>
                    <a:pt x="121" y="8"/>
                    <a:pt x="127" y="9"/>
                    <a:pt x="132" y="12"/>
                  </a:cubicBezTo>
                  <a:cubicBezTo>
                    <a:pt x="133" y="12"/>
                    <a:pt x="133" y="12"/>
                    <a:pt x="133" y="12"/>
                  </a:cubicBezTo>
                  <a:cubicBezTo>
                    <a:pt x="133" y="12"/>
                    <a:pt x="133" y="12"/>
                    <a:pt x="133" y="12"/>
                  </a:cubicBezTo>
                  <a:cubicBezTo>
                    <a:pt x="145" y="27"/>
                    <a:pt x="137" y="40"/>
                    <a:pt x="130" y="52"/>
                  </a:cubicBezTo>
                  <a:cubicBezTo>
                    <a:pt x="126" y="58"/>
                    <a:pt x="123" y="64"/>
                    <a:pt x="122" y="71"/>
                  </a:cubicBezTo>
                  <a:cubicBezTo>
                    <a:pt x="120" y="76"/>
                    <a:pt x="121" y="80"/>
                    <a:pt x="121" y="84"/>
                  </a:cubicBezTo>
                  <a:cubicBezTo>
                    <a:pt x="122" y="72"/>
                    <a:pt x="126" y="63"/>
                    <a:pt x="131" y="55"/>
                  </a:cubicBezTo>
                  <a:cubicBezTo>
                    <a:pt x="135" y="47"/>
                    <a:pt x="139" y="39"/>
                    <a:pt x="140" y="28"/>
                  </a:cubicBezTo>
                  <a:cubicBezTo>
                    <a:pt x="139" y="27"/>
                    <a:pt x="138" y="25"/>
                    <a:pt x="139" y="24"/>
                  </a:cubicBezTo>
                  <a:cubicBezTo>
                    <a:pt x="139" y="24"/>
                    <a:pt x="139" y="24"/>
                    <a:pt x="140" y="24"/>
                  </a:cubicBezTo>
                  <a:cubicBezTo>
                    <a:pt x="140" y="24"/>
                    <a:pt x="140" y="24"/>
                    <a:pt x="140" y="24"/>
                  </a:cubicBezTo>
                  <a:cubicBezTo>
                    <a:pt x="141" y="24"/>
                    <a:pt x="142" y="24"/>
                    <a:pt x="143" y="26"/>
                  </a:cubicBezTo>
                  <a:cubicBezTo>
                    <a:pt x="143" y="26"/>
                    <a:pt x="143" y="26"/>
                    <a:pt x="143" y="26"/>
                  </a:cubicBezTo>
                  <a:cubicBezTo>
                    <a:pt x="145" y="43"/>
                    <a:pt x="139" y="55"/>
                    <a:pt x="133" y="66"/>
                  </a:cubicBezTo>
                  <a:cubicBezTo>
                    <a:pt x="129" y="73"/>
                    <a:pt x="125" y="81"/>
                    <a:pt x="123" y="89"/>
                  </a:cubicBezTo>
                  <a:cubicBezTo>
                    <a:pt x="123" y="90"/>
                    <a:pt x="123" y="90"/>
                    <a:pt x="123" y="90"/>
                  </a:cubicBezTo>
                  <a:cubicBezTo>
                    <a:pt x="123" y="94"/>
                    <a:pt x="124" y="97"/>
                    <a:pt x="124" y="102"/>
                  </a:cubicBezTo>
                  <a:cubicBezTo>
                    <a:pt x="125" y="105"/>
                    <a:pt x="125" y="108"/>
                    <a:pt x="125" y="112"/>
                  </a:cubicBezTo>
                  <a:cubicBezTo>
                    <a:pt x="125" y="124"/>
                    <a:pt x="125" y="135"/>
                    <a:pt x="135" y="137"/>
                  </a:cubicBezTo>
                  <a:cubicBezTo>
                    <a:pt x="129" y="133"/>
                    <a:pt x="129" y="124"/>
                    <a:pt x="129" y="115"/>
                  </a:cubicBezTo>
                  <a:cubicBezTo>
                    <a:pt x="129" y="112"/>
                    <a:pt x="129" y="112"/>
                    <a:pt x="129" y="112"/>
                  </a:cubicBezTo>
                  <a:cubicBezTo>
                    <a:pt x="130" y="112"/>
                    <a:pt x="130" y="112"/>
                    <a:pt x="130" y="112"/>
                  </a:cubicBezTo>
                  <a:cubicBezTo>
                    <a:pt x="133" y="115"/>
                    <a:pt x="137" y="116"/>
                    <a:pt x="141" y="116"/>
                  </a:cubicBezTo>
                  <a:cubicBezTo>
                    <a:pt x="143" y="116"/>
                    <a:pt x="145" y="115"/>
                    <a:pt x="147" y="114"/>
                  </a:cubicBezTo>
                  <a:cubicBezTo>
                    <a:pt x="147" y="112"/>
                    <a:pt x="147" y="109"/>
                    <a:pt x="147" y="106"/>
                  </a:cubicBezTo>
                  <a:cubicBezTo>
                    <a:pt x="147" y="103"/>
                    <a:pt x="147" y="100"/>
                    <a:pt x="147" y="98"/>
                  </a:cubicBezTo>
                  <a:cubicBezTo>
                    <a:pt x="147" y="98"/>
                    <a:pt x="147" y="98"/>
                    <a:pt x="147" y="98"/>
                  </a:cubicBezTo>
                  <a:cubicBezTo>
                    <a:pt x="146" y="99"/>
                    <a:pt x="145" y="99"/>
                    <a:pt x="144" y="99"/>
                  </a:cubicBezTo>
                  <a:cubicBezTo>
                    <a:pt x="143" y="99"/>
                    <a:pt x="142" y="99"/>
                    <a:pt x="141" y="99"/>
                  </a:cubicBezTo>
                  <a:cubicBezTo>
                    <a:pt x="138" y="98"/>
                    <a:pt x="136" y="97"/>
                    <a:pt x="134" y="98"/>
                  </a:cubicBezTo>
                  <a:cubicBezTo>
                    <a:pt x="131" y="99"/>
                    <a:pt x="131" y="99"/>
                    <a:pt x="131" y="99"/>
                  </a:cubicBezTo>
                  <a:cubicBezTo>
                    <a:pt x="133" y="97"/>
                    <a:pt x="133" y="97"/>
                    <a:pt x="133" y="97"/>
                  </a:cubicBezTo>
                  <a:cubicBezTo>
                    <a:pt x="137" y="93"/>
                    <a:pt x="142" y="93"/>
                    <a:pt x="147" y="97"/>
                  </a:cubicBezTo>
                  <a:cubicBezTo>
                    <a:pt x="147" y="97"/>
                    <a:pt x="147" y="97"/>
                    <a:pt x="147" y="97"/>
                  </a:cubicBezTo>
                  <a:cubicBezTo>
                    <a:pt x="147" y="96"/>
                    <a:pt x="146" y="95"/>
                    <a:pt x="146" y="94"/>
                  </a:cubicBezTo>
                  <a:cubicBezTo>
                    <a:pt x="145" y="93"/>
                    <a:pt x="143" y="93"/>
                    <a:pt x="142" y="93"/>
                  </a:cubicBezTo>
                  <a:cubicBezTo>
                    <a:pt x="139" y="93"/>
                    <a:pt x="136" y="94"/>
                    <a:pt x="133" y="96"/>
                  </a:cubicBezTo>
                  <a:cubicBezTo>
                    <a:pt x="130" y="97"/>
                    <a:pt x="128" y="98"/>
                    <a:pt x="126" y="98"/>
                  </a:cubicBezTo>
                  <a:close/>
                  <a:moveTo>
                    <a:pt x="88" y="12"/>
                  </a:moveTo>
                  <a:cubicBezTo>
                    <a:pt x="90" y="11"/>
                    <a:pt x="93" y="10"/>
                    <a:pt x="95" y="9"/>
                  </a:cubicBezTo>
                  <a:cubicBezTo>
                    <a:pt x="98" y="8"/>
                    <a:pt x="100" y="8"/>
                    <a:pt x="101" y="7"/>
                  </a:cubicBezTo>
                  <a:cubicBezTo>
                    <a:pt x="101" y="7"/>
                    <a:pt x="101" y="6"/>
                    <a:pt x="101" y="6"/>
                  </a:cubicBezTo>
                  <a:cubicBezTo>
                    <a:pt x="99" y="7"/>
                    <a:pt x="97" y="8"/>
                    <a:pt x="95" y="9"/>
                  </a:cubicBezTo>
                  <a:cubicBezTo>
                    <a:pt x="92" y="10"/>
                    <a:pt x="89" y="11"/>
                    <a:pt x="88" y="12"/>
                  </a:cubicBezTo>
                  <a:close/>
                  <a:moveTo>
                    <a:pt x="56" y="21"/>
                  </a:moveTo>
                  <a:cubicBezTo>
                    <a:pt x="55" y="21"/>
                    <a:pt x="54" y="21"/>
                    <a:pt x="53" y="20"/>
                  </a:cubicBezTo>
                  <a:cubicBezTo>
                    <a:pt x="49" y="19"/>
                    <a:pt x="45" y="19"/>
                    <a:pt x="40" y="19"/>
                  </a:cubicBezTo>
                  <a:cubicBezTo>
                    <a:pt x="39" y="19"/>
                    <a:pt x="37" y="19"/>
                    <a:pt x="35" y="19"/>
                  </a:cubicBezTo>
                  <a:cubicBezTo>
                    <a:pt x="37" y="20"/>
                    <a:pt x="38" y="20"/>
                    <a:pt x="40" y="20"/>
                  </a:cubicBezTo>
                  <a:cubicBezTo>
                    <a:pt x="44" y="21"/>
                    <a:pt x="47" y="22"/>
                    <a:pt x="50" y="22"/>
                  </a:cubicBezTo>
                  <a:cubicBezTo>
                    <a:pt x="52" y="22"/>
                    <a:pt x="54" y="22"/>
                    <a:pt x="56" y="21"/>
                  </a:cubicBezTo>
                  <a:close/>
                  <a:moveTo>
                    <a:pt x="141" y="27"/>
                  </a:moveTo>
                  <a:cubicBezTo>
                    <a:pt x="141" y="26"/>
                    <a:pt x="141" y="26"/>
                    <a:pt x="140" y="25"/>
                  </a:cubicBezTo>
                  <a:cubicBezTo>
                    <a:pt x="141" y="26"/>
                    <a:pt x="141" y="27"/>
                    <a:pt x="141" y="27"/>
                  </a:cubicBezTo>
                  <a:cubicBezTo>
                    <a:pt x="141" y="28"/>
                    <a:pt x="141" y="28"/>
                    <a:pt x="141" y="28"/>
                  </a:cubicBezTo>
                  <a:cubicBezTo>
                    <a:pt x="141" y="28"/>
                    <a:pt x="141" y="28"/>
                    <a:pt x="141" y="28"/>
                  </a:cubicBezTo>
                  <a:cubicBezTo>
                    <a:pt x="141" y="40"/>
                    <a:pt x="136" y="48"/>
                    <a:pt x="132" y="56"/>
                  </a:cubicBezTo>
                  <a:cubicBezTo>
                    <a:pt x="128" y="64"/>
                    <a:pt x="123" y="72"/>
                    <a:pt x="123" y="84"/>
                  </a:cubicBezTo>
                  <a:cubicBezTo>
                    <a:pt x="125" y="77"/>
                    <a:pt x="128" y="71"/>
                    <a:pt x="131" y="66"/>
                  </a:cubicBezTo>
                  <a:cubicBezTo>
                    <a:pt x="138" y="54"/>
                    <a:pt x="144" y="43"/>
                    <a:pt x="141" y="27"/>
                  </a:cubicBezTo>
                  <a:close/>
                  <a:moveTo>
                    <a:pt x="145" y="98"/>
                  </a:moveTo>
                  <a:cubicBezTo>
                    <a:pt x="142" y="95"/>
                    <a:pt x="139" y="95"/>
                    <a:pt x="136" y="96"/>
                  </a:cubicBezTo>
                  <a:cubicBezTo>
                    <a:pt x="138" y="96"/>
                    <a:pt x="140" y="97"/>
                    <a:pt x="141" y="97"/>
                  </a:cubicBezTo>
                  <a:cubicBezTo>
                    <a:pt x="143" y="98"/>
                    <a:pt x="144" y="98"/>
                    <a:pt x="145" y="98"/>
                  </a:cubicBezTo>
                  <a:close/>
                  <a:moveTo>
                    <a:pt x="132" y="100"/>
                  </a:moveTo>
                  <a:cubicBezTo>
                    <a:pt x="142" y="100"/>
                    <a:pt x="142" y="100"/>
                    <a:pt x="142" y="100"/>
                  </a:cubicBezTo>
                  <a:cubicBezTo>
                    <a:pt x="143" y="100"/>
                    <a:pt x="143" y="100"/>
                    <a:pt x="143" y="100"/>
                  </a:cubicBezTo>
                  <a:cubicBezTo>
                    <a:pt x="146" y="102"/>
                    <a:pt x="146" y="108"/>
                    <a:pt x="146" y="113"/>
                  </a:cubicBezTo>
                  <a:cubicBezTo>
                    <a:pt x="146" y="114"/>
                    <a:pt x="146" y="114"/>
                    <a:pt x="146" y="114"/>
                  </a:cubicBezTo>
                  <a:cubicBezTo>
                    <a:pt x="145" y="114"/>
                    <a:pt x="145" y="114"/>
                    <a:pt x="145" y="114"/>
                  </a:cubicBezTo>
                  <a:cubicBezTo>
                    <a:pt x="138" y="115"/>
                    <a:pt x="132" y="112"/>
                    <a:pt x="130" y="108"/>
                  </a:cubicBezTo>
                  <a:cubicBezTo>
                    <a:pt x="129" y="105"/>
                    <a:pt x="129" y="102"/>
                    <a:pt x="132" y="100"/>
                  </a:cubicBezTo>
                  <a:close/>
                  <a:moveTo>
                    <a:pt x="142" y="101"/>
                  </a:moveTo>
                  <a:cubicBezTo>
                    <a:pt x="133" y="101"/>
                    <a:pt x="133" y="101"/>
                    <a:pt x="133" y="101"/>
                  </a:cubicBezTo>
                  <a:cubicBezTo>
                    <a:pt x="131" y="103"/>
                    <a:pt x="130" y="105"/>
                    <a:pt x="131" y="107"/>
                  </a:cubicBezTo>
                  <a:cubicBezTo>
                    <a:pt x="133" y="111"/>
                    <a:pt x="138" y="113"/>
                    <a:pt x="144" y="112"/>
                  </a:cubicBezTo>
                  <a:cubicBezTo>
                    <a:pt x="145" y="106"/>
                    <a:pt x="144" y="103"/>
                    <a:pt x="142" y="10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23" name="Freeform 51"/>
            <p:cNvSpPr>
              <a:spLocks noEditPoints="1"/>
            </p:cNvSpPr>
            <p:nvPr/>
          </p:nvSpPr>
          <p:spPr bwMode="auto">
            <a:xfrm>
              <a:off x="4205288" y="5753100"/>
              <a:ext cx="303213" cy="344488"/>
            </a:xfrm>
            <a:custGeom>
              <a:avLst/>
              <a:gdLst>
                <a:gd name="T0" fmla="*/ 47 w 135"/>
                <a:gd name="T1" fmla="*/ 133 h 153"/>
                <a:gd name="T2" fmla="*/ 91 w 135"/>
                <a:gd name="T3" fmla="*/ 114 h 153"/>
                <a:gd name="T4" fmla="*/ 47 w 135"/>
                <a:gd name="T5" fmla="*/ 138 h 153"/>
                <a:gd name="T6" fmla="*/ 0 w 135"/>
                <a:gd name="T7" fmla="*/ 124 h 153"/>
                <a:gd name="T8" fmla="*/ 4 w 135"/>
                <a:gd name="T9" fmla="*/ 133 h 153"/>
                <a:gd name="T10" fmla="*/ 97 w 135"/>
                <a:gd name="T11" fmla="*/ 109 h 153"/>
                <a:gd name="T12" fmla="*/ 100 w 135"/>
                <a:gd name="T13" fmla="*/ 94 h 153"/>
                <a:gd name="T14" fmla="*/ 125 w 135"/>
                <a:gd name="T15" fmla="*/ 22 h 153"/>
                <a:gd name="T16" fmla="*/ 101 w 135"/>
                <a:gd name="T17" fmla="*/ 15 h 153"/>
                <a:gd name="T18" fmla="*/ 114 w 135"/>
                <a:gd name="T19" fmla="*/ 5 h 153"/>
                <a:gd name="T20" fmla="*/ 132 w 135"/>
                <a:gd name="T21" fmla="*/ 30 h 153"/>
                <a:gd name="T22" fmla="*/ 107 w 135"/>
                <a:gd name="T23" fmla="*/ 106 h 153"/>
                <a:gd name="T24" fmla="*/ 100 w 135"/>
                <a:gd name="T25" fmla="*/ 137 h 153"/>
                <a:gd name="T26" fmla="*/ 95 w 135"/>
                <a:gd name="T27" fmla="*/ 113 h 153"/>
                <a:gd name="T28" fmla="*/ 47 w 135"/>
                <a:gd name="T29" fmla="*/ 133 h 153"/>
                <a:gd name="T30" fmla="*/ 102 w 135"/>
                <a:gd name="T31" fmla="*/ 107 h 153"/>
                <a:gd name="T32" fmla="*/ 128 w 135"/>
                <a:gd name="T33" fmla="*/ 36 h 153"/>
                <a:gd name="T34" fmla="*/ 102 w 135"/>
                <a:gd name="T35" fmla="*/ 107 h 153"/>
                <a:gd name="T36" fmla="*/ 114 w 135"/>
                <a:gd name="T37" fmla="*/ 110 h 153"/>
                <a:gd name="T38" fmla="*/ 118 w 135"/>
                <a:gd name="T39" fmla="*/ 128 h 153"/>
                <a:gd name="T40" fmla="*/ 114 w 135"/>
                <a:gd name="T41" fmla="*/ 110 h 153"/>
                <a:gd name="T42" fmla="*/ 104 w 135"/>
                <a:gd name="T43" fmla="*/ 110 h 153"/>
                <a:gd name="T44" fmla="*/ 102 w 135"/>
                <a:gd name="T45" fmla="*/ 131 h 153"/>
                <a:gd name="T46" fmla="*/ 115 w 135"/>
                <a:gd name="T47" fmla="*/ 133 h 153"/>
                <a:gd name="T48" fmla="*/ 104 w 135"/>
                <a:gd name="T49" fmla="*/ 110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35" h="153">
                  <a:moveTo>
                    <a:pt x="47" y="133"/>
                  </a:moveTo>
                  <a:cubicBezTo>
                    <a:pt x="62" y="133"/>
                    <a:pt x="76" y="119"/>
                    <a:pt x="91" y="114"/>
                  </a:cubicBezTo>
                  <a:cubicBezTo>
                    <a:pt x="82" y="120"/>
                    <a:pt x="63" y="134"/>
                    <a:pt x="47" y="138"/>
                  </a:cubicBezTo>
                  <a:cubicBezTo>
                    <a:pt x="28" y="143"/>
                    <a:pt x="0" y="144"/>
                    <a:pt x="0" y="124"/>
                  </a:cubicBezTo>
                  <a:cubicBezTo>
                    <a:pt x="6" y="123"/>
                    <a:pt x="1" y="132"/>
                    <a:pt x="4" y="133"/>
                  </a:cubicBezTo>
                  <a:cubicBezTo>
                    <a:pt x="38" y="148"/>
                    <a:pt x="65" y="113"/>
                    <a:pt x="97" y="109"/>
                  </a:cubicBezTo>
                  <a:cubicBezTo>
                    <a:pt x="98" y="104"/>
                    <a:pt x="100" y="100"/>
                    <a:pt x="100" y="94"/>
                  </a:cubicBezTo>
                  <a:cubicBezTo>
                    <a:pt x="109" y="85"/>
                    <a:pt x="131" y="46"/>
                    <a:pt x="125" y="22"/>
                  </a:cubicBezTo>
                  <a:cubicBezTo>
                    <a:pt x="123" y="12"/>
                    <a:pt x="109" y="0"/>
                    <a:pt x="101" y="15"/>
                  </a:cubicBezTo>
                  <a:cubicBezTo>
                    <a:pt x="97" y="9"/>
                    <a:pt x="107" y="4"/>
                    <a:pt x="114" y="5"/>
                  </a:cubicBezTo>
                  <a:cubicBezTo>
                    <a:pt x="125" y="6"/>
                    <a:pt x="131" y="18"/>
                    <a:pt x="132" y="30"/>
                  </a:cubicBezTo>
                  <a:cubicBezTo>
                    <a:pt x="135" y="56"/>
                    <a:pt x="111" y="90"/>
                    <a:pt x="107" y="106"/>
                  </a:cubicBezTo>
                  <a:cubicBezTo>
                    <a:pt x="133" y="105"/>
                    <a:pt x="126" y="153"/>
                    <a:pt x="100" y="137"/>
                  </a:cubicBezTo>
                  <a:cubicBezTo>
                    <a:pt x="97" y="130"/>
                    <a:pt x="98" y="120"/>
                    <a:pt x="95" y="113"/>
                  </a:cubicBezTo>
                  <a:cubicBezTo>
                    <a:pt x="78" y="113"/>
                    <a:pt x="63" y="127"/>
                    <a:pt x="47" y="133"/>
                  </a:cubicBezTo>
                  <a:close/>
                  <a:moveTo>
                    <a:pt x="102" y="107"/>
                  </a:moveTo>
                  <a:cubicBezTo>
                    <a:pt x="112" y="84"/>
                    <a:pt x="130" y="63"/>
                    <a:pt x="128" y="36"/>
                  </a:cubicBezTo>
                  <a:cubicBezTo>
                    <a:pt x="126" y="65"/>
                    <a:pt x="105" y="83"/>
                    <a:pt x="102" y="107"/>
                  </a:cubicBezTo>
                  <a:close/>
                  <a:moveTo>
                    <a:pt x="114" y="110"/>
                  </a:moveTo>
                  <a:cubicBezTo>
                    <a:pt x="117" y="118"/>
                    <a:pt x="121" y="121"/>
                    <a:pt x="118" y="128"/>
                  </a:cubicBezTo>
                  <a:cubicBezTo>
                    <a:pt x="128" y="125"/>
                    <a:pt x="119" y="112"/>
                    <a:pt x="114" y="110"/>
                  </a:cubicBezTo>
                  <a:close/>
                  <a:moveTo>
                    <a:pt x="104" y="110"/>
                  </a:moveTo>
                  <a:cubicBezTo>
                    <a:pt x="100" y="114"/>
                    <a:pt x="100" y="125"/>
                    <a:pt x="102" y="131"/>
                  </a:cubicBezTo>
                  <a:cubicBezTo>
                    <a:pt x="108" y="132"/>
                    <a:pt x="110" y="135"/>
                    <a:pt x="115" y="133"/>
                  </a:cubicBezTo>
                  <a:cubicBezTo>
                    <a:pt x="120" y="121"/>
                    <a:pt x="114" y="111"/>
                    <a:pt x="104" y="1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24" name="Freeform 52"/>
            <p:cNvSpPr>
              <a:spLocks noEditPoints="1"/>
            </p:cNvSpPr>
            <p:nvPr/>
          </p:nvSpPr>
          <p:spPr bwMode="auto">
            <a:xfrm>
              <a:off x="4202113" y="5762625"/>
              <a:ext cx="306388" cy="311150"/>
            </a:xfrm>
            <a:custGeom>
              <a:avLst/>
              <a:gdLst>
                <a:gd name="T0" fmla="*/ 0 w 136"/>
                <a:gd name="T1" fmla="*/ 120 h 138"/>
                <a:gd name="T2" fmla="*/ 4 w 136"/>
                <a:gd name="T3" fmla="*/ 120 h 138"/>
                <a:gd name="T4" fmla="*/ 23 w 136"/>
                <a:gd name="T5" fmla="*/ 132 h 138"/>
                <a:gd name="T6" fmla="*/ 97 w 136"/>
                <a:gd name="T7" fmla="*/ 104 h 138"/>
                <a:gd name="T8" fmla="*/ 100 w 136"/>
                <a:gd name="T9" fmla="*/ 90 h 138"/>
                <a:gd name="T10" fmla="*/ 103 w 136"/>
                <a:gd name="T11" fmla="*/ 11 h 138"/>
                <a:gd name="T12" fmla="*/ 101 w 136"/>
                <a:gd name="T13" fmla="*/ 6 h 138"/>
                <a:gd name="T14" fmla="*/ 134 w 136"/>
                <a:gd name="T15" fmla="*/ 26 h 138"/>
                <a:gd name="T16" fmla="*/ 125 w 136"/>
                <a:gd name="T17" fmla="*/ 119 h 138"/>
                <a:gd name="T18" fmla="*/ 100 w 136"/>
                <a:gd name="T19" fmla="*/ 133 h 138"/>
                <a:gd name="T20" fmla="*/ 96 w 136"/>
                <a:gd name="T21" fmla="*/ 110 h 138"/>
                <a:gd name="T22" fmla="*/ 87 w 136"/>
                <a:gd name="T23" fmla="*/ 115 h 138"/>
                <a:gd name="T24" fmla="*/ 5 w 136"/>
                <a:gd name="T25" fmla="*/ 129 h 138"/>
                <a:gd name="T26" fmla="*/ 48 w 136"/>
                <a:gd name="T27" fmla="*/ 134 h 138"/>
                <a:gd name="T28" fmla="*/ 48 w 136"/>
                <a:gd name="T29" fmla="*/ 129 h 138"/>
                <a:gd name="T30" fmla="*/ 65 w 136"/>
                <a:gd name="T31" fmla="*/ 120 h 138"/>
                <a:gd name="T32" fmla="*/ 97 w 136"/>
                <a:gd name="T33" fmla="*/ 108 h 138"/>
                <a:gd name="T34" fmla="*/ 97 w 136"/>
                <a:gd name="T35" fmla="*/ 109 h 138"/>
                <a:gd name="T36" fmla="*/ 111 w 136"/>
                <a:gd name="T37" fmla="*/ 135 h 138"/>
                <a:gd name="T38" fmla="*/ 118 w 136"/>
                <a:gd name="T39" fmla="*/ 125 h 138"/>
                <a:gd name="T40" fmla="*/ 117 w 136"/>
                <a:gd name="T41" fmla="*/ 129 h 138"/>
                <a:gd name="T42" fmla="*/ 108 w 136"/>
                <a:gd name="T43" fmla="*/ 129 h 138"/>
                <a:gd name="T44" fmla="*/ 103 w 136"/>
                <a:gd name="T45" fmla="*/ 128 h 138"/>
                <a:gd name="T46" fmla="*/ 105 w 136"/>
                <a:gd name="T47" fmla="*/ 105 h 138"/>
                <a:gd name="T48" fmla="*/ 118 w 136"/>
                <a:gd name="T49" fmla="*/ 124 h 138"/>
                <a:gd name="T50" fmla="*/ 114 w 136"/>
                <a:gd name="T51" fmla="*/ 105 h 138"/>
                <a:gd name="T52" fmla="*/ 108 w 136"/>
                <a:gd name="T53" fmla="*/ 102 h 138"/>
                <a:gd name="T54" fmla="*/ 115 w 136"/>
                <a:gd name="T55" fmla="*/ 82 h 138"/>
                <a:gd name="T56" fmla="*/ 102 w 136"/>
                <a:gd name="T57" fmla="*/ 7 h 138"/>
                <a:gd name="T58" fmla="*/ 127 w 136"/>
                <a:gd name="T59" fmla="*/ 18 h 138"/>
                <a:gd name="T60" fmla="*/ 98 w 136"/>
                <a:gd name="T61" fmla="*/ 105 h 138"/>
                <a:gd name="T62" fmla="*/ 23 w 136"/>
                <a:gd name="T63" fmla="*/ 133 h 138"/>
                <a:gd name="T64" fmla="*/ 104 w 136"/>
                <a:gd name="T65" fmla="*/ 127 h 138"/>
                <a:gd name="T66" fmla="*/ 115 w 136"/>
                <a:gd name="T67" fmla="*/ 113 h 138"/>
                <a:gd name="T68" fmla="*/ 89 w 136"/>
                <a:gd name="T69" fmla="*/ 110 h 138"/>
                <a:gd name="T70" fmla="*/ 74 w 136"/>
                <a:gd name="T71" fmla="*/ 118 h 138"/>
                <a:gd name="T72" fmla="*/ 4 w 136"/>
                <a:gd name="T73" fmla="*/ 127 h 138"/>
                <a:gd name="T74" fmla="*/ 2 w 136"/>
                <a:gd name="T75" fmla="*/ 121 h 138"/>
                <a:gd name="T76" fmla="*/ 120 w 136"/>
                <a:gd name="T77" fmla="*/ 123 h 138"/>
                <a:gd name="T78" fmla="*/ 102 w 136"/>
                <a:gd name="T79" fmla="*/ 108 h 138"/>
                <a:gd name="T80" fmla="*/ 128 w 136"/>
                <a:gd name="T81" fmla="*/ 32 h 138"/>
                <a:gd name="T82" fmla="*/ 104 w 136"/>
                <a:gd name="T83" fmla="*/ 103 h 138"/>
                <a:gd name="T84" fmla="*/ 116 w 136"/>
                <a:gd name="T85" fmla="*/ 72 h 138"/>
                <a:gd name="T86" fmla="*/ 128 w 136"/>
                <a:gd name="T87" fmla="*/ 44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36" h="138">
                  <a:moveTo>
                    <a:pt x="26" y="138"/>
                  </a:moveTo>
                  <a:cubicBezTo>
                    <a:pt x="16" y="138"/>
                    <a:pt x="9" y="136"/>
                    <a:pt x="5" y="131"/>
                  </a:cubicBezTo>
                  <a:cubicBezTo>
                    <a:pt x="2" y="129"/>
                    <a:pt x="0" y="125"/>
                    <a:pt x="0" y="120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1" y="119"/>
                    <a:pt x="1" y="119"/>
                    <a:pt x="1" y="119"/>
                  </a:cubicBezTo>
                  <a:cubicBezTo>
                    <a:pt x="2" y="119"/>
                    <a:pt x="3" y="119"/>
                    <a:pt x="4" y="120"/>
                  </a:cubicBezTo>
                  <a:cubicBezTo>
                    <a:pt x="5" y="121"/>
                    <a:pt x="5" y="123"/>
                    <a:pt x="5" y="124"/>
                  </a:cubicBezTo>
                  <a:cubicBezTo>
                    <a:pt x="5" y="126"/>
                    <a:pt x="5" y="128"/>
                    <a:pt x="6" y="128"/>
                  </a:cubicBezTo>
                  <a:cubicBezTo>
                    <a:pt x="11" y="131"/>
                    <a:pt x="17" y="132"/>
                    <a:pt x="23" y="132"/>
                  </a:cubicBezTo>
                  <a:cubicBezTo>
                    <a:pt x="37" y="132"/>
                    <a:pt x="49" y="125"/>
                    <a:pt x="63" y="118"/>
                  </a:cubicBezTo>
                  <a:cubicBezTo>
                    <a:pt x="74" y="112"/>
                    <a:pt x="85" y="106"/>
                    <a:pt x="97" y="104"/>
                  </a:cubicBezTo>
                  <a:cubicBezTo>
                    <a:pt x="97" y="104"/>
                    <a:pt x="97" y="104"/>
                    <a:pt x="97" y="104"/>
                  </a:cubicBezTo>
                  <a:cubicBezTo>
                    <a:pt x="99" y="100"/>
                    <a:pt x="100" y="96"/>
                    <a:pt x="100" y="90"/>
                  </a:cubicBezTo>
                  <a:cubicBezTo>
                    <a:pt x="100" y="90"/>
                    <a:pt x="100" y="90"/>
                    <a:pt x="100" y="90"/>
                  </a:cubicBezTo>
                  <a:cubicBezTo>
                    <a:pt x="100" y="90"/>
                    <a:pt x="100" y="90"/>
                    <a:pt x="100" y="90"/>
                  </a:cubicBezTo>
                  <a:cubicBezTo>
                    <a:pt x="109" y="81"/>
                    <a:pt x="132" y="42"/>
                    <a:pt x="125" y="18"/>
                  </a:cubicBezTo>
                  <a:cubicBezTo>
                    <a:pt x="124" y="12"/>
                    <a:pt x="117" y="4"/>
                    <a:pt x="111" y="4"/>
                  </a:cubicBezTo>
                  <a:cubicBezTo>
                    <a:pt x="108" y="4"/>
                    <a:pt x="105" y="7"/>
                    <a:pt x="103" y="11"/>
                  </a:cubicBezTo>
                  <a:cubicBezTo>
                    <a:pt x="102" y="12"/>
                    <a:pt x="102" y="12"/>
                    <a:pt x="102" y="12"/>
                  </a:cubicBezTo>
                  <a:cubicBezTo>
                    <a:pt x="101" y="11"/>
                    <a:pt x="101" y="11"/>
                    <a:pt x="101" y="11"/>
                  </a:cubicBezTo>
                  <a:cubicBezTo>
                    <a:pt x="100" y="9"/>
                    <a:pt x="100" y="8"/>
                    <a:pt x="101" y="6"/>
                  </a:cubicBezTo>
                  <a:cubicBezTo>
                    <a:pt x="103" y="2"/>
                    <a:pt x="109" y="0"/>
                    <a:pt x="114" y="0"/>
                  </a:cubicBezTo>
                  <a:cubicBezTo>
                    <a:pt x="114" y="0"/>
                    <a:pt x="114" y="0"/>
                    <a:pt x="115" y="0"/>
                  </a:cubicBezTo>
                  <a:cubicBezTo>
                    <a:pt x="127" y="1"/>
                    <a:pt x="133" y="14"/>
                    <a:pt x="134" y="26"/>
                  </a:cubicBezTo>
                  <a:cubicBezTo>
                    <a:pt x="136" y="44"/>
                    <a:pt x="125" y="66"/>
                    <a:pt x="117" y="83"/>
                  </a:cubicBezTo>
                  <a:cubicBezTo>
                    <a:pt x="113" y="90"/>
                    <a:pt x="110" y="96"/>
                    <a:pt x="109" y="101"/>
                  </a:cubicBezTo>
                  <a:cubicBezTo>
                    <a:pt x="120" y="101"/>
                    <a:pt x="125" y="110"/>
                    <a:pt x="125" y="119"/>
                  </a:cubicBezTo>
                  <a:cubicBezTo>
                    <a:pt x="125" y="128"/>
                    <a:pt x="120" y="137"/>
                    <a:pt x="111" y="137"/>
                  </a:cubicBezTo>
                  <a:cubicBezTo>
                    <a:pt x="107" y="137"/>
                    <a:pt x="104" y="136"/>
                    <a:pt x="100" y="134"/>
                  </a:cubicBezTo>
                  <a:cubicBezTo>
                    <a:pt x="100" y="133"/>
                    <a:pt x="100" y="133"/>
                    <a:pt x="100" y="133"/>
                  </a:cubicBezTo>
                  <a:cubicBezTo>
                    <a:pt x="100" y="133"/>
                    <a:pt x="100" y="133"/>
                    <a:pt x="100" y="133"/>
                  </a:cubicBezTo>
                  <a:cubicBezTo>
                    <a:pt x="98" y="130"/>
                    <a:pt x="98" y="125"/>
                    <a:pt x="97" y="120"/>
                  </a:cubicBezTo>
                  <a:cubicBezTo>
                    <a:pt x="97" y="116"/>
                    <a:pt x="97" y="113"/>
                    <a:pt x="96" y="110"/>
                  </a:cubicBezTo>
                  <a:cubicBezTo>
                    <a:pt x="95" y="110"/>
                    <a:pt x="95" y="110"/>
                    <a:pt x="94" y="110"/>
                  </a:cubicBezTo>
                  <a:cubicBezTo>
                    <a:pt x="92" y="111"/>
                    <a:pt x="92" y="111"/>
                    <a:pt x="92" y="111"/>
                  </a:cubicBezTo>
                  <a:cubicBezTo>
                    <a:pt x="91" y="112"/>
                    <a:pt x="89" y="113"/>
                    <a:pt x="87" y="115"/>
                  </a:cubicBezTo>
                  <a:cubicBezTo>
                    <a:pt x="77" y="121"/>
                    <a:pt x="61" y="132"/>
                    <a:pt x="48" y="135"/>
                  </a:cubicBezTo>
                  <a:cubicBezTo>
                    <a:pt x="41" y="137"/>
                    <a:pt x="33" y="138"/>
                    <a:pt x="26" y="138"/>
                  </a:cubicBezTo>
                  <a:close/>
                  <a:moveTo>
                    <a:pt x="5" y="129"/>
                  </a:moveTo>
                  <a:cubicBezTo>
                    <a:pt x="5" y="130"/>
                    <a:pt x="5" y="130"/>
                    <a:pt x="6" y="130"/>
                  </a:cubicBezTo>
                  <a:cubicBezTo>
                    <a:pt x="10" y="134"/>
                    <a:pt x="17" y="137"/>
                    <a:pt x="26" y="137"/>
                  </a:cubicBezTo>
                  <a:cubicBezTo>
                    <a:pt x="33" y="137"/>
                    <a:pt x="41" y="135"/>
                    <a:pt x="48" y="134"/>
                  </a:cubicBezTo>
                  <a:cubicBezTo>
                    <a:pt x="61" y="130"/>
                    <a:pt x="76" y="120"/>
                    <a:pt x="86" y="114"/>
                  </a:cubicBezTo>
                  <a:cubicBezTo>
                    <a:pt x="82" y="115"/>
                    <a:pt x="78" y="117"/>
                    <a:pt x="75" y="119"/>
                  </a:cubicBezTo>
                  <a:cubicBezTo>
                    <a:pt x="66" y="124"/>
                    <a:pt x="57" y="129"/>
                    <a:pt x="48" y="129"/>
                  </a:cubicBezTo>
                  <a:cubicBezTo>
                    <a:pt x="44" y="129"/>
                    <a:pt x="44" y="129"/>
                    <a:pt x="44" y="129"/>
                  </a:cubicBezTo>
                  <a:cubicBezTo>
                    <a:pt x="48" y="128"/>
                    <a:pt x="48" y="128"/>
                    <a:pt x="48" y="128"/>
                  </a:cubicBezTo>
                  <a:cubicBezTo>
                    <a:pt x="54" y="126"/>
                    <a:pt x="59" y="123"/>
                    <a:pt x="65" y="120"/>
                  </a:cubicBezTo>
                  <a:cubicBezTo>
                    <a:pt x="75" y="114"/>
                    <a:pt x="85" y="108"/>
                    <a:pt x="96" y="108"/>
                  </a:cubicBezTo>
                  <a:cubicBezTo>
                    <a:pt x="96" y="108"/>
                    <a:pt x="96" y="108"/>
                    <a:pt x="96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9"/>
                    <a:pt x="97" y="109"/>
                    <a:pt x="97" y="109"/>
                  </a:cubicBezTo>
                  <a:cubicBezTo>
                    <a:pt x="98" y="112"/>
                    <a:pt x="99" y="116"/>
                    <a:pt x="99" y="120"/>
                  </a:cubicBezTo>
                  <a:cubicBezTo>
                    <a:pt x="99" y="124"/>
                    <a:pt x="100" y="129"/>
                    <a:pt x="101" y="132"/>
                  </a:cubicBezTo>
                  <a:cubicBezTo>
                    <a:pt x="104" y="134"/>
                    <a:pt x="108" y="135"/>
                    <a:pt x="111" y="135"/>
                  </a:cubicBezTo>
                  <a:cubicBezTo>
                    <a:pt x="118" y="135"/>
                    <a:pt x="122" y="129"/>
                    <a:pt x="123" y="123"/>
                  </a:cubicBezTo>
                  <a:cubicBezTo>
                    <a:pt x="122" y="124"/>
                    <a:pt x="121" y="125"/>
                    <a:pt x="119" y="125"/>
                  </a:cubicBezTo>
                  <a:cubicBezTo>
                    <a:pt x="118" y="125"/>
                    <a:pt x="118" y="125"/>
                    <a:pt x="118" y="125"/>
                  </a:cubicBezTo>
                  <a:cubicBezTo>
                    <a:pt x="118" y="127"/>
                    <a:pt x="117" y="128"/>
                    <a:pt x="117" y="129"/>
                  </a:cubicBezTo>
                  <a:cubicBezTo>
                    <a:pt x="117" y="129"/>
                    <a:pt x="117" y="129"/>
                    <a:pt x="117" y="129"/>
                  </a:cubicBezTo>
                  <a:cubicBezTo>
                    <a:pt x="117" y="129"/>
                    <a:pt x="117" y="129"/>
                    <a:pt x="117" y="129"/>
                  </a:cubicBezTo>
                  <a:cubicBezTo>
                    <a:pt x="115" y="130"/>
                    <a:pt x="114" y="130"/>
                    <a:pt x="113" y="130"/>
                  </a:cubicBezTo>
                  <a:cubicBezTo>
                    <a:pt x="113" y="130"/>
                    <a:pt x="113" y="130"/>
                    <a:pt x="113" y="130"/>
                  </a:cubicBezTo>
                  <a:cubicBezTo>
                    <a:pt x="111" y="130"/>
                    <a:pt x="109" y="130"/>
                    <a:pt x="108" y="129"/>
                  </a:cubicBezTo>
                  <a:cubicBezTo>
                    <a:pt x="106" y="129"/>
                    <a:pt x="105" y="128"/>
                    <a:pt x="103" y="128"/>
                  </a:cubicBezTo>
                  <a:cubicBezTo>
                    <a:pt x="103" y="128"/>
                    <a:pt x="103" y="128"/>
                    <a:pt x="103" y="128"/>
                  </a:cubicBezTo>
                  <a:cubicBezTo>
                    <a:pt x="103" y="128"/>
                    <a:pt x="103" y="128"/>
                    <a:pt x="103" y="128"/>
                  </a:cubicBezTo>
                  <a:cubicBezTo>
                    <a:pt x="100" y="122"/>
                    <a:pt x="100" y="110"/>
                    <a:pt x="104" y="105"/>
                  </a:cubicBezTo>
                  <a:cubicBezTo>
                    <a:pt x="105" y="105"/>
                    <a:pt x="105" y="105"/>
                    <a:pt x="105" y="105"/>
                  </a:cubicBezTo>
                  <a:cubicBezTo>
                    <a:pt x="105" y="105"/>
                    <a:pt x="105" y="105"/>
                    <a:pt x="105" y="105"/>
                  </a:cubicBezTo>
                  <a:cubicBezTo>
                    <a:pt x="110" y="106"/>
                    <a:pt x="114" y="108"/>
                    <a:pt x="116" y="112"/>
                  </a:cubicBezTo>
                  <a:cubicBezTo>
                    <a:pt x="118" y="116"/>
                    <a:pt x="119" y="120"/>
                    <a:pt x="118" y="124"/>
                  </a:cubicBezTo>
                  <a:cubicBezTo>
                    <a:pt x="118" y="124"/>
                    <a:pt x="118" y="124"/>
                    <a:pt x="118" y="124"/>
                  </a:cubicBezTo>
                  <a:cubicBezTo>
                    <a:pt x="121" y="119"/>
                    <a:pt x="119" y="116"/>
                    <a:pt x="117" y="112"/>
                  </a:cubicBezTo>
                  <a:cubicBezTo>
                    <a:pt x="116" y="110"/>
                    <a:pt x="115" y="109"/>
                    <a:pt x="114" y="106"/>
                  </a:cubicBezTo>
                  <a:cubicBezTo>
                    <a:pt x="114" y="105"/>
                    <a:pt x="114" y="105"/>
                    <a:pt x="114" y="105"/>
                  </a:cubicBezTo>
                  <a:cubicBezTo>
                    <a:pt x="115" y="105"/>
                    <a:pt x="115" y="105"/>
                    <a:pt x="115" y="105"/>
                  </a:cubicBezTo>
                  <a:cubicBezTo>
                    <a:pt x="117" y="106"/>
                    <a:pt x="121" y="109"/>
                    <a:pt x="123" y="113"/>
                  </a:cubicBezTo>
                  <a:cubicBezTo>
                    <a:pt x="121" y="107"/>
                    <a:pt x="116" y="102"/>
                    <a:pt x="108" y="102"/>
                  </a:cubicBezTo>
                  <a:cubicBezTo>
                    <a:pt x="107" y="102"/>
                    <a:pt x="107" y="102"/>
                    <a:pt x="107" y="102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8" y="97"/>
                    <a:pt x="112" y="90"/>
                    <a:pt x="115" y="82"/>
                  </a:cubicBezTo>
                  <a:cubicBezTo>
                    <a:pt x="124" y="65"/>
                    <a:pt x="134" y="44"/>
                    <a:pt x="133" y="26"/>
                  </a:cubicBezTo>
                  <a:cubicBezTo>
                    <a:pt x="131" y="15"/>
                    <a:pt x="126" y="3"/>
                    <a:pt x="115" y="2"/>
                  </a:cubicBezTo>
                  <a:cubicBezTo>
                    <a:pt x="110" y="1"/>
                    <a:pt x="104" y="4"/>
                    <a:pt x="102" y="7"/>
                  </a:cubicBezTo>
                  <a:cubicBezTo>
                    <a:pt x="102" y="7"/>
                    <a:pt x="102" y="8"/>
                    <a:pt x="102" y="9"/>
                  </a:cubicBezTo>
                  <a:cubicBezTo>
                    <a:pt x="105" y="4"/>
                    <a:pt x="109" y="3"/>
                    <a:pt x="111" y="3"/>
                  </a:cubicBezTo>
                  <a:cubicBezTo>
                    <a:pt x="118" y="3"/>
                    <a:pt x="125" y="11"/>
                    <a:pt x="127" y="18"/>
                  </a:cubicBezTo>
                  <a:cubicBezTo>
                    <a:pt x="133" y="42"/>
                    <a:pt x="110" y="81"/>
                    <a:pt x="101" y="91"/>
                  </a:cubicBezTo>
                  <a:cubicBezTo>
                    <a:pt x="102" y="96"/>
                    <a:pt x="100" y="100"/>
                    <a:pt x="99" y="104"/>
                  </a:cubicBezTo>
                  <a:cubicBezTo>
                    <a:pt x="98" y="105"/>
                    <a:pt x="98" y="105"/>
                    <a:pt x="98" y="105"/>
                  </a:cubicBezTo>
                  <a:cubicBezTo>
                    <a:pt x="98" y="105"/>
                    <a:pt x="98" y="105"/>
                    <a:pt x="98" y="105"/>
                  </a:cubicBezTo>
                  <a:cubicBezTo>
                    <a:pt x="86" y="107"/>
                    <a:pt x="75" y="113"/>
                    <a:pt x="64" y="119"/>
                  </a:cubicBezTo>
                  <a:cubicBezTo>
                    <a:pt x="51" y="126"/>
                    <a:pt x="37" y="133"/>
                    <a:pt x="23" y="133"/>
                  </a:cubicBezTo>
                  <a:cubicBezTo>
                    <a:pt x="17" y="133"/>
                    <a:pt x="11" y="132"/>
                    <a:pt x="5" y="129"/>
                  </a:cubicBezTo>
                  <a:cubicBezTo>
                    <a:pt x="5" y="129"/>
                    <a:pt x="5" y="129"/>
                    <a:pt x="5" y="129"/>
                  </a:cubicBezTo>
                  <a:close/>
                  <a:moveTo>
                    <a:pt x="104" y="127"/>
                  </a:moveTo>
                  <a:cubicBezTo>
                    <a:pt x="106" y="127"/>
                    <a:pt x="107" y="127"/>
                    <a:pt x="108" y="128"/>
                  </a:cubicBezTo>
                  <a:cubicBezTo>
                    <a:pt x="111" y="129"/>
                    <a:pt x="113" y="129"/>
                    <a:pt x="116" y="128"/>
                  </a:cubicBezTo>
                  <a:cubicBezTo>
                    <a:pt x="118" y="123"/>
                    <a:pt x="118" y="117"/>
                    <a:pt x="115" y="113"/>
                  </a:cubicBezTo>
                  <a:cubicBezTo>
                    <a:pt x="113" y="110"/>
                    <a:pt x="109" y="107"/>
                    <a:pt x="105" y="107"/>
                  </a:cubicBezTo>
                  <a:cubicBezTo>
                    <a:pt x="102" y="111"/>
                    <a:pt x="102" y="121"/>
                    <a:pt x="104" y="127"/>
                  </a:cubicBezTo>
                  <a:close/>
                  <a:moveTo>
                    <a:pt x="89" y="110"/>
                  </a:moveTo>
                  <a:cubicBezTo>
                    <a:pt x="81" y="112"/>
                    <a:pt x="73" y="117"/>
                    <a:pt x="65" y="121"/>
                  </a:cubicBezTo>
                  <a:cubicBezTo>
                    <a:pt x="61" y="123"/>
                    <a:pt x="57" y="125"/>
                    <a:pt x="53" y="127"/>
                  </a:cubicBezTo>
                  <a:cubicBezTo>
                    <a:pt x="60" y="126"/>
                    <a:pt x="67" y="122"/>
                    <a:pt x="74" y="118"/>
                  </a:cubicBezTo>
                  <a:cubicBezTo>
                    <a:pt x="79" y="115"/>
                    <a:pt x="84" y="112"/>
                    <a:pt x="89" y="110"/>
                  </a:cubicBezTo>
                  <a:close/>
                  <a:moveTo>
                    <a:pt x="2" y="121"/>
                  </a:moveTo>
                  <a:cubicBezTo>
                    <a:pt x="2" y="123"/>
                    <a:pt x="3" y="125"/>
                    <a:pt x="4" y="127"/>
                  </a:cubicBezTo>
                  <a:cubicBezTo>
                    <a:pt x="3" y="127"/>
                    <a:pt x="3" y="125"/>
                    <a:pt x="3" y="124"/>
                  </a:cubicBezTo>
                  <a:cubicBezTo>
                    <a:pt x="3" y="123"/>
                    <a:pt x="4" y="122"/>
                    <a:pt x="3" y="121"/>
                  </a:cubicBezTo>
                  <a:cubicBezTo>
                    <a:pt x="3" y="121"/>
                    <a:pt x="3" y="121"/>
                    <a:pt x="2" y="121"/>
                  </a:cubicBezTo>
                  <a:close/>
                  <a:moveTo>
                    <a:pt x="116" y="108"/>
                  </a:moveTo>
                  <a:cubicBezTo>
                    <a:pt x="117" y="109"/>
                    <a:pt x="118" y="110"/>
                    <a:pt x="118" y="111"/>
                  </a:cubicBezTo>
                  <a:cubicBezTo>
                    <a:pt x="120" y="115"/>
                    <a:pt x="122" y="118"/>
                    <a:pt x="120" y="123"/>
                  </a:cubicBezTo>
                  <a:cubicBezTo>
                    <a:pt x="122" y="122"/>
                    <a:pt x="123" y="121"/>
                    <a:pt x="123" y="119"/>
                  </a:cubicBezTo>
                  <a:cubicBezTo>
                    <a:pt x="123" y="115"/>
                    <a:pt x="119" y="110"/>
                    <a:pt x="116" y="108"/>
                  </a:cubicBezTo>
                  <a:close/>
                  <a:moveTo>
                    <a:pt x="102" y="108"/>
                  </a:moveTo>
                  <a:cubicBezTo>
                    <a:pt x="103" y="103"/>
                    <a:pt x="103" y="103"/>
                    <a:pt x="103" y="103"/>
                  </a:cubicBezTo>
                  <a:cubicBezTo>
                    <a:pt x="104" y="92"/>
                    <a:pt x="109" y="82"/>
                    <a:pt x="114" y="72"/>
                  </a:cubicBezTo>
                  <a:cubicBezTo>
                    <a:pt x="121" y="60"/>
                    <a:pt x="127" y="47"/>
                    <a:pt x="128" y="32"/>
                  </a:cubicBezTo>
                  <a:cubicBezTo>
                    <a:pt x="130" y="32"/>
                    <a:pt x="130" y="32"/>
                    <a:pt x="130" y="32"/>
                  </a:cubicBezTo>
                  <a:cubicBezTo>
                    <a:pt x="131" y="51"/>
                    <a:pt x="122" y="68"/>
                    <a:pt x="114" y="84"/>
                  </a:cubicBezTo>
                  <a:cubicBezTo>
                    <a:pt x="110" y="90"/>
                    <a:pt x="107" y="97"/>
                    <a:pt x="104" y="103"/>
                  </a:cubicBezTo>
                  <a:lnTo>
                    <a:pt x="102" y="108"/>
                  </a:lnTo>
                  <a:close/>
                  <a:moveTo>
                    <a:pt x="128" y="44"/>
                  </a:moveTo>
                  <a:cubicBezTo>
                    <a:pt x="125" y="54"/>
                    <a:pt x="120" y="63"/>
                    <a:pt x="116" y="72"/>
                  </a:cubicBezTo>
                  <a:cubicBezTo>
                    <a:pt x="111" y="81"/>
                    <a:pt x="107" y="89"/>
                    <a:pt x="105" y="97"/>
                  </a:cubicBezTo>
                  <a:cubicBezTo>
                    <a:pt x="108" y="92"/>
                    <a:pt x="110" y="88"/>
                    <a:pt x="112" y="83"/>
                  </a:cubicBezTo>
                  <a:cubicBezTo>
                    <a:pt x="119" y="71"/>
                    <a:pt x="126" y="58"/>
                    <a:pt x="128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125" name="Picture Placeholder 33" descr="An empty placeholder to add an image. Click on the placeholder and select the image that you wish to add."/>
          <p:cNvSpPr>
            <a:spLocks noGrp="1" noChangeAspect="1"/>
          </p:cNvSpPr>
          <p:nvPr>
            <p:ph type="pic" sz="quarter" idx="19"/>
          </p:nvPr>
        </p:nvSpPr>
        <p:spPr>
          <a:xfrm>
            <a:off x="5546780" y="3456066"/>
            <a:ext cx="2993366" cy="2305338"/>
          </a:xfrm>
          <a:solidFill>
            <a:schemeClr val="bg2"/>
          </a:solidFill>
          <a:ln w="38100">
            <a:solidFill>
              <a:schemeClr val="bg1"/>
            </a:solidFill>
          </a:ln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dirty="0"/>
          </a:p>
        </p:txBody>
      </p:sp>
      <p:sp>
        <p:nvSpPr>
          <p:cNvPr id="126" name="Text Placeholder 3"/>
          <p:cNvSpPr>
            <a:spLocks noGrp="1"/>
          </p:cNvSpPr>
          <p:nvPr>
            <p:ph type="body" sz="half" idx="21"/>
          </p:nvPr>
        </p:nvSpPr>
        <p:spPr>
          <a:xfrm>
            <a:off x="9066214" y="2484992"/>
            <a:ext cx="2286000" cy="3248729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16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B156B-59AE-415F-B24B-8756D48BB977}" type="slidenum">
              <a:rPr/>
              <a:pPr/>
              <a:t>‹#›</a:t>
            </a:fld>
            <a:endParaRPr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99945-0A15-4715-AB6C-F5E56CF20F70}" type="datetimeFigureOut">
              <a:rPr lang="en-US"/>
              <a:pPr/>
              <a:t>12/13/2025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87425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11732" y="1330347"/>
            <a:ext cx="3840480" cy="210312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6613" y="914400"/>
            <a:ext cx="6172201" cy="50292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11732" y="3555523"/>
            <a:ext cx="3840480" cy="2388077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65213" y="6019801"/>
            <a:ext cx="762000" cy="228600"/>
          </a:xfrm>
        </p:spPr>
        <p:txBody>
          <a:bodyPr/>
          <a:lstStyle>
            <a:lvl1pPr algn="l">
              <a:defRPr/>
            </a:lvl1pPr>
          </a:lstStyle>
          <a:p>
            <a:fld id="{022B156B-59AE-415F-B24B-8756D48BB977}" type="slidenum">
              <a:rPr/>
              <a:pPr/>
              <a:t>‹#›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75611" y="6019801"/>
            <a:ext cx="1396260" cy="228600"/>
          </a:xfrm>
        </p:spPr>
        <p:txBody>
          <a:bodyPr/>
          <a:lstStyle/>
          <a:p>
            <a:fld id="{4CF99945-0A15-4715-AB6C-F5E56CF20F70}" type="datetimeFigureOut">
              <a:rPr lang="en-US"/>
              <a:t>12/13/2025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39762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2891" y="1330347"/>
            <a:ext cx="3840480" cy="210312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grpSp>
        <p:nvGrpSpPr>
          <p:cNvPr id="8" name="Group 7"/>
          <p:cNvGrpSpPr/>
          <p:nvPr/>
        </p:nvGrpSpPr>
        <p:grpSpPr>
          <a:xfrm>
            <a:off x="595546" y="781398"/>
            <a:ext cx="6433398" cy="5053665"/>
            <a:chOff x="5162444" y="781398"/>
            <a:chExt cx="6433398" cy="5053665"/>
          </a:xfrm>
        </p:grpSpPr>
        <p:sp>
          <p:nvSpPr>
            <p:cNvPr id="9" name="Freeform 42"/>
            <p:cNvSpPr>
              <a:spLocks/>
            </p:cNvSpPr>
            <p:nvPr/>
          </p:nvSpPr>
          <p:spPr bwMode="auto">
            <a:xfrm rot="16200000" flipV="1">
              <a:off x="3342557" y="3275021"/>
              <a:ext cx="3827994" cy="17568"/>
            </a:xfrm>
            <a:custGeom>
              <a:avLst/>
              <a:gdLst>
                <a:gd name="T0" fmla="*/ 0 w 1216"/>
                <a:gd name="T1" fmla="*/ 2 h 5"/>
                <a:gd name="T2" fmla="*/ 304 w 1216"/>
                <a:gd name="T3" fmla="*/ 1 h 5"/>
                <a:gd name="T4" fmla="*/ 456 w 1216"/>
                <a:gd name="T5" fmla="*/ 2 h 5"/>
                <a:gd name="T6" fmla="*/ 608 w 1216"/>
                <a:gd name="T7" fmla="*/ 1 h 5"/>
                <a:gd name="T8" fmla="*/ 912 w 1216"/>
                <a:gd name="T9" fmla="*/ 0 h 5"/>
                <a:gd name="T10" fmla="*/ 1064 w 1216"/>
                <a:gd name="T11" fmla="*/ 1 h 5"/>
                <a:gd name="T12" fmla="*/ 1216 w 1216"/>
                <a:gd name="T13" fmla="*/ 2 h 5"/>
                <a:gd name="T14" fmla="*/ 1216 w 1216"/>
                <a:gd name="T15" fmla="*/ 2 h 5"/>
                <a:gd name="T16" fmla="*/ 1064 w 1216"/>
                <a:gd name="T17" fmla="*/ 4 h 5"/>
                <a:gd name="T18" fmla="*/ 912 w 1216"/>
                <a:gd name="T19" fmla="*/ 4 h 5"/>
                <a:gd name="T20" fmla="*/ 608 w 1216"/>
                <a:gd name="T21" fmla="*/ 3 h 5"/>
                <a:gd name="T22" fmla="*/ 456 w 1216"/>
                <a:gd name="T23" fmla="*/ 3 h 5"/>
                <a:gd name="T24" fmla="*/ 304 w 1216"/>
                <a:gd name="T25" fmla="*/ 4 h 5"/>
                <a:gd name="T26" fmla="*/ 0 w 1216"/>
                <a:gd name="T27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16" h="5">
                  <a:moveTo>
                    <a:pt x="0" y="2"/>
                  </a:moveTo>
                  <a:cubicBezTo>
                    <a:pt x="101" y="1"/>
                    <a:pt x="202" y="0"/>
                    <a:pt x="304" y="1"/>
                  </a:cubicBezTo>
                  <a:cubicBezTo>
                    <a:pt x="354" y="1"/>
                    <a:pt x="405" y="2"/>
                    <a:pt x="456" y="2"/>
                  </a:cubicBezTo>
                  <a:cubicBezTo>
                    <a:pt x="506" y="2"/>
                    <a:pt x="557" y="1"/>
                    <a:pt x="608" y="1"/>
                  </a:cubicBezTo>
                  <a:cubicBezTo>
                    <a:pt x="709" y="1"/>
                    <a:pt x="810" y="0"/>
                    <a:pt x="912" y="0"/>
                  </a:cubicBezTo>
                  <a:cubicBezTo>
                    <a:pt x="962" y="0"/>
                    <a:pt x="1013" y="1"/>
                    <a:pt x="1064" y="1"/>
                  </a:cubicBezTo>
                  <a:cubicBezTo>
                    <a:pt x="1114" y="1"/>
                    <a:pt x="1165" y="1"/>
                    <a:pt x="1216" y="2"/>
                  </a:cubicBezTo>
                  <a:cubicBezTo>
                    <a:pt x="1216" y="2"/>
                    <a:pt x="1216" y="2"/>
                    <a:pt x="1216" y="2"/>
                  </a:cubicBezTo>
                  <a:cubicBezTo>
                    <a:pt x="1165" y="3"/>
                    <a:pt x="1114" y="3"/>
                    <a:pt x="1064" y="4"/>
                  </a:cubicBezTo>
                  <a:cubicBezTo>
                    <a:pt x="1013" y="4"/>
                    <a:pt x="962" y="4"/>
                    <a:pt x="912" y="4"/>
                  </a:cubicBezTo>
                  <a:cubicBezTo>
                    <a:pt x="810" y="5"/>
                    <a:pt x="709" y="4"/>
                    <a:pt x="608" y="3"/>
                  </a:cubicBezTo>
                  <a:cubicBezTo>
                    <a:pt x="557" y="3"/>
                    <a:pt x="506" y="3"/>
                    <a:pt x="456" y="3"/>
                  </a:cubicBezTo>
                  <a:cubicBezTo>
                    <a:pt x="405" y="3"/>
                    <a:pt x="354" y="4"/>
                    <a:pt x="304" y="4"/>
                  </a:cubicBezTo>
                  <a:cubicBezTo>
                    <a:pt x="202" y="4"/>
                    <a:pt x="101" y="4"/>
                    <a:pt x="0" y="2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0" name="Freeform 43"/>
            <p:cNvSpPr>
              <a:spLocks/>
            </p:cNvSpPr>
            <p:nvPr/>
          </p:nvSpPr>
          <p:spPr bwMode="auto">
            <a:xfrm rot="16200000" flipV="1">
              <a:off x="9565728" y="3299447"/>
              <a:ext cx="3836876" cy="17568"/>
            </a:xfrm>
            <a:custGeom>
              <a:avLst/>
              <a:gdLst>
                <a:gd name="T0" fmla="*/ 0 w 1219"/>
                <a:gd name="T1" fmla="*/ 2 h 5"/>
                <a:gd name="T2" fmla="*/ 304 w 1219"/>
                <a:gd name="T3" fmla="*/ 1 h 5"/>
                <a:gd name="T4" fmla="*/ 457 w 1219"/>
                <a:gd name="T5" fmla="*/ 2 h 5"/>
                <a:gd name="T6" fmla="*/ 609 w 1219"/>
                <a:gd name="T7" fmla="*/ 1 h 5"/>
                <a:gd name="T8" fmla="*/ 914 w 1219"/>
                <a:gd name="T9" fmla="*/ 0 h 5"/>
                <a:gd name="T10" fmla="*/ 1067 w 1219"/>
                <a:gd name="T11" fmla="*/ 1 h 5"/>
                <a:gd name="T12" fmla="*/ 1219 w 1219"/>
                <a:gd name="T13" fmla="*/ 2 h 5"/>
                <a:gd name="T14" fmla="*/ 1219 w 1219"/>
                <a:gd name="T15" fmla="*/ 3 h 5"/>
                <a:gd name="T16" fmla="*/ 1067 w 1219"/>
                <a:gd name="T17" fmla="*/ 4 h 5"/>
                <a:gd name="T18" fmla="*/ 914 w 1219"/>
                <a:gd name="T19" fmla="*/ 4 h 5"/>
                <a:gd name="T20" fmla="*/ 609 w 1219"/>
                <a:gd name="T21" fmla="*/ 3 h 5"/>
                <a:gd name="T22" fmla="*/ 457 w 1219"/>
                <a:gd name="T23" fmla="*/ 3 h 5"/>
                <a:gd name="T24" fmla="*/ 304 w 1219"/>
                <a:gd name="T25" fmla="*/ 4 h 5"/>
                <a:gd name="T26" fmla="*/ 0 w 1219"/>
                <a:gd name="T27" fmla="*/ 3 h 5"/>
                <a:gd name="T28" fmla="*/ 0 w 1219"/>
                <a:gd name="T29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19" h="5">
                  <a:moveTo>
                    <a:pt x="0" y="2"/>
                  </a:moveTo>
                  <a:cubicBezTo>
                    <a:pt x="101" y="1"/>
                    <a:pt x="203" y="0"/>
                    <a:pt x="304" y="1"/>
                  </a:cubicBezTo>
                  <a:cubicBezTo>
                    <a:pt x="355" y="1"/>
                    <a:pt x="406" y="2"/>
                    <a:pt x="457" y="2"/>
                  </a:cubicBezTo>
                  <a:cubicBezTo>
                    <a:pt x="508" y="2"/>
                    <a:pt x="559" y="1"/>
                    <a:pt x="609" y="1"/>
                  </a:cubicBezTo>
                  <a:cubicBezTo>
                    <a:pt x="711" y="1"/>
                    <a:pt x="813" y="0"/>
                    <a:pt x="914" y="0"/>
                  </a:cubicBezTo>
                  <a:cubicBezTo>
                    <a:pt x="965" y="0"/>
                    <a:pt x="1016" y="1"/>
                    <a:pt x="1067" y="1"/>
                  </a:cubicBezTo>
                  <a:cubicBezTo>
                    <a:pt x="1117" y="1"/>
                    <a:pt x="1168" y="1"/>
                    <a:pt x="1219" y="2"/>
                  </a:cubicBezTo>
                  <a:cubicBezTo>
                    <a:pt x="1219" y="3"/>
                    <a:pt x="1219" y="3"/>
                    <a:pt x="1219" y="3"/>
                  </a:cubicBezTo>
                  <a:cubicBezTo>
                    <a:pt x="1168" y="3"/>
                    <a:pt x="1117" y="4"/>
                    <a:pt x="1067" y="4"/>
                  </a:cubicBezTo>
                  <a:cubicBezTo>
                    <a:pt x="1016" y="4"/>
                    <a:pt x="965" y="4"/>
                    <a:pt x="914" y="4"/>
                  </a:cubicBezTo>
                  <a:cubicBezTo>
                    <a:pt x="813" y="5"/>
                    <a:pt x="711" y="4"/>
                    <a:pt x="609" y="3"/>
                  </a:cubicBezTo>
                  <a:cubicBezTo>
                    <a:pt x="559" y="3"/>
                    <a:pt x="508" y="3"/>
                    <a:pt x="457" y="3"/>
                  </a:cubicBezTo>
                  <a:cubicBezTo>
                    <a:pt x="406" y="3"/>
                    <a:pt x="355" y="4"/>
                    <a:pt x="304" y="4"/>
                  </a:cubicBezTo>
                  <a:cubicBezTo>
                    <a:pt x="203" y="4"/>
                    <a:pt x="101" y="4"/>
                    <a:pt x="0" y="3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grpSp>
          <p:nvGrpSpPr>
            <p:cNvPr id="11" name="Group 10"/>
            <p:cNvGrpSpPr/>
            <p:nvPr/>
          </p:nvGrpSpPr>
          <p:grpSpPr>
            <a:xfrm>
              <a:off x="5814205" y="859113"/>
              <a:ext cx="5129146" cy="4880471"/>
              <a:chOff x="7856559" y="859113"/>
              <a:chExt cx="3086791" cy="4880471"/>
            </a:xfrm>
          </p:grpSpPr>
          <p:sp>
            <p:nvSpPr>
              <p:cNvPr id="20" name="Freeform 41"/>
              <p:cNvSpPr>
                <a:spLocks/>
              </p:cNvSpPr>
              <p:nvPr/>
            </p:nvSpPr>
            <p:spPr bwMode="auto">
              <a:xfrm rot="16200000" flipV="1">
                <a:off x="9392183" y="4188416"/>
                <a:ext cx="15544" cy="3086791"/>
              </a:xfrm>
              <a:custGeom>
                <a:avLst/>
                <a:gdLst>
                  <a:gd name="T0" fmla="*/ 3 w 5"/>
                  <a:gd name="T1" fmla="*/ 0 h 868"/>
                  <a:gd name="T2" fmla="*/ 4 w 5"/>
                  <a:gd name="T3" fmla="*/ 217 h 868"/>
                  <a:gd name="T4" fmla="*/ 3 w 5"/>
                  <a:gd name="T5" fmla="*/ 326 h 868"/>
                  <a:gd name="T6" fmla="*/ 4 w 5"/>
                  <a:gd name="T7" fmla="*/ 434 h 868"/>
                  <a:gd name="T8" fmla="*/ 4 w 5"/>
                  <a:gd name="T9" fmla="*/ 651 h 868"/>
                  <a:gd name="T10" fmla="*/ 4 w 5"/>
                  <a:gd name="T11" fmla="*/ 760 h 868"/>
                  <a:gd name="T12" fmla="*/ 3 w 5"/>
                  <a:gd name="T13" fmla="*/ 868 h 868"/>
                  <a:gd name="T14" fmla="*/ 2 w 5"/>
                  <a:gd name="T15" fmla="*/ 868 h 868"/>
                  <a:gd name="T16" fmla="*/ 1 w 5"/>
                  <a:gd name="T17" fmla="*/ 760 h 868"/>
                  <a:gd name="T18" fmla="*/ 0 w 5"/>
                  <a:gd name="T19" fmla="*/ 651 h 868"/>
                  <a:gd name="T20" fmla="*/ 1 w 5"/>
                  <a:gd name="T21" fmla="*/ 434 h 868"/>
                  <a:gd name="T22" fmla="*/ 2 w 5"/>
                  <a:gd name="T23" fmla="*/ 326 h 868"/>
                  <a:gd name="T24" fmla="*/ 1 w 5"/>
                  <a:gd name="T25" fmla="*/ 217 h 868"/>
                  <a:gd name="T26" fmla="*/ 2 w 5"/>
                  <a:gd name="T27" fmla="*/ 0 h 868"/>
                  <a:gd name="T28" fmla="*/ 3 w 5"/>
                  <a:gd name="T29" fmla="*/ 0 h 8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" h="868">
                    <a:moveTo>
                      <a:pt x="3" y="0"/>
                    </a:moveTo>
                    <a:cubicBezTo>
                      <a:pt x="4" y="73"/>
                      <a:pt x="4" y="145"/>
                      <a:pt x="4" y="217"/>
                    </a:cubicBezTo>
                    <a:cubicBezTo>
                      <a:pt x="4" y="253"/>
                      <a:pt x="3" y="290"/>
                      <a:pt x="3" y="326"/>
                    </a:cubicBezTo>
                    <a:cubicBezTo>
                      <a:pt x="3" y="362"/>
                      <a:pt x="3" y="398"/>
                      <a:pt x="4" y="434"/>
                    </a:cubicBezTo>
                    <a:cubicBezTo>
                      <a:pt x="4" y="507"/>
                      <a:pt x="5" y="579"/>
                      <a:pt x="4" y="651"/>
                    </a:cubicBezTo>
                    <a:cubicBezTo>
                      <a:pt x="5" y="687"/>
                      <a:pt x="4" y="724"/>
                      <a:pt x="4" y="760"/>
                    </a:cubicBezTo>
                    <a:cubicBezTo>
                      <a:pt x="4" y="796"/>
                      <a:pt x="3" y="832"/>
                      <a:pt x="3" y="868"/>
                    </a:cubicBezTo>
                    <a:cubicBezTo>
                      <a:pt x="2" y="868"/>
                      <a:pt x="2" y="868"/>
                      <a:pt x="2" y="868"/>
                    </a:cubicBezTo>
                    <a:cubicBezTo>
                      <a:pt x="2" y="832"/>
                      <a:pt x="1" y="796"/>
                      <a:pt x="1" y="760"/>
                    </a:cubicBezTo>
                    <a:cubicBezTo>
                      <a:pt x="1" y="724"/>
                      <a:pt x="0" y="687"/>
                      <a:pt x="0" y="651"/>
                    </a:cubicBezTo>
                    <a:cubicBezTo>
                      <a:pt x="0" y="579"/>
                      <a:pt x="1" y="507"/>
                      <a:pt x="1" y="434"/>
                    </a:cubicBezTo>
                    <a:cubicBezTo>
                      <a:pt x="2" y="398"/>
                      <a:pt x="2" y="362"/>
                      <a:pt x="2" y="326"/>
                    </a:cubicBezTo>
                    <a:cubicBezTo>
                      <a:pt x="2" y="290"/>
                      <a:pt x="1" y="253"/>
                      <a:pt x="1" y="217"/>
                    </a:cubicBezTo>
                    <a:cubicBezTo>
                      <a:pt x="0" y="145"/>
                      <a:pt x="1" y="73"/>
                      <a:pt x="2" y="0"/>
                    </a:cubicBezTo>
                    <a:lnTo>
                      <a:pt x="3" y="0"/>
                    </a:lnTo>
                    <a:close/>
                  </a:path>
                </a:pathLst>
              </a:custGeom>
              <a:solidFill>
                <a:schemeClr val="tx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/>
              </a:p>
            </p:txBody>
          </p:sp>
          <p:sp>
            <p:nvSpPr>
              <p:cNvPr id="21" name="Freeform 44"/>
              <p:cNvSpPr>
                <a:spLocks/>
              </p:cNvSpPr>
              <p:nvPr/>
            </p:nvSpPr>
            <p:spPr bwMode="auto">
              <a:xfrm rot="16200000" flipV="1">
                <a:off x="9366943" y="-651271"/>
                <a:ext cx="13322" cy="3034090"/>
              </a:xfrm>
              <a:custGeom>
                <a:avLst/>
                <a:gdLst>
                  <a:gd name="T0" fmla="*/ 2 w 4"/>
                  <a:gd name="T1" fmla="*/ 853 h 853"/>
                  <a:gd name="T2" fmla="*/ 0 w 4"/>
                  <a:gd name="T3" fmla="*/ 640 h 853"/>
                  <a:gd name="T4" fmla="*/ 1 w 4"/>
                  <a:gd name="T5" fmla="*/ 533 h 853"/>
                  <a:gd name="T6" fmla="*/ 1 w 4"/>
                  <a:gd name="T7" fmla="*/ 427 h 853"/>
                  <a:gd name="T8" fmla="*/ 0 w 4"/>
                  <a:gd name="T9" fmla="*/ 213 h 853"/>
                  <a:gd name="T10" fmla="*/ 0 w 4"/>
                  <a:gd name="T11" fmla="*/ 107 h 853"/>
                  <a:gd name="T12" fmla="*/ 2 w 4"/>
                  <a:gd name="T13" fmla="*/ 0 h 853"/>
                  <a:gd name="T14" fmla="*/ 2 w 4"/>
                  <a:gd name="T15" fmla="*/ 0 h 853"/>
                  <a:gd name="T16" fmla="*/ 3 w 4"/>
                  <a:gd name="T17" fmla="*/ 107 h 853"/>
                  <a:gd name="T18" fmla="*/ 4 w 4"/>
                  <a:gd name="T19" fmla="*/ 213 h 853"/>
                  <a:gd name="T20" fmla="*/ 3 w 4"/>
                  <a:gd name="T21" fmla="*/ 427 h 853"/>
                  <a:gd name="T22" fmla="*/ 2 w 4"/>
                  <a:gd name="T23" fmla="*/ 533 h 853"/>
                  <a:gd name="T24" fmla="*/ 3 w 4"/>
                  <a:gd name="T25" fmla="*/ 640 h 853"/>
                  <a:gd name="T26" fmla="*/ 2 w 4"/>
                  <a:gd name="T27" fmla="*/ 853 h 8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" h="853">
                    <a:moveTo>
                      <a:pt x="2" y="853"/>
                    </a:moveTo>
                    <a:cubicBezTo>
                      <a:pt x="0" y="782"/>
                      <a:pt x="0" y="711"/>
                      <a:pt x="0" y="640"/>
                    </a:cubicBezTo>
                    <a:cubicBezTo>
                      <a:pt x="0" y="604"/>
                      <a:pt x="1" y="569"/>
                      <a:pt x="1" y="533"/>
                    </a:cubicBezTo>
                    <a:cubicBezTo>
                      <a:pt x="1" y="498"/>
                      <a:pt x="1" y="462"/>
                      <a:pt x="1" y="427"/>
                    </a:cubicBezTo>
                    <a:cubicBezTo>
                      <a:pt x="0" y="356"/>
                      <a:pt x="0" y="284"/>
                      <a:pt x="0" y="213"/>
                    </a:cubicBezTo>
                    <a:cubicBezTo>
                      <a:pt x="0" y="178"/>
                      <a:pt x="0" y="142"/>
                      <a:pt x="0" y="107"/>
                    </a:cubicBezTo>
                    <a:cubicBezTo>
                      <a:pt x="1" y="71"/>
                      <a:pt x="1" y="36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3" y="36"/>
                      <a:pt x="3" y="71"/>
                      <a:pt x="3" y="107"/>
                    </a:cubicBezTo>
                    <a:cubicBezTo>
                      <a:pt x="4" y="142"/>
                      <a:pt x="4" y="178"/>
                      <a:pt x="4" y="213"/>
                    </a:cubicBezTo>
                    <a:cubicBezTo>
                      <a:pt x="4" y="284"/>
                      <a:pt x="3" y="356"/>
                      <a:pt x="3" y="427"/>
                    </a:cubicBezTo>
                    <a:cubicBezTo>
                      <a:pt x="3" y="462"/>
                      <a:pt x="2" y="498"/>
                      <a:pt x="2" y="533"/>
                    </a:cubicBezTo>
                    <a:cubicBezTo>
                      <a:pt x="3" y="569"/>
                      <a:pt x="3" y="604"/>
                      <a:pt x="3" y="640"/>
                    </a:cubicBezTo>
                    <a:cubicBezTo>
                      <a:pt x="4" y="711"/>
                      <a:pt x="3" y="782"/>
                      <a:pt x="2" y="853"/>
                    </a:cubicBezTo>
                    <a:close/>
                  </a:path>
                </a:pathLst>
              </a:custGeom>
              <a:solidFill>
                <a:schemeClr val="tx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/>
              </a:p>
            </p:txBody>
          </p:sp>
        </p:grpSp>
        <p:sp>
          <p:nvSpPr>
            <p:cNvPr id="12" name="Freeform 45"/>
            <p:cNvSpPr>
              <a:spLocks noEditPoints="1"/>
            </p:cNvSpPr>
            <p:nvPr/>
          </p:nvSpPr>
          <p:spPr bwMode="auto">
            <a:xfrm rot="16200000" flipV="1">
              <a:off x="5186001" y="5323012"/>
              <a:ext cx="477390" cy="524504"/>
            </a:xfrm>
            <a:custGeom>
              <a:avLst/>
              <a:gdLst>
                <a:gd name="T0" fmla="*/ 127 w 152"/>
                <a:gd name="T1" fmla="*/ 122 h 148"/>
                <a:gd name="T2" fmla="*/ 84 w 152"/>
                <a:gd name="T3" fmla="*/ 134 h 148"/>
                <a:gd name="T4" fmla="*/ 112 w 152"/>
                <a:gd name="T5" fmla="*/ 131 h 148"/>
                <a:gd name="T6" fmla="*/ 48 w 152"/>
                <a:gd name="T7" fmla="*/ 142 h 148"/>
                <a:gd name="T8" fmla="*/ 4 w 152"/>
                <a:gd name="T9" fmla="*/ 95 h 148"/>
                <a:gd name="T10" fmla="*/ 20 w 152"/>
                <a:gd name="T11" fmla="*/ 61 h 148"/>
                <a:gd name="T12" fmla="*/ 26 w 152"/>
                <a:gd name="T13" fmla="*/ 58 h 148"/>
                <a:gd name="T14" fmla="*/ 31 w 152"/>
                <a:gd name="T15" fmla="*/ 23 h 148"/>
                <a:gd name="T16" fmla="*/ 19 w 152"/>
                <a:gd name="T17" fmla="*/ 0 h 148"/>
                <a:gd name="T18" fmla="*/ 33 w 152"/>
                <a:gd name="T19" fmla="*/ 57 h 148"/>
                <a:gd name="T20" fmla="*/ 41 w 152"/>
                <a:gd name="T21" fmla="*/ 63 h 148"/>
                <a:gd name="T22" fmla="*/ 36 w 152"/>
                <a:gd name="T23" fmla="*/ 80 h 148"/>
                <a:gd name="T24" fmla="*/ 26 w 152"/>
                <a:gd name="T25" fmla="*/ 67 h 148"/>
                <a:gd name="T26" fmla="*/ 64 w 152"/>
                <a:gd name="T27" fmla="*/ 132 h 148"/>
                <a:gd name="T28" fmla="*/ 84 w 152"/>
                <a:gd name="T29" fmla="*/ 112 h 148"/>
                <a:gd name="T30" fmla="*/ 77 w 152"/>
                <a:gd name="T31" fmla="*/ 131 h 148"/>
                <a:gd name="T32" fmla="*/ 152 w 152"/>
                <a:gd name="T33" fmla="*/ 129 h 148"/>
                <a:gd name="T34" fmla="*/ 114 w 152"/>
                <a:gd name="T35" fmla="*/ 131 h 148"/>
                <a:gd name="T36" fmla="*/ 127 w 152"/>
                <a:gd name="T37" fmla="*/ 122 h 148"/>
                <a:gd name="T38" fmla="*/ 74 w 152"/>
                <a:gd name="T39" fmla="*/ 128 h 148"/>
                <a:gd name="T40" fmla="*/ 68 w 152"/>
                <a:gd name="T41" fmla="*/ 112 h 148"/>
                <a:gd name="T42" fmla="*/ 66 w 152"/>
                <a:gd name="T43" fmla="*/ 117 h 148"/>
                <a:gd name="T44" fmla="*/ 66 w 152"/>
                <a:gd name="T45" fmla="*/ 125 h 148"/>
                <a:gd name="T46" fmla="*/ 73 w 152"/>
                <a:gd name="T47" fmla="*/ 128 h 148"/>
                <a:gd name="T48" fmla="*/ 74 w 152"/>
                <a:gd name="T49" fmla="*/ 114 h 148"/>
                <a:gd name="T50" fmla="*/ 74 w 152"/>
                <a:gd name="T51" fmla="*/ 128 h 148"/>
                <a:gd name="T52" fmla="*/ 9 w 152"/>
                <a:gd name="T53" fmla="*/ 88 h 148"/>
                <a:gd name="T54" fmla="*/ 56 w 152"/>
                <a:gd name="T55" fmla="*/ 135 h 148"/>
                <a:gd name="T56" fmla="*/ 9 w 152"/>
                <a:gd name="T57" fmla="*/ 88 h 148"/>
                <a:gd name="T58" fmla="*/ 37 w 152"/>
                <a:gd name="T59" fmla="*/ 61 h 148"/>
                <a:gd name="T60" fmla="*/ 31 w 152"/>
                <a:gd name="T61" fmla="*/ 77 h 148"/>
                <a:gd name="T62" fmla="*/ 37 w 152"/>
                <a:gd name="T63" fmla="*/ 61 h 148"/>
                <a:gd name="T64" fmla="*/ 30 w 152"/>
                <a:gd name="T65" fmla="*/ 57 h 148"/>
                <a:gd name="T66" fmla="*/ 33 w 152"/>
                <a:gd name="T67" fmla="*/ 31 h 148"/>
                <a:gd name="T68" fmla="*/ 30 w 152"/>
                <a:gd name="T69" fmla="*/ 57 h 148"/>
                <a:gd name="T70" fmla="*/ 30 w 152"/>
                <a:gd name="T71" fmla="*/ 61 h 148"/>
                <a:gd name="T72" fmla="*/ 30 w 152"/>
                <a:gd name="T73" fmla="*/ 74 h 148"/>
                <a:gd name="T74" fmla="*/ 30 w 152"/>
                <a:gd name="T75" fmla="*/ 61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52" h="148">
                  <a:moveTo>
                    <a:pt x="127" y="122"/>
                  </a:moveTo>
                  <a:cubicBezTo>
                    <a:pt x="115" y="118"/>
                    <a:pt x="99" y="137"/>
                    <a:pt x="84" y="134"/>
                  </a:cubicBezTo>
                  <a:cubicBezTo>
                    <a:pt x="92" y="142"/>
                    <a:pt x="106" y="130"/>
                    <a:pt x="112" y="131"/>
                  </a:cubicBezTo>
                  <a:cubicBezTo>
                    <a:pt x="95" y="147"/>
                    <a:pt x="66" y="127"/>
                    <a:pt x="48" y="142"/>
                  </a:cubicBezTo>
                  <a:cubicBezTo>
                    <a:pt x="19" y="142"/>
                    <a:pt x="1" y="123"/>
                    <a:pt x="4" y="95"/>
                  </a:cubicBezTo>
                  <a:cubicBezTo>
                    <a:pt x="6" y="82"/>
                    <a:pt x="19" y="74"/>
                    <a:pt x="20" y="61"/>
                  </a:cubicBezTo>
                  <a:cubicBezTo>
                    <a:pt x="23" y="58"/>
                    <a:pt x="22" y="60"/>
                    <a:pt x="26" y="58"/>
                  </a:cubicBezTo>
                  <a:cubicBezTo>
                    <a:pt x="25" y="45"/>
                    <a:pt x="33" y="34"/>
                    <a:pt x="31" y="23"/>
                  </a:cubicBezTo>
                  <a:cubicBezTo>
                    <a:pt x="30" y="12"/>
                    <a:pt x="19" y="8"/>
                    <a:pt x="19" y="0"/>
                  </a:cubicBezTo>
                  <a:cubicBezTo>
                    <a:pt x="36" y="7"/>
                    <a:pt x="41" y="36"/>
                    <a:pt x="33" y="57"/>
                  </a:cubicBezTo>
                  <a:cubicBezTo>
                    <a:pt x="34" y="60"/>
                    <a:pt x="40" y="59"/>
                    <a:pt x="41" y="63"/>
                  </a:cubicBezTo>
                  <a:cubicBezTo>
                    <a:pt x="43" y="69"/>
                    <a:pt x="40" y="75"/>
                    <a:pt x="36" y="80"/>
                  </a:cubicBezTo>
                  <a:cubicBezTo>
                    <a:pt x="27" y="79"/>
                    <a:pt x="20" y="74"/>
                    <a:pt x="26" y="67"/>
                  </a:cubicBezTo>
                  <a:cubicBezTo>
                    <a:pt x="1" y="88"/>
                    <a:pt x="14" y="148"/>
                    <a:pt x="64" y="132"/>
                  </a:cubicBezTo>
                  <a:cubicBezTo>
                    <a:pt x="54" y="118"/>
                    <a:pt x="73" y="97"/>
                    <a:pt x="84" y="112"/>
                  </a:cubicBezTo>
                  <a:cubicBezTo>
                    <a:pt x="86" y="123"/>
                    <a:pt x="81" y="126"/>
                    <a:pt x="77" y="131"/>
                  </a:cubicBezTo>
                  <a:cubicBezTo>
                    <a:pt x="101" y="137"/>
                    <a:pt x="133" y="102"/>
                    <a:pt x="152" y="129"/>
                  </a:cubicBezTo>
                  <a:cubicBezTo>
                    <a:pt x="143" y="117"/>
                    <a:pt x="124" y="124"/>
                    <a:pt x="114" y="131"/>
                  </a:cubicBezTo>
                  <a:cubicBezTo>
                    <a:pt x="116" y="126"/>
                    <a:pt x="123" y="126"/>
                    <a:pt x="127" y="122"/>
                  </a:cubicBezTo>
                  <a:close/>
                  <a:moveTo>
                    <a:pt x="74" y="128"/>
                  </a:moveTo>
                  <a:cubicBezTo>
                    <a:pt x="91" y="127"/>
                    <a:pt x="78" y="98"/>
                    <a:pt x="68" y="112"/>
                  </a:cubicBezTo>
                  <a:cubicBezTo>
                    <a:pt x="75" y="112"/>
                    <a:pt x="69" y="117"/>
                    <a:pt x="66" y="117"/>
                  </a:cubicBezTo>
                  <a:cubicBezTo>
                    <a:pt x="66" y="119"/>
                    <a:pt x="66" y="122"/>
                    <a:pt x="66" y="125"/>
                  </a:cubicBezTo>
                  <a:cubicBezTo>
                    <a:pt x="68" y="126"/>
                    <a:pt x="69" y="128"/>
                    <a:pt x="73" y="128"/>
                  </a:cubicBezTo>
                  <a:cubicBezTo>
                    <a:pt x="75" y="124"/>
                    <a:pt x="80" y="117"/>
                    <a:pt x="74" y="114"/>
                  </a:cubicBezTo>
                  <a:cubicBezTo>
                    <a:pt x="84" y="115"/>
                    <a:pt x="78" y="125"/>
                    <a:pt x="74" y="128"/>
                  </a:cubicBezTo>
                  <a:close/>
                  <a:moveTo>
                    <a:pt x="9" y="88"/>
                  </a:moveTo>
                  <a:cubicBezTo>
                    <a:pt x="0" y="121"/>
                    <a:pt x="28" y="148"/>
                    <a:pt x="56" y="135"/>
                  </a:cubicBezTo>
                  <a:cubicBezTo>
                    <a:pt x="20" y="145"/>
                    <a:pt x="13" y="115"/>
                    <a:pt x="9" y="88"/>
                  </a:cubicBezTo>
                  <a:close/>
                  <a:moveTo>
                    <a:pt x="37" y="61"/>
                  </a:moveTo>
                  <a:cubicBezTo>
                    <a:pt x="38" y="69"/>
                    <a:pt x="34" y="72"/>
                    <a:pt x="31" y="77"/>
                  </a:cubicBezTo>
                  <a:cubicBezTo>
                    <a:pt x="40" y="78"/>
                    <a:pt x="42" y="66"/>
                    <a:pt x="37" y="61"/>
                  </a:cubicBezTo>
                  <a:close/>
                  <a:moveTo>
                    <a:pt x="30" y="57"/>
                  </a:moveTo>
                  <a:cubicBezTo>
                    <a:pt x="30" y="49"/>
                    <a:pt x="38" y="40"/>
                    <a:pt x="33" y="31"/>
                  </a:cubicBezTo>
                  <a:cubicBezTo>
                    <a:pt x="34" y="41"/>
                    <a:pt x="26" y="49"/>
                    <a:pt x="30" y="57"/>
                  </a:cubicBezTo>
                  <a:close/>
                  <a:moveTo>
                    <a:pt x="30" y="61"/>
                  </a:moveTo>
                  <a:cubicBezTo>
                    <a:pt x="28" y="63"/>
                    <a:pt x="27" y="72"/>
                    <a:pt x="30" y="74"/>
                  </a:cubicBezTo>
                  <a:cubicBezTo>
                    <a:pt x="33" y="70"/>
                    <a:pt x="36" y="63"/>
                    <a:pt x="30" y="61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3" name="Freeform 46"/>
            <p:cNvSpPr>
              <a:spLocks noEditPoints="1"/>
            </p:cNvSpPr>
            <p:nvPr/>
          </p:nvSpPr>
          <p:spPr bwMode="auto">
            <a:xfrm rot="16200000" flipV="1">
              <a:off x="5197295" y="5324846"/>
              <a:ext cx="477390" cy="511956"/>
            </a:xfrm>
            <a:custGeom>
              <a:avLst/>
              <a:gdLst>
                <a:gd name="T0" fmla="*/ 2 w 151"/>
                <a:gd name="T1" fmla="*/ 96 h 144"/>
                <a:gd name="T2" fmla="*/ 21 w 151"/>
                <a:gd name="T3" fmla="*/ 59 h 144"/>
                <a:gd name="T4" fmla="*/ 22 w 151"/>
                <a:gd name="T5" fmla="*/ 12 h 144"/>
                <a:gd name="T6" fmla="*/ 32 w 151"/>
                <a:gd name="T7" fmla="*/ 58 h 144"/>
                <a:gd name="T8" fmla="*/ 34 w 151"/>
                <a:gd name="T9" fmla="*/ 81 h 144"/>
                <a:gd name="T10" fmla="*/ 15 w 151"/>
                <a:gd name="T11" fmla="*/ 112 h 144"/>
                <a:gd name="T12" fmla="*/ 73 w 151"/>
                <a:gd name="T13" fmla="*/ 107 h 144"/>
                <a:gd name="T14" fmla="*/ 76 w 151"/>
                <a:gd name="T15" fmla="*/ 131 h 144"/>
                <a:gd name="T16" fmla="*/ 151 w 151"/>
                <a:gd name="T17" fmla="*/ 130 h 144"/>
                <a:gd name="T18" fmla="*/ 110 w 151"/>
                <a:gd name="T19" fmla="*/ 134 h 144"/>
                <a:gd name="T20" fmla="*/ 66 w 151"/>
                <a:gd name="T21" fmla="*/ 138 h 144"/>
                <a:gd name="T22" fmla="*/ 12 w 151"/>
                <a:gd name="T23" fmla="*/ 128 h 144"/>
                <a:gd name="T24" fmla="*/ 86 w 151"/>
                <a:gd name="T25" fmla="*/ 138 h 144"/>
                <a:gd name="T26" fmla="*/ 86 w 151"/>
                <a:gd name="T27" fmla="*/ 134 h 144"/>
                <a:gd name="T28" fmla="*/ 75 w 151"/>
                <a:gd name="T29" fmla="*/ 133 h 144"/>
                <a:gd name="T30" fmla="*/ 77 w 151"/>
                <a:gd name="T31" fmla="*/ 128 h 144"/>
                <a:gd name="T32" fmla="*/ 66 w 151"/>
                <a:gd name="T33" fmla="*/ 128 h 144"/>
                <a:gd name="T34" fmla="*/ 64 w 151"/>
                <a:gd name="T35" fmla="*/ 117 h 144"/>
                <a:gd name="T36" fmla="*/ 65 w 151"/>
                <a:gd name="T37" fmla="*/ 114 h 144"/>
                <a:gd name="T38" fmla="*/ 63 w 151"/>
                <a:gd name="T39" fmla="*/ 133 h 144"/>
                <a:gd name="T40" fmla="*/ 54 w 151"/>
                <a:gd name="T41" fmla="*/ 137 h 144"/>
                <a:gd name="T42" fmla="*/ 7 w 151"/>
                <a:gd name="T43" fmla="*/ 86 h 144"/>
                <a:gd name="T44" fmla="*/ 41 w 151"/>
                <a:gd name="T45" fmla="*/ 139 h 144"/>
                <a:gd name="T46" fmla="*/ 92 w 151"/>
                <a:gd name="T47" fmla="*/ 138 h 144"/>
                <a:gd name="T48" fmla="*/ 41 w 151"/>
                <a:gd name="T49" fmla="*/ 137 h 144"/>
                <a:gd name="T50" fmla="*/ 26 w 151"/>
                <a:gd name="T51" fmla="*/ 65 h 144"/>
                <a:gd name="T52" fmla="*/ 32 w 151"/>
                <a:gd name="T53" fmla="*/ 64 h 144"/>
                <a:gd name="T54" fmla="*/ 26 w 151"/>
                <a:gd name="T55" fmla="*/ 72 h 144"/>
                <a:gd name="T56" fmla="*/ 33 w 151"/>
                <a:gd name="T57" fmla="*/ 80 h 144"/>
                <a:gd name="T58" fmla="*/ 38 w 151"/>
                <a:gd name="T59" fmla="*/ 73 h 144"/>
                <a:gd name="T60" fmla="*/ 28 w 151"/>
                <a:gd name="T61" fmla="*/ 78 h 144"/>
                <a:gd name="T62" fmla="*/ 34 w 151"/>
                <a:gd name="T63" fmla="*/ 61 h 144"/>
                <a:gd name="T64" fmla="*/ 18 w 151"/>
                <a:gd name="T65" fmla="*/ 2 h 144"/>
                <a:gd name="T66" fmla="*/ 31 w 151"/>
                <a:gd name="T67" fmla="*/ 32 h 144"/>
                <a:gd name="T68" fmla="*/ 27 w 151"/>
                <a:gd name="T69" fmla="*/ 58 h 144"/>
                <a:gd name="T70" fmla="*/ 28 w 151"/>
                <a:gd name="T71" fmla="*/ 42 h 144"/>
                <a:gd name="T72" fmla="*/ 21 w 151"/>
                <a:gd name="T73" fmla="*/ 61 h 144"/>
                <a:gd name="T74" fmla="*/ 7 w 151"/>
                <a:gd name="T75" fmla="*/ 86 h 144"/>
                <a:gd name="T76" fmla="*/ 110 w 151"/>
                <a:gd name="T77" fmla="*/ 131 h 144"/>
                <a:gd name="T78" fmla="*/ 121 w 151"/>
                <a:gd name="T79" fmla="*/ 123 h 144"/>
                <a:gd name="T80" fmla="*/ 67 w 151"/>
                <a:gd name="T81" fmla="*/ 127 h 144"/>
                <a:gd name="T82" fmla="*/ 74 w 151"/>
                <a:gd name="T83" fmla="*/ 118 h 144"/>
                <a:gd name="T84" fmla="*/ 64 w 151"/>
                <a:gd name="T85" fmla="*/ 118 h 144"/>
                <a:gd name="T86" fmla="*/ 75 w 151"/>
                <a:gd name="T87" fmla="*/ 118 h 144"/>
                <a:gd name="T88" fmla="*/ 70 w 151"/>
                <a:gd name="T89" fmla="*/ 114 h 144"/>
                <a:gd name="T90" fmla="*/ 79 w 151"/>
                <a:gd name="T91" fmla="*/ 120 h 144"/>
                <a:gd name="T92" fmla="*/ 122 w 151"/>
                <a:gd name="T93" fmla="*/ 122 h 144"/>
                <a:gd name="T94" fmla="*/ 123 w 151"/>
                <a:gd name="T95" fmla="*/ 125 h 144"/>
                <a:gd name="T96" fmla="*/ 122 w 151"/>
                <a:gd name="T97" fmla="*/ 122 h 144"/>
                <a:gd name="T98" fmla="*/ 81 w 151"/>
                <a:gd name="T99" fmla="*/ 114 h 144"/>
                <a:gd name="T100" fmla="*/ 32 w 151"/>
                <a:gd name="T101" fmla="*/ 74 h 144"/>
                <a:gd name="T102" fmla="*/ 28 w 151"/>
                <a:gd name="T103" fmla="*/ 63 h 144"/>
                <a:gd name="T104" fmla="*/ 28 w 151"/>
                <a:gd name="T105" fmla="*/ 63 h 144"/>
                <a:gd name="T106" fmla="*/ 29 w 151"/>
                <a:gd name="T107" fmla="*/ 4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51" h="144">
                  <a:moveTo>
                    <a:pt x="47" y="144"/>
                  </a:moveTo>
                  <a:cubicBezTo>
                    <a:pt x="46" y="144"/>
                    <a:pt x="46" y="144"/>
                    <a:pt x="46" y="144"/>
                  </a:cubicBezTo>
                  <a:cubicBezTo>
                    <a:pt x="32" y="144"/>
                    <a:pt x="19" y="139"/>
                    <a:pt x="11" y="129"/>
                  </a:cubicBezTo>
                  <a:cubicBezTo>
                    <a:pt x="3" y="121"/>
                    <a:pt x="0" y="109"/>
                    <a:pt x="2" y="96"/>
                  </a:cubicBezTo>
                  <a:cubicBezTo>
                    <a:pt x="3" y="90"/>
                    <a:pt x="6" y="84"/>
                    <a:pt x="10" y="79"/>
                  </a:cubicBezTo>
                  <a:cubicBezTo>
                    <a:pt x="13" y="73"/>
                    <a:pt x="17" y="68"/>
                    <a:pt x="17" y="62"/>
                  </a:cubicBezTo>
                  <a:cubicBezTo>
                    <a:pt x="17" y="62"/>
                    <a:pt x="17" y="62"/>
                    <a:pt x="17" y="62"/>
                  </a:cubicBezTo>
                  <a:cubicBezTo>
                    <a:pt x="19" y="60"/>
                    <a:pt x="20" y="59"/>
                    <a:pt x="21" y="59"/>
                  </a:cubicBezTo>
                  <a:cubicBezTo>
                    <a:pt x="21" y="59"/>
                    <a:pt x="22" y="59"/>
                    <a:pt x="23" y="59"/>
                  </a:cubicBezTo>
                  <a:cubicBezTo>
                    <a:pt x="23" y="53"/>
                    <a:pt x="24" y="47"/>
                    <a:pt x="26" y="41"/>
                  </a:cubicBezTo>
                  <a:cubicBezTo>
                    <a:pt x="28" y="35"/>
                    <a:pt x="30" y="30"/>
                    <a:pt x="29" y="24"/>
                  </a:cubicBezTo>
                  <a:cubicBezTo>
                    <a:pt x="28" y="19"/>
                    <a:pt x="25" y="15"/>
                    <a:pt x="22" y="12"/>
                  </a:cubicBezTo>
                  <a:cubicBezTo>
                    <a:pt x="19" y="8"/>
                    <a:pt x="16" y="5"/>
                    <a:pt x="16" y="1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35" y="8"/>
                    <a:pt x="40" y="37"/>
                    <a:pt x="32" y="58"/>
                  </a:cubicBezTo>
                  <a:cubicBezTo>
                    <a:pt x="32" y="59"/>
                    <a:pt x="34" y="59"/>
                    <a:pt x="35" y="60"/>
                  </a:cubicBezTo>
                  <a:cubicBezTo>
                    <a:pt x="37" y="61"/>
                    <a:pt x="39" y="61"/>
                    <a:pt x="40" y="63"/>
                  </a:cubicBezTo>
                  <a:cubicBezTo>
                    <a:pt x="43" y="72"/>
                    <a:pt x="37" y="78"/>
                    <a:pt x="34" y="81"/>
                  </a:cubicBezTo>
                  <a:cubicBezTo>
                    <a:pt x="34" y="81"/>
                    <a:pt x="34" y="81"/>
                    <a:pt x="34" y="81"/>
                  </a:cubicBezTo>
                  <a:cubicBezTo>
                    <a:pt x="34" y="81"/>
                    <a:pt x="34" y="81"/>
                    <a:pt x="34" y="81"/>
                  </a:cubicBezTo>
                  <a:cubicBezTo>
                    <a:pt x="28" y="81"/>
                    <a:pt x="23" y="79"/>
                    <a:pt x="22" y="76"/>
                  </a:cubicBezTo>
                  <a:cubicBezTo>
                    <a:pt x="21" y="75"/>
                    <a:pt x="21" y="73"/>
                    <a:pt x="21" y="71"/>
                  </a:cubicBezTo>
                  <a:cubicBezTo>
                    <a:pt x="12" y="82"/>
                    <a:pt x="10" y="98"/>
                    <a:pt x="15" y="112"/>
                  </a:cubicBezTo>
                  <a:cubicBezTo>
                    <a:pt x="20" y="127"/>
                    <a:pt x="32" y="135"/>
                    <a:pt x="46" y="135"/>
                  </a:cubicBezTo>
                  <a:cubicBezTo>
                    <a:pt x="51" y="135"/>
                    <a:pt x="56" y="134"/>
                    <a:pt x="61" y="133"/>
                  </a:cubicBezTo>
                  <a:cubicBezTo>
                    <a:pt x="58" y="128"/>
                    <a:pt x="57" y="122"/>
                    <a:pt x="60" y="116"/>
                  </a:cubicBezTo>
                  <a:cubicBezTo>
                    <a:pt x="63" y="111"/>
                    <a:pt x="68" y="107"/>
                    <a:pt x="73" y="107"/>
                  </a:cubicBezTo>
                  <a:cubicBezTo>
                    <a:pt x="75" y="107"/>
                    <a:pt x="79" y="108"/>
                    <a:pt x="83" y="113"/>
                  </a:cubicBezTo>
                  <a:cubicBezTo>
                    <a:pt x="83" y="113"/>
                    <a:pt x="83" y="113"/>
                    <a:pt x="83" y="113"/>
                  </a:cubicBezTo>
                  <a:cubicBezTo>
                    <a:pt x="84" y="122"/>
                    <a:pt x="81" y="126"/>
                    <a:pt x="77" y="130"/>
                  </a:cubicBezTo>
                  <a:cubicBezTo>
                    <a:pt x="77" y="130"/>
                    <a:pt x="77" y="131"/>
                    <a:pt x="76" y="131"/>
                  </a:cubicBezTo>
                  <a:cubicBezTo>
                    <a:pt x="78" y="132"/>
                    <a:pt x="80" y="132"/>
                    <a:pt x="82" y="132"/>
                  </a:cubicBezTo>
                  <a:cubicBezTo>
                    <a:pt x="90" y="132"/>
                    <a:pt x="98" y="129"/>
                    <a:pt x="107" y="125"/>
                  </a:cubicBezTo>
                  <a:cubicBezTo>
                    <a:pt x="115" y="122"/>
                    <a:pt x="123" y="119"/>
                    <a:pt x="131" y="119"/>
                  </a:cubicBezTo>
                  <a:cubicBezTo>
                    <a:pt x="139" y="119"/>
                    <a:pt x="146" y="123"/>
                    <a:pt x="151" y="130"/>
                  </a:cubicBezTo>
                  <a:cubicBezTo>
                    <a:pt x="150" y="131"/>
                    <a:pt x="150" y="131"/>
                    <a:pt x="150" y="131"/>
                  </a:cubicBezTo>
                  <a:cubicBezTo>
                    <a:pt x="146" y="127"/>
                    <a:pt x="142" y="124"/>
                    <a:pt x="136" y="124"/>
                  </a:cubicBezTo>
                  <a:cubicBezTo>
                    <a:pt x="126" y="124"/>
                    <a:pt x="115" y="131"/>
                    <a:pt x="112" y="132"/>
                  </a:cubicBezTo>
                  <a:cubicBezTo>
                    <a:pt x="110" y="134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05" y="137"/>
                    <a:pt x="99" y="139"/>
                    <a:pt x="90" y="139"/>
                  </a:cubicBezTo>
                  <a:cubicBezTo>
                    <a:pt x="86" y="139"/>
                    <a:pt x="82" y="139"/>
                    <a:pt x="78" y="139"/>
                  </a:cubicBezTo>
                  <a:cubicBezTo>
                    <a:pt x="74" y="138"/>
                    <a:pt x="70" y="138"/>
                    <a:pt x="66" y="138"/>
                  </a:cubicBezTo>
                  <a:cubicBezTo>
                    <a:pt x="58" y="138"/>
                    <a:pt x="52" y="140"/>
                    <a:pt x="47" y="144"/>
                  </a:cubicBezTo>
                  <a:close/>
                  <a:moveTo>
                    <a:pt x="7" y="86"/>
                  </a:moveTo>
                  <a:cubicBezTo>
                    <a:pt x="5" y="89"/>
                    <a:pt x="4" y="93"/>
                    <a:pt x="3" y="96"/>
                  </a:cubicBezTo>
                  <a:cubicBezTo>
                    <a:pt x="2" y="109"/>
                    <a:pt x="5" y="120"/>
                    <a:pt x="12" y="128"/>
                  </a:cubicBezTo>
                  <a:cubicBezTo>
                    <a:pt x="20" y="137"/>
                    <a:pt x="32" y="142"/>
                    <a:pt x="46" y="142"/>
                  </a:cubicBezTo>
                  <a:cubicBezTo>
                    <a:pt x="51" y="138"/>
                    <a:pt x="57" y="136"/>
                    <a:pt x="66" y="136"/>
                  </a:cubicBezTo>
                  <a:cubicBezTo>
                    <a:pt x="70" y="136"/>
                    <a:pt x="74" y="137"/>
                    <a:pt x="78" y="137"/>
                  </a:cubicBezTo>
                  <a:cubicBezTo>
                    <a:pt x="81" y="137"/>
                    <a:pt x="83" y="138"/>
                    <a:pt x="86" y="138"/>
                  </a:cubicBezTo>
                  <a:cubicBezTo>
                    <a:pt x="84" y="137"/>
                    <a:pt x="83" y="136"/>
                    <a:pt x="81" y="135"/>
                  </a:cubicBezTo>
                  <a:cubicBezTo>
                    <a:pt x="80" y="133"/>
                    <a:pt x="80" y="133"/>
                    <a:pt x="80" y="133"/>
                  </a:cubicBezTo>
                  <a:cubicBezTo>
                    <a:pt x="82" y="134"/>
                    <a:pt x="82" y="134"/>
                    <a:pt x="82" y="134"/>
                  </a:cubicBezTo>
                  <a:cubicBezTo>
                    <a:pt x="83" y="134"/>
                    <a:pt x="84" y="134"/>
                    <a:pt x="86" y="134"/>
                  </a:cubicBezTo>
                  <a:cubicBezTo>
                    <a:pt x="92" y="134"/>
                    <a:pt x="99" y="131"/>
                    <a:pt x="105" y="128"/>
                  </a:cubicBezTo>
                  <a:cubicBezTo>
                    <a:pt x="105" y="128"/>
                    <a:pt x="105" y="128"/>
                    <a:pt x="105" y="128"/>
                  </a:cubicBezTo>
                  <a:cubicBezTo>
                    <a:pt x="97" y="131"/>
                    <a:pt x="89" y="133"/>
                    <a:pt x="82" y="133"/>
                  </a:cubicBezTo>
                  <a:cubicBezTo>
                    <a:pt x="79" y="133"/>
                    <a:pt x="77" y="133"/>
                    <a:pt x="75" y="133"/>
                  </a:cubicBezTo>
                  <a:cubicBezTo>
                    <a:pt x="74" y="132"/>
                    <a:pt x="74" y="132"/>
                    <a:pt x="74" y="132"/>
                  </a:cubicBezTo>
                  <a:cubicBezTo>
                    <a:pt x="74" y="131"/>
                    <a:pt x="74" y="131"/>
                    <a:pt x="74" y="131"/>
                  </a:cubicBezTo>
                  <a:cubicBezTo>
                    <a:pt x="75" y="131"/>
                    <a:pt x="76" y="130"/>
                    <a:pt x="76" y="129"/>
                  </a:cubicBezTo>
                  <a:cubicBezTo>
                    <a:pt x="77" y="129"/>
                    <a:pt x="77" y="128"/>
                    <a:pt x="77" y="128"/>
                  </a:cubicBezTo>
                  <a:cubicBezTo>
                    <a:pt x="76" y="129"/>
                    <a:pt x="74" y="130"/>
                    <a:pt x="72" y="130"/>
                  </a:cubicBezTo>
                  <a:cubicBezTo>
                    <a:pt x="70" y="130"/>
                    <a:pt x="70" y="130"/>
                    <a:pt x="70" y="130"/>
                  </a:cubicBezTo>
                  <a:cubicBezTo>
                    <a:pt x="70" y="130"/>
                    <a:pt x="70" y="130"/>
                    <a:pt x="70" y="130"/>
                  </a:cubicBezTo>
                  <a:cubicBezTo>
                    <a:pt x="68" y="130"/>
                    <a:pt x="67" y="129"/>
                    <a:pt x="66" y="128"/>
                  </a:cubicBezTo>
                  <a:cubicBezTo>
                    <a:pt x="65" y="128"/>
                    <a:pt x="64" y="127"/>
                    <a:pt x="63" y="127"/>
                  </a:cubicBezTo>
                  <a:cubicBezTo>
                    <a:pt x="63" y="127"/>
                    <a:pt x="63" y="127"/>
                    <a:pt x="63" y="127"/>
                  </a:cubicBezTo>
                  <a:cubicBezTo>
                    <a:pt x="63" y="117"/>
                    <a:pt x="63" y="117"/>
                    <a:pt x="63" y="117"/>
                  </a:cubicBezTo>
                  <a:cubicBezTo>
                    <a:pt x="64" y="117"/>
                    <a:pt x="64" y="117"/>
                    <a:pt x="64" y="117"/>
                  </a:cubicBezTo>
                  <a:cubicBezTo>
                    <a:pt x="64" y="117"/>
                    <a:pt x="64" y="117"/>
                    <a:pt x="64" y="117"/>
                  </a:cubicBezTo>
                  <a:cubicBezTo>
                    <a:pt x="66" y="117"/>
                    <a:pt x="68" y="115"/>
                    <a:pt x="68" y="114"/>
                  </a:cubicBezTo>
                  <a:cubicBezTo>
                    <a:pt x="68" y="114"/>
                    <a:pt x="68" y="114"/>
                    <a:pt x="66" y="114"/>
                  </a:cubicBezTo>
                  <a:cubicBezTo>
                    <a:pt x="65" y="114"/>
                    <a:pt x="65" y="114"/>
                    <a:pt x="65" y="114"/>
                  </a:cubicBezTo>
                  <a:cubicBezTo>
                    <a:pt x="66" y="113"/>
                    <a:pt x="66" y="113"/>
                    <a:pt x="66" y="113"/>
                  </a:cubicBezTo>
                  <a:cubicBezTo>
                    <a:pt x="67" y="110"/>
                    <a:pt x="69" y="109"/>
                    <a:pt x="71" y="109"/>
                  </a:cubicBezTo>
                  <a:cubicBezTo>
                    <a:pt x="67" y="110"/>
                    <a:pt x="64" y="113"/>
                    <a:pt x="62" y="117"/>
                  </a:cubicBezTo>
                  <a:cubicBezTo>
                    <a:pt x="59" y="122"/>
                    <a:pt x="59" y="128"/>
                    <a:pt x="63" y="133"/>
                  </a:cubicBezTo>
                  <a:cubicBezTo>
                    <a:pt x="63" y="134"/>
                    <a:pt x="63" y="134"/>
                    <a:pt x="63" y="134"/>
                  </a:cubicBezTo>
                  <a:cubicBezTo>
                    <a:pt x="62" y="134"/>
                    <a:pt x="62" y="134"/>
                    <a:pt x="62" y="134"/>
                  </a:cubicBezTo>
                  <a:cubicBezTo>
                    <a:pt x="59" y="135"/>
                    <a:pt x="56" y="136"/>
                    <a:pt x="54" y="136"/>
                  </a:cubicBezTo>
                  <a:cubicBezTo>
                    <a:pt x="54" y="137"/>
                    <a:pt x="54" y="137"/>
                    <a:pt x="54" y="137"/>
                  </a:cubicBezTo>
                  <a:cubicBezTo>
                    <a:pt x="49" y="139"/>
                    <a:pt x="44" y="140"/>
                    <a:pt x="39" y="140"/>
                  </a:cubicBezTo>
                  <a:cubicBezTo>
                    <a:pt x="29" y="140"/>
                    <a:pt x="19" y="135"/>
                    <a:pt x="13" y="127"/>
                  </a:cubicBezTo>
                  <a:cubicBezTo>
                    <a:pt x="5" y="116"/>
                    <a:pt x="2" y="103"/>
                    <a:pt x="6" y="89"/>
                  </a:cubicBezTo>
                  <a:lnTo>
                    <a:pt x="7" y="86"/>
                  </a:lnTo>
                  <a:close/>
                  <a:moveTo>
                    <a:pt x="7" y="93"/>
                  </a:moveTo>
                  <a:cubicBezTo>
                    <a:pt x="4" y="105"/>
                    <a:pt x="7" y="117"/>
                    <a:pt x="14" y="126"/>
                  </a:cubicBezTo>
                  <a:cubicBezTo>
                    <a:pt x="21" y="135"/>
                    <a:pt x="31" y="139"/>
                    <a:pt x="41" y="139"/>
                  </a:cubicBezTo>
                  <a:cubicBezTo>
                    <a:pt x="41" y="139"/>
                    <a:pt x="41" y="139"/>
                    <a:pt x="41" y="139"/>
                  </a:cubicBezTo>
                  <a:cubicBezTo>
                    <a:pt x="16" y="139"/>
                    <a:pt x="10" y="113"/>
                    <a:pt x="7" y="93"/>
                  </a:cubicBezTo>
                  <a:close/>
                  <a:moveTo>
                    <a:pt x="108" y="133"/>
                  </a:moveTo>
                  <a:cubicBezTo>
                    <a:pt x="106" y="133"/>
                    <a:pt x="104" y="134"/>
                    <a:pt x="102" y="135"/>
                  </a:cubicBezTo>
                  <a:cubicBezTo>
                    <a:pt x="99" y="136"/>
                    <a:pt x="95" y="137"/>
                    <a:pt x="92" y="138"/>
                  </a:cubicBezTo>
                  <a:cubicBezTo>
                    <a:pt x="99" y="138"/>
                    <a:pt x="104" y="136"/>
                    <a:pt x="108" y="133"/>
                  </a:cubicBezTo>
                  <a:close/>
                  <a:moveTo>
                    <a:pt x="7" y="86"/>
                  </a:moveTo>
                  <a:cubicBezTo>
                    <a:pt x="7" y="89"/>
                    <a:pt x="7" y="89"/>
                    <a:pt x="7" y="89"/>
                  </a:cubicBezTo>
                  <a:cubicBezTo>
                    <a:pt x="12" y="114"/>
                    <a:pt x="17" y="137"/>
                    <a:pt x="41" y="137"/>
                  </a:cubicBezTo>
                  <a:cubicBezTo>
                    <a:pt x="43" y="137"/>
                    <a:pt x="45" y="137"/>
                    <a:pt x="48" y="137"/>
                  </a:cubicBezTo>
                  <a:cubicBezTo>
                    <a:pt x="32" y="137"/>
                    <a:pt x="19" y="128"/>
                    <a:pt x="13" y="113"/>
                  </a:cubicBezTo>
                  <a:cubicBezTo>
                    <a:pt x="7" y="96"/>
                    <a:pt x="12" y="77"/>
                    <a:pt x="23" y="67"/>
                  </a:cubicBezTo>
                  <a:cubicBezTo>
                    <a:pt x="26" y="65"/>
                    <a:pt x="26" y="65"/>
                    <a:pt x="26" y="65"/>
                  </a:cubicBezTo>
                  <a:cubicBezTo>
                    <a:pt x="26" y="63"/>
                    <a:pt x="27" y="62"/>
                    <a:pt x="27" y="62"/>
                  </a:cubicBezTo>
                  <a:cubicBezTo>
                    <a:pt x="28" y="61"/>
                    <a:pt x="28" y="61"/>
                    <a:pt x="28" y="61"/>
                  </a:cubicBezTo>
                  <a:cubicBezTo>
                    <a:pt x="28" y="61"/>
                    <a:pt x="28" y="61"/>
                    <a:pt x="28" y="61"/>
                  </a:cubicBezTo>
                  <a:cubicBezTo>
                    <a:pt x="30" y="62"/>
                    <a:pt x="31" y="63"/>
                    <a:pt x="32" y="64"/>
                  </a:cubicBezTo>
                  <a:cubicBezTo>
                    <a:pt x="33" y="68"/>
                    <a:pt x="30" y="73"/>
                    <a:pt x="29" y="75"/>
                  </a:cubicBezTo>
                  <a:cubicBezTo>
                    <a:pt x="28" y="76"/>
                    <a:pt x="28" y="76"/>
                    <a:pt x="28" y="76"/>
                  </a:cubicBezTo>
                  <a:cubicBezTo>
                    <a:pt x="28" y="76"/>
                    <a:pt x="28" y="76"/>
                    <a:pt x="28" y="76"/>
                  </a:cubicBezTo>
                  <a:cubicBezTo>
                    <a:pt x="27" y="75"/>
                    <a:pt x="26" y="74"/>
                    <a:pt x="26" y="72"/>
                  </a:cubicBezTo>
                  <a:cubicBezTo>
                    <a:pt x="25" y="70"/>
                    <a:pt x="26" y="68"/>
                    <a:pt x="26" y="66"/>
                  </a:cubicBezTo>
                  <a:cubicBezTo>
                    <a:pt x="24" y="68"/>
                    <a:pt x="24" y="68"/>
                    <a:pt x="24" y="68"/>
                  </a:cubicBezTo>
                  <a:cubicBezTo>
                    <a:pt x="22" y="71"/>
                    <a:pt x="22" y="73"/>
                    <a:pt x="23" y="75"/>
                  </a:cubicBezTo>
                  <a:cubicBezTo>
                    <a:pt x="24" y="78"/>
                    <a:pt x="28" y="80"/>
                    <a:pt x="33" y="80"/>
                  </a:cubicBezTo>
                  <a:cubicBezTo>
                    <a:pt x="36" y="77"/>
                    <a:pt x="41" y="71"/>
                    <a:pt x="39" y="64"/>
                  </a:cubicBezTo>
                  <a:cubicBezTo>
                    <a:pt x="38" y="63"/>
                    <a:pt x="37" y="62"/>
                    <a:pt x="35" y="62"/>
                  </a:cubicBezTo>
                  <a:cubicBezTo>
                    <a:pt x="36" y="62"/>
                    <a:pt x="36" y="62"/>
                    <a:pt x="36" y="62"/>
                  </a:cubicBezTo>
                  <a:cubicBezTo>
                    <a:pt x="38" y="64"/>
                    <a:pt x="39" y="69"/>
                    <a:pt x="38" y="73"/>
                  </a:cubicBezTo>
                  <a:cubicBezTo>
                    <a:pt x="36" y="77"/>
                    <a:pt x="34" y="79"/>
                    <a:pt x="30" y="79"/>
                  </a:cubicBezTo>
                  <a:cubicBezTo>
                    <a:pt x="30" y="79"/>
                    <a:pt x="30" y="79"/>
                    <a:pt x="30" y="79"/>
                  </a:cubicBezTo>
                  <a:cubicBezTo>
                    <a:pt x="30" y="79"/>
                    <a:pt x="30" y="79"/>
                    <a:pt x="29" y="79"/>
                  </a:cubicBezTo>
                  <a:cubicBezTo>
                    <a:pt x="28" y="78"/>
                    <a:pt x="28" y="78"/>
                    <a:pt x="28" y="78"/>
                  </a:cubicBezTo>
                  <a:cubicBezTo>
                    <a:pt x="29" y="78"/>
                    <a:pt x="29" y="78"/>
                    <a:pt x="29" y="78"/>
                  </a:cubicBezTo>
                  <a:cubicBezTo>
                    <a:pt x="29" y="76"/>
                    <a:pt x="30" y="75"/>
                    <a:pt x="31" y="74"/>
                  </a:cubicBezTo>
                  <a:cubicBezTo>
                    <a:pt x="33" y="71"/>
                    <a:pt x="35" y="68"/>
                    <a:pt x="34" y="62"/>
                  </a:cubicBezTo>
                  <a:cubicBezTo>
                    <a:pt x="34" y="61"/>
                    <a:pt x="34" y="61"/>
                    <a:pt x="34" y="61"/>
                  </a:cubicBezTo>
                  <a:cubicBezTo>
                    <a:pt x="33" y="61"/>
                    <a:pt x="31" y="60"/>
                    <a:pt x="30" y="58"/>
                  </a:cubicBezTo>
                  <a:cubicBezTo>
                    <a:pt x="30" y="58"/>
                    <a:pt x="30" y="58"/>
                    <a:pt x="30" y="58"/>
                  </a:cubicBezTo>
                  <a:cubicBezTo>
                    <a:pt x="30" y="58"/>
                    <a:pt x="30" y="58"/>
                    <a:pt x="30" y="58"/>
                  </a:cubicBezTo>
                  <a:cubicBezTo>
                    <a:pt x="38" y="39"/>
                    <a:pt x="34" y="10"/>
                    <a:pt x="18" y="2"/>
                  </a:cubicBezTo>
                  <a:cubicBezTo>
                    <a:pt x="18" y="5"/>
                    <a:pt x="20" y="8"/>
                    <a:pt x="23" y="11"/>
                  </a:cubicBezTo>
                  <a:cubicBezTo>
                    <a:pt x="26" y="14"/>
                    <a:pt x="29" y="18"/>
                    <a:pt x="30" y="24"/>
                  </a:cubicBezTo>
                  <a:cubicBezTo>
                    <a:pt x="30" y="26"/>
                    <a:pt x="30" y="28"/>
                    <a:pt x="30" y="30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35" y="38"/>
                    <a:pt x="33" y="44"/>
                    <a:pt x="31" y="49"/>
                  </a:cubicBezTo>
                  <a:cubicBezTo>
                    <a:pt x="30" y="52"/>
                    <a:pt x="29" y="55"/>
                    <a:pt x="29" y="58"/>
                  </a:cubicBezTo>
                  <a:cubicBezTo>
                    <a:pt x="29" y="61"/>
                    <a:pt x="29" y="61"/>
                    <a:pt x="29" y="61"/>
                  </a:cubicBezTo>
                  <a:cubicBezTo>
                    <a:pt x="27" y="58"/>
                    <a:pt x="27" y="58"/>
                    <a:pt x="27" y="58"/>
                  </a:cubicBezTo>
                  <a:cubicBezTo>
                    <a:pt x="25" y="53"/>
                    <a:pt x="26" y="49"/>
                    <a:pt x="28" y="44"/>
                  </a:cubicBezTo>
                  <a:cubicBezTo>
                    <a:pt x="29" y="40"/>
                    <a:pt x="31" y="36"/>
                    <a:pt x="30" y="32"/>
                  </a:cubicBezTo>
                  <a:cubicBezTo>
                    <a:pt x="30" y="32"/>
                    <a:pt x="30" y="32"/>
                    <a:pt x="30" y="32"/>
                  </a:cubicBezTo>
                  <a:cubicBezTo>
                    <a:pt x="30" y="35"/>
                    <a:pt x="29" y="38"/>
                    <a:pt x="28" y="42"/>
                  </a:cubicBezTo>
                  <a:cubicBezTo>
                    <a:pt x="26" y="47"/>
                    <a:pt x="24" y="53"/>
                    <a:pt x="24" y="59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4" y="60"/>
                    <a:pt x="24" y="60"/>
                    <a:pt x="24" y="60"/>
                  </a:cubicBezTo>
                  <a:cubicBezTo>
                    <a:pt x="23" y="61"/>
                    <a:pt x="22" y="61"/>
                    <a:pt x="21" y="61"/>
                  </a:cubicBezTo>
                  <a:cubicBezTo>
                    <a:pt x="21" y="61"/>
                    <a:pt x="21" y="61"/>
                    <a:pt x="21" y="61"/>
                  </a:cubicBezTo>
                  <a:cubicBezTo>
                    <a:pt x="20" y="61"/>
                    <a:pt x="20" y="61"/>
                    <a:pt x="19" y="62"/>
                  </a:cubicBezTo>
                  <a:cubicBezTo>
                    <a:pt x="18" y="69"/>
                    <a:pt x="14" y="74"/>
                    <a:pt x="11" y="79"/>
                  </a:cubicBezTo>
                  <a:cubicBezTo>
                    <a:pt x="10" y="82"/>
                    <a:pt x="8" y="84"/>
                    <a:pt x="7" y="86"/>
                  </a:cubicBezTo>
                  <a:close/>
                  <a:moveTo>
                    <a:pt x="85" y="136"/>
                  </a:moveTo>
                  <a:cubicBezTo>
                    <a:pt x="86" y="136"/>
                    <a:pt x="87" y="137"/>
                    <a:pt x="89" y="137"/>
                  </a:cubicBezTo>
                  <a:cubicBezTo>
                    <a:pt x="93" y="137"/>
                    <a:pt x="97" y="135"/>
                    <a:pt x="101" y="133"/>
                  </a:cubicBezTo>
                  <a:cubicBezTo>
                    <a:pt x="105" y="132"/>
                    <a:pt x="108" y="131"/>
                    <a:pt x="110" y="131"/>
                  </a:cubicBezTo>
                  <a:cubicBezTo>
                    <a:pt x="111" y="131"/>
                    <a:pt x="111" y="131"/>
                    <a:pt x="111" y="131"/>
                  </a:cubicBezTo>
                  <a:cubicBezTo>
                    <a:pt x="113" y="129"/>
                    <a:pt x="116" y="127"/>
                    <a:pt x="118" y="126"/>
                  </a:cubicBezTo>
                  <a:cubicBezTo>
                    <a:pt x="120" y="125"/>
                    <a:pt x="122" y="125"/>
                    <a:pt x="123" y="124"/>
                  </a:cubicBezTo>
                  <a:cubicBezTo>
                    <a:pt x="122" y="124"/>
                    <a:pt x="122" y="123"/>
                    <a:pt x="121" y="123"/>
                  </a:cubicBezTo>
                  <a:cubicBezTo>
                    <a:pt x="117" y="123"/>
                    <a:pt x="111" y="126"/>
                    <a:pt x="106" y="129"/>
                  </a:cubicBezTo>
                  <a:cubicBezTo>
                    <a:pt x="99" y="132"/>
                    <a:pt x="92" y="136"/>
                    <a:pt x="85" y="136"/>
                  </a:cubicBezTo>
                  <a:close/>
                  <a:moveTo>
                    <a:pt x="64" y="126"/>
                  </a:moveTo>
                  <a:cubicBezTo>
                    <a:pt x="65" y="126"/>
                    <a:pt x="66" y="126"/>
                    <a:pt x="67" y="127"/>
                  </a:cubicBezTo>
                  <a:cubicBezTo>
                    <a:pt x="68" y="128"/>
                    <a:pt x="69" y="128"/>
                    <a:pt x="70" y="128"/>
                  </a:cubicBezTo>
                  <a:cubicBezTo>
                    <a:pt x="70" y="128"/>
                    <a:pt x="70" y="128"/>
                    <a:pt x="70" y="128"/>
                  </a:cubicBezTo>
                  <a:cubicBezTo>
                    <a:pt x="70" y="128"/>
                    <a:pt x="71" y="128"/>
                    <a:pt x="71" y="127"/>
                  </a:cubicBezTo>
                  <a:cubicBezTo>
                    <a:pt x="72" y="125"/>
                    <a:pt x="75" y="121"/>
                    <a:pt x="74" y="118"/>
                  </a:cubicBezTo>
                  <a:cubicBezTo>
                    <a:pt x="74" y="117"/>
                    <a:pt x="73" y="116"/>
                    <a:pt x="72" y="115"/>
                  </a:cubicBezTo>
                  <a:cubicBezTo>
                    <a:pt x="70" y="114"/>
                    <a:pt x="70" y="114"/>
                    <a:pt x="70" y="114"/>
                  </a:cubicBezTo>
                  <a:cubicBezTo>
                    <a:pt x="70" y="114"/>
                    <a:pt x="70" y="114"/>
                    <a:pt x="70" y="114"/>
                  </a:cubicBezTo>
                  <a:cubicBezTo>
                    <a:pt x="70" y="116"/>
                    <a:pt x="67" y="118"/>
                    <a:pt x="64" y="118"/>
                  </a:cubicBezTo>
                  <a:cubicBezTo>
                    <a:pt x="64" y="118"/>
                    <a:pt x="64" y="118"/>
                    <a:pt x="64" y="118"/>
                  </a:cubicBezTo>
                  <a:lnTo>
                    <a:pt x="64" y="126"/>
                  </a:lnTo>
                  <a:close/>
                  <a:moveTo>
                    <a:pt x="75" y="116"/>
                  </a:moveTo>
                  <a:cubicBezTo>
                    <a:pt x="75" y="117"/>
                    <a:pt x="75" y="117"/>
                    <a:pt x="75" y="118"/>
                  </a:cubicBezTo>
                  <a:cubicBezTo>
                    <a:pt x="76" y="121"/>
                    <a:pt x="74" y="125"/>
                    <a:pt x="72" y="128"/>
                  </a:cubicBezTo>
                  <a:cubicBezTo>
                    <a:pt x="75" y="126"/>
                    <a:pt x="77" y="121"/>
                    <a:pt x="77" y="118"/>
                  </a:cubicBezTo>
                  <a:cubicBezTo>
                    <a:pt x="76" y="118"/>
                    <a:pt x="76" y="117"/>
                    <a:pt x="75" y="116"/>
                  </a:cubicBezTo>
                  <a:close/>
                  <a:moveTo>
                    <a:pt x="70" y="114"/>
                  </a:moveTo>
                  <a:cubicBezTo>
                    <a:pt x="72" y="114"/>
                    <a:pt x="72" y="114"/>
                    <a:pt x="72" y="114"/>
                  </a:cubicBezTo>
                  <a:cubicBezTo>
                    <a:pt x="76" y="115"/>
                    <a:pt x="78" y="117"/>
                    <a:pt x="78" y="118"/>
                  </a:cubicBezTo>
                  <a:cubicBezTo>
                    <a:pt x="79" y="121"/>
                    <a:pt x="77" y="125"/>
                    <a:pt x="74" y="128"/>
                  </a:cubicBezTo>
                  <a:cubicBezTo>
                    <a:pt x="79" y="126"/>
                    <a:pt x="79" y="122"/>
                    <a:pt x="79" y="120"/>
                  </a:cubicBezTo>
                  <a:cubicBezTo>
                    <a:pt x="79" y="116"/>
                    <a:pt x="76" y="110"/>
                    <a:pt x="72" y="110"/>
                  </a:cubicBezTo>
                  <a:cubicBezTo>
                    <a:pt x="71" y="110"/>
                    <a:pt x="69" y="111"/>
                    <a:pt x="68" y="113"/>
                  </a:cubicBezTo>
                  <a:cubicBezTo>
                    <a:pt x="69" y="113"/>
                    <a:pt x="69" y="113"/>
                    <a:pt x="70" y="114"/>
                  </a:cubicBezTo>
                  <a:close/>
                  <a:moveTo>
                    <a:pt x="122" y="122"/>
                  </a:moveTo>
                  <a:cubicBezTo>
                    <a:pt x="123" y="122"/>
                    <a:pt x="124" y="122"/>
                    <a:pt x="125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5" y="124"/>
                    <a:pt x="124" y="125"/>
                    <a:pt x="123" y="125"/>
                  </a:cubicBezTo>
                  <a:cubicBezTo>
                    <a:pt x="127" y="124"/>
                    <a:pt x="131" y="123"/>
                    <a:pt x="136" y="123"/>
                  </a:cubicBezTo>
                  <a:cubicBezTo>
                    <a:pt x="139" y="123"/>
                    <a:pt x="141" y="123"/>
                    <a:pt x="143" y="124"/>
                  </a:cubicBezTo>
                  <a:cubicBezTo>
                    <a:pt x="140" y="122"/>
                    <a:pt x="136" y="121"/>
                    <a:pt x="131" y="121"/>
                  </a:cubicBezTo>
                  <a:cubicBezTo>
                    <a:pt x="128" y="121"/>
                    <a:pt x="125" y="121"/>
                    <a:pt x="122" y="122"/>
                  </a:cubicBezTo>
                  <a:close/>
                  <a:moveTo>
                    <a:pt x="72" y="109"/>
                  </a:moveTo>
                  <a:cubicBezTo>
                    <a:pt x="77" y="109"/>
                    <a:pt x="81" y="115"/>
                    <a:pt x="81" y="120"/>
                  </a:cubicBezTo>
                  <a:cubicBezTo>
                    <a:pt x="81" y="121"/>
                    <a:pt x="81" y="122"/>
                    <a:pt x="81" y="123"/>
                  </a:cubicBezTo>
                  <a:cubicBezTo>
                    <a:pt x="82" y="121"/>
                    <a:pt x="82" y="118"/>
                    <a:pt x="81" y="114"/>
                  </a:cubicBezTo>
                  <a:cubicBezTo>
                    <a:pt x="79" y="110"/>
                    <a:pt x="75" y="108"/>
                    <a:pt x="71" y="109"/>
                  </a:cubicBezTo>
                  <a:cubicBezTo>
                    <a:pt x="72" y="109"/>
                    <a:pt x="72" y="109"/>
                    <a:pt x="72" y="109"/>
                  </a:cubicBezTo>
                  <a:close/>
                  <a:moveTo>
                    <a:pt x="36" y="65"/>
                  </a:moveTo>
                  <a:cubicBezTo>
                    <a:pt x="36" y="69"/>
                    <a:pt x="34" y="72"/>
                    <a:pt x="32" y="74"/>
                  </a:cubicBezTo>
                  <a:cubicBezTo>
                    <a:pt x="32" y="75"/>
                    <a:pt x="31" y="76"/>
                    <a:pt x="31" y="77"/>
                  </a:cubicBezTo>
                  <a:cubicBezTo>
                    <a:pt x="34" y="77"/>
                    <a:pt x="36" y="74"/>
                    <a:pt x="36" y="73"/>
                  </a:cubicBezTo>
                  <a:cubicBezTo>
                    <a:pt x="37" y="70"/>
                    <a:pt x="37" y="67"/>
                    <a:pt x="36" y="65"/>
                  </a:cubicBezTo>
                  <a:close/>
                  <a:moveTo>
                    <a:pt x="28" y="63"/>
                  </a:moveTo>
                  <a:cubicBezTo>
                    <a:pt x="27" y="65"/>
                    <a:pt x="27" y="69"/>
                    <a:pt x="27" y="72"/>
                  </a:cubicBezTo>
                  <a:cubicBezTo>
                    <a:pt x="27" y="73"/>
                    <a:pt x="28" y="73"/>
                    <a:pt x="28" y="74"/>
                  </a:cubicBezTo>
                  <a:cubicBezTo>
                    <a:pt x="30" y="71"/>
                    <a:pt x="32" y="67"/>
                    <a:pt x="31" y="65"/>
                  </a:cubicBezTo>
                  <a:cubicBezTo>
                    <a:pt x="30" y="64"/>
                    <a:pt x="30" y="63"/>
                    <a:pt x="28" y="63"/>
                  </a:cubicBezTo>
                  <a:close/>
                  <a:moveTo>
                    <a:pt x="32" y="36"/>
                  </a:moveTo>
                  <a:cubicBezTo>
                    <a:pt x="31" y="39"/>
                    <a:pt x="30" y="42"/>
                    <a:pt x="29" y="44"/>
                  </a:cubicBezTo>
                  <a:cubicBezTo>
                    <a:pt x="28" y="48"/>
                    <a:pt x="27" y="51"/>
                    <a:pt x="28" y="55"/>
                  </a:cubicBezTo>
                  <a:cubicBezTo>
                    <a:pt x="28" y="53"/>
                    <a:pt x="29" y="51"/>
                    <a:pt x="29" y="49"/>
                  </a:cubicBezTo>
                  <a:cubicBezTo>
                    <a:pt x="31" y="45"/>
                    <a:pt x="32" y="41"/>
                    <a:pt x="32" y="36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4" name="Freeform 47"/>
            <p:cNvSpPr>
              <a:spLocks noEditPoints="1"/>
            </p:cNvSpPr>
            <p:nvPr/>
          </p:nvSpPr>
          <p:spPr bwMode="auto">
            <a:xfrm rot="16200000" flipV="1">
              <a:off x="11076843" y="5321082"/>
              <a:ext cx="508476" cy="519485"/>
            </a:xfrm>
            <a:custGeom>
              <a:avLst/>
              <a:gdLst>
                <a:gd name="T0" fmla="*/ 50 w 161"/>
                <a:gd name="T1" fmla="*/ 8 h 146"/>
                <a:gd name="T2" fmla="*/ 60 w 161"/>
                <a:gd name="T3" fmla="*/ 25 h 146"/>
                <a:gd name="T4" fmla="*/ 54 w 161"/>
                <a:gd name="T5" fmla="*/ 17 h 146"/>
                <a:gd name="T6" fmla="*/ 63 w 161"/>
                <a:gd name="T7" fmla="*/ 34 h 146"/>
                <a:gd name="T8" fmla="*/ 49 w 161"/>
                <a:gd name="T9" fmla="*/ 37 h 146"/>
                <a:gd name="T10" fmla="*/ 41 w 161"/>
                <a:gd name="T11" fmla="*/ 13 h 146"/>
                <a:gd name="T12" fmla="*/ 16 w 161"/>
                <a:gd name="T13" fmla="*/ 62 h 146"/>
                <a:gd name="T14" fmla="*/ 34 w 161"/>
                <a:gd name="T15" fmla="*/ 92 h 146"/>
                <a:gd name="T16" fmla="*/ 27 w 161"/>
                <a:gd name="T17" fmla="*/ 146 h 146"/>
                <a:gd name="T18" fmla="*/ 33 w 161"/>
                <a:gd name="T19" fmla="*/ 104 h 146"/>
                <a:gd name="T20" fmla="*/ 26 w 161"/>
                <a:gd name="T21" fmla="*/ 102 h 146"/>
                <a:gd name="T22" fmla="*/ 30 w 161"/>
                <a:gd name="T23" fmla="*/ 101 h 146"/>
                <a:gd name="T24" fmla="*/ 4 w 161"/>
                <a:gd name="T25" fmla="*/ 60 h 146"/>
                <a:gd name="T26" fmla="*/ 41 w 161"/>
                <a:gd name="T27" fmla="*/ 10 h 146"/>
                <a:gd name="T28" fmla="*/ 51 w 161"/>
                <a:gd name="T29" fmla="*/ 4 h 146"/>
                <a:gd name="T30" fmla="*/ 145 w 161"/>
                <a:gd name="T31" fmla="*/ 13 h 146"/>
                <a:gd name="T32" fmla="*/ 142 w 161"/>
                <a:gd name="T33" fmla="*/ 0 h 146"/>
                <a:gd name="T34" fmla="*/ 141 w 161"/>
                <a:gd name="T35" fmla="*/ 33 h 146"/>
                <a:gd name="T36" fmla="*/ 50 w 161"/>
                <a:gd name="T37" fmla="*/ 8 h 146"/>
                <a:gd name="T38" fmla="*/ 137 w 161"/>
                <a:gd name="T39" fmla="*/ 31 h 146"/>
                <a:gd name="T40" fmla="*/ 148 w 161"/>
                <a:gd name="T41" fmla="*/ 16 h 146"/>
                <a:gd name="T42" fmla="*/ 70 w 161"/>
                <a:gd name="T43" fmla="*/ 8 h 146"/>
                <a:gd name="T44" fmla="*/ 137 w 161"/>
                <a:gd name="T45" fmla="*/ 31 h 146"/>
                <a:gd name="T46" fmla="*/ 26 w 161"/>
                <a:gd name="T47" fmla="*/ 84 h 146"/>
                <a:gd name="T48" fmla="*/ 22 w 161"/>
                <a:gd name="T49" fmla="*/ 16 h 146"/>
                <a:gd name="T50" fmla="*/ 26 w 161"/>
                <a:gd name="T51" fmla="*/ 84 h 146"/>
                <a:gd name="T52" fmla="*/ 57 w 161"/>
                <a:gd name="T53" fmla="*/ 28 h 146"/>
                <a:gd name="T54" fmla="*/ 46 w 161"/>
                <a:gd name="T55" fmla="*/ 16 h 146"/>
                <a:gd name="T56" fmla="*/ 57 w 161"/>
                <a:gd name="T57" fmla="*/ 28 h 146"/>
                <a:gd name="T58" fmla="*/ 57 w 161"/>
                <a:gd name="T59" fmla="*/ 31 h 146"/>
                <a:gd name="T60" fmla="*/ 46 w 161"/>
                <a:gd name="T61" fmla="*/ 28 h 146"/>
                <a:gd name="T62" fmla="*/ 57 w 161"/>
                <a:gd name="T63" fmla="*/ 31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1" h="146">
                  <a:moveTo>
                    <a:pt x="50" y="8"/>
                  </a:moveTo>
                  <a:cubicBezTo>
                    <a:pt x="55" y="14"/>
                    <a:pt x="53" y="20"/>
                    <a:pt x="60" y="25"/>
                  </a:cubicBezTo>
                  <a:cubicBezTo>
                    <a:pt x="62" y="23"/>
                    <a:pt x="58" y="18"/>
                    <a:pt x="54" y="17"/>
                  </a:cubicBezTo>
                  <a:cubicBezTo>
                    <a:pt x="64" y="13"/>
                    <a:pt x="65" y="25"/>
                    <a:pt x="63" y="34"/>
                  </a:cubicBezTo>
                  <a:cubicBezTo>
                    <a:pt x="59" y="36"/>
                    <a:pt x="55" y="37"/>
                    <a:pt x="49" y="37"/>
                  </a:cubicBezTo>
                  <a:cubicBezTo>
                    <a:pt x="43" y="31"/>
                    <a:pt x="43" y="19"/>
                    <a:pt x="41" y="13"/>
                  </a:cubicBezTo>
                  <a:cubicBezTo>
                    <a:pt x="14" y="14"/>
                    <a:pt x="9" y="41"/>
                    <a:pt x="16" y="62"/>
                  </a:cubicBezTo>
                  <a:cubicBezTo>
                    <a:pt x="19" y="72"/>
                    <a:pt x="30" y="81"/>
                    <a:pt x="34" y="92"/>
                  </a:cubicBezTo>
                  <a:cubicBezTo>
                    <a:pt x="41" y="111"/>
                    <a:pt x="38" y="129"/>
                    <a:pt x="27" y="146"/>
                  </a:cubicBezTo>
                  <a:cubicBezTo>
                    <a:pt x="28" y="137"/>
                    <a:pt x="39" y="121"/>
                    <a:pt x="33" y="104"/>
                  </a:cubicBezTo>
                  <a:cubicBezTo>
                    <a:pt x="31" y="102"/>
                    <a:pt x="29" y="102"/>
                    <a:pt x="26" y="102"/>
                  </a:cubicBezTo>
                  <a:cubicBezTo>
                    <a:pt x="26" y="100"/>
                    <a:pt x="28" y="101"/>
                    <a:pt x="30" y="101"/>
                  </a:cubicBezTo>
                  <a:cubicBezTo>
                    <a:pt x="28" y="89"/>
                    <a:pt x="7" y="79"/>
                    <a:pt x="4" y="60"/>
                  </a:cubicBezTo>
                  <a:cubicBezTo>
                    <a:pt x="1" y="34"/>
                    <a:pt x="12" y="6"/>
                    <a:pt x="41" y="10"/>
                  </a:cubicBezTo>
                  <a:cubicBezTo>
                    <a:pt x="45" y="9"/>
                    <a:pt x="47" y="5"/>
                    <a:pt x="51" y="4"/>
                  </a:cubicBezTo>
                  <a:cubicBezTo>
                    <a:pt x="86" y="1"/>
                    <a:pt x="128" y="46"/>
                    <a:pt x="145" y="13"/>
                  </a:cubicBezTo>
                  <a:cubicBezTo>
                    <a:pt x="146" y="6"/>
                    <a:pt x="144" y="3"/>
                    <a:pt x="142" y="0"/>
                  </a:cubicBezTo>
                  <a:cubicBezTo>
                    <a:pt x="161" y="2"/>
                    <a:pt x="149" y="29"/>
                    <a:pt x="141" y="33"/>
                  </a:cubicBezTo>
                  <a:cubicBezTo>
                    <a:pt x="111" y="47"/>
                    <a:pt x="71" y="4"/>
                    <a:pt x="50" y="8"/>
                  </a:cubicBezTo>
                  <a:close/>
                  <a:moveTo>
                    <a:pt x="137" y="31"/>
                  </a:moveTo>
                  <a:cubicBezTo>
                    <a:pt x="142" y="29"/>
                    <a:pt x="151" y="17"/>
                    <a:pt x="148" y="16"/>
                  </a:cubicBezTo>
                  <a:cubicBezTo>
                    <a:pt x="130" y="43"/>
                    <a:pt x="93" y="14"/>
                    <a:pt x="70" y="8"/>
                  </a:cubicBezTo>
                  <a:cubicBezTo>
                    <a:pt x="87" y="21"/>
                    <a:pt x="105" y="33"/>
                    <a:pt x="137" y="31"/>
                  </a:cubicBezTo>
                  <a:close/>
                  <a:moveTo>
                    <a:pt x="26" y="84"/>
                  </a:moveTo>
                  <a:cubicBezTo>
                    <a:pt x="10" y="71"/>
                    <a:pt x="7" y="27"/>
                    <a:pt x="22" y="16"/>
                  </a:cubicBezTo>
                  <a:cubicBezTo>
                    <a:pt x="0" y="29"/>
                    <a:pt x="5" y="78"/>
                    <a:pt x="26" y="84"/>
                  </a:cubicBezTo>
                  <a:close/>
                  <a:moveTo>
                    <a:pt x="57" y="28"/>
                  </a:moveTo>
                  <a:cubicBezTo>
                    <a:pt x="55" y="22"/>
                    <a:pt x="53" y="16"/>
                    <a:pt x="46" y="16"/>
                  </a:cubicBezTo>
                  <a:cubicBezTo>
                    <a:pt x="46" y="23"/>
                    <a:pt x="50" y="27"/>
                    <a:pt x="57" y="28"/>
                  </a:cubicBezTo>
                  <a:close/>
                  <a:moveTo>
                    <a:pt x="57" y="31"/>
                  </a:moveTo>
                  <a:cubicBezTo>
                    <a:pt x="51" y="33"/>
                    <a:pt x="49" y="24"/>
                    <a:pt x="46" y="28"/>
                  </a:cubicBezTo>
                  <a:cubicBezTo>
                    <a:pt x="47" y="31"/>
                    <a:pt x="56" y="40"/>
                    <a:pt x="57" y="31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5" name="Freeform 48"/>
            <p:cNvSpPr>
              <a:spLocks noEditPoints="1"/>
            </p:cNvSpPr>
            <p:nvPr/>
          </p:nvSpPr>
          <p:spPr bwMode="auto">
            <a:xfrm rot="16200000" flipV="1">
              <a:off x="11093207" y="5321324"/>
              <a:ext cx="470728" cy="534543"/>
            </a:xfrm>
            <a:custGeom>
              <a:avLst/>
              <a:gdLst>
                <a:gd name="T0" fmla="*/ 81 w 150"/>
                <a:gd name="T1" fmla="*/ 22 h 150"/>
                <a:gd name="T2" fmla="*/ 52 w 150"/>
                <a:gd name="T3" fmla="*/ 17 h 150"/>
                <a:gd name="T4" fmla="*/ 60 w 150"/>
                <a:gd name="T5" fmla="*/ 35 h 150"/>
                <a:gd name="T6" fmla="*/ 45 w 150"/>
                <a:gd name="T7" fmla="*/ 39 h 150"/>
                <a:gd name="T8" fmla="*/ 39 w 150"/>
                <a:gd name="T9" fmla="*/ 20 h 150"/>
                <a:gd name="T10" fmla="*/ 14 w 150"/>
                <a:gd name="T11" fmla="*/ 63 h 150"/>
                <a:gd name="T12" fmla="*/ 25 w 150"/>
                <a:gd name="T13" fmla="*/ 148 h 150"/>
                <a:gd name="T14" fmla="*/ 26 w 150"/>
                <a:gd name="T15" fmla="*/ 137 h 150"/>
                <a:gd name="T16" fmla="*/ 23 w 150"/>
                <a:gd name="T17" fmla="*/ 104 h 150"/>
                <a:gd name="T18" fmla="*/ 26 w 150"/>
                <a:gd name="T19" fmla="*/ 101 h 150"/>
                <a:gd name="T20" fmla="*/ 1 w 150"/>
                <a:gd name="T21" fmla="*/ 61 h 150"/>
                <a:gd name="T22" fmla="*/ 38 w 150"/>
                <a:gd name="T23" fmla="*/ 10 h 150"/>
                <a:gd name="T24" fmla="*/ 91 w 150"/>
                <a:gd name="T25" fmla="*/ 16 h 150"/>
                <a:gd name="T26" fmla="*/ 139 w 150"/>
                <a:gd name="T27" fmla="*/ 2 h 150"/>
                <a:gd name="T28" fmla="*/ 150 w 150"/>
                <a:gd name="T29" fmla="*/ 12 h 150"/>
                <a:gd name="T30" fmla="*/ 82 w 150"/>
                <a:gd name="T31" fmla="*/ 20 h 150"/>
                <a:gd name="T32" fmla="*/ 141 w 150"/>
                <a:gd name="T33" fmla="*/ 2 h 150"/>
                <a:gd name="T34" fmla="*/ 143 w 150"/>
                <a:gd name="T35" fmla="*/ 14 h 150"/>
                <a:gd name="T36" fmla="*/ 44 w 150"/>
                <a:gd name="T37" fmla="*/ 9 h 150"/>
                <a:gd name="T38" fmla="*/ 38 w 150"/>
                <a:gd name="T39" fmla="*/ 12 h 150"/>
                <a:gd name="T40" fmla="*/ 2 w 150"/>
                <a:gd name="T41" fmla="*/ 60 h 150"/>
                <a:gd name="T42" fmla="*/ 28 w 150"/>
                <a:gd name="T43" fmla="*/ 102 h 150"/>
                <a:gd name="T44" fmla="*/ 30 w 150"/>
                <a:gd name="T45" fmla="*/ 104 h 150"/>
                <a:gd name="T46" fmla="*/ 32 w 150"/>
                <a:gd name="T47" fmla="*/ 116 h 150"/>
                <a:gd name="T48" fmla="*/ 31 w 150"/>
                <a:gd name="T49" fmla="*/ 93 h 150"/>
                <a:gd name="T50" fmla="*/ 11 w 150"/>
                <a:gd name="T51" fmla="*/ 61 h 150"/>
                <a:gd name="T52" fmla="*/ 23 w 150"/>
                <a:gd name="T53" fmla="*/ 85 h 150"/>
                <a:gd name="T54" fmla="*/ 19 w 150"/>
                <a:gd name="T55" fmla="*/ 17 h 150"/>
                <a:gd name="T56" fmla="*/ 39 w 150"/>
                <a:gd name="T57" fmla="*/ 13 h 150"/>
                <a:gd name="T58" fmla="*/ 42 w 150"/>
                <a:gd name="T59" fmla="*/ 29 h 150"/>
                <a:gd name="T60" fmla="*/ 48 w 150"/>
                <a:gd name="T61" fmla="*/ 29 h 150"/>
                <a:gd name="T62" fmla="*/ 55 w 150"/>
                <a:gd name="T63" fmla="*/ 32 h 150"/>
                <a:gd name="T64" fmla="*/ 42 w 150"/>
                <a:gd name="T65" fmla="*/ 30 h 150"/>
                <a:gd name="T66" fmla="*/ 60 w 150"/>
                <a:gd name="T67" fmla="*/ 27 h 150"/>
                <a:gd name="T68" fmla="*/ 58 w 150"/>
                <a:gd name="T69" fmla="*/ 25 h 150"/>
                <a:gd name="T70" fmla="*/ 56 w 150"/>
                <a:gd name="T71" fmla="*/ 27 h 150"/>
                <a:gd name="T72" fmla="*/ 50 w 150"/>
                <a:gd name="T73" fmla="*/ 18 h 150"/>
                <a:gd name="T74" fmla="*/ 45 w 150"/>
                <a:gd name="T75" fmla="*/ 9 h 150"/>
                <a:gd name="T76" fmla="*/ 57 w 150"/>
                <a:gd name="T77" fmla="*/ 25 h 150"/>
                <a:gd name="T78" fmla="*/ 53 w 150"/>
                <a:gd name="T79" fmla="*/ 33 h 150"/>
                <a:gd name="T80" fmla="*/ 44 w 150"/>
                <a:gd name="T81" fmla="*/ 29 h 150"/>
                <a:gd name="T82" fmla="*/ 8 w 150"/>
                <a:gd name="T83" fmla="*/ 46 h 150"/>
                <a:gd name="T84" fmla="*/ 146 w 150"/>
                <a:gd name="T85" fmla="*/ 18 h 150"/>
                <a:gd name="T86" fmla="*/ 134 w 150"/>
                <a:gd name="T87" fmla="*/ 33 h 150"/>
                <a:gd name="T88" fmla="*/ 67 w 150"/>
                <a:gd name="T89" fmla="*/ 9 h 150"/>
                <a:gd name="T90" fmla="*/ 145 w 150"/>
                <a:gd name="T91" fmla="*/ 16 h 150"/>
                <a:gd name="T92" fmla="*/ 133 w 150"/>
                <a:gd name="T93" fmla="*/ 31 h 150"/>
                <a:gd name="T94" fmla="*/ 71 w 150"/>
                <a:gd name="T95" fmla="*/ 11 h 150"/>
                <a:gd name="T96" fmla="*/ 54 w 150"/>
                <a:gd name="T97" fmla="*/ 30 h 150"/>
                <a:gd name="T98" fmla="*/ 43 w 150"/>
                <a:gd name="T99" fmla="*/ 16 h 150"/>
                <a:gd name="T100" fmla="*/ 43 w 150"/>
                <a:gd name="T101" fmla="*/ 17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50" h="150">
                  <a:moveTo>
                    <a:pt x="150" y="12"/>
                  </a:moveTo>
                  <a:cubicBezTo>
                    <a:pt x="150" y="20"/>
                    <a:pt x="143" y="32"/>
                    <a:pt x="138" y="34"/>
                  </a:cubicBezTo>
                  <a:cubicBezTo>
                    <a:pt x="120" y="43"/>
                    <a:pt x="99" y="32"/>
                    <a:pt x="81" y="22"/>
                  </a:cubicBezTo>
                  <a:cubicBezTo>
                    <a:pt x="69" y="15"/>
                    <a:pt x="57" y="9"/>
                    <a:pt x="48" y="10"/>
                  </a:cubicBezTo>
                  <a:cubicBezTo>
                    <a:pt x="50" y="12"/>
                    <a:pt x="51" y="15"/>
                    <a:pt x="52" y="17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4" y="16"/>
                    <a:pt x="56" y="16"/>
                    <a:pt x="58" y="17"/>
                  </a:cubicBezTo>
                  <a:cubicBezTo>
                    <a:pt x="61" y="19"/>
                    <a:pt x="61" y="24"/>
                    <a:pt x="61" y="27"/>
                  </a:cubicBezTo>
                  <a:cubicBezTo>
                    <a:pt x="61" y="30"/>
                    <a:pt x="61" y="33"/>
                    <a:pt x="60" y="35"/>
                  </a:cubicBezTo>
                  <a:cubicBezTo>
                    <a:pt x="60" y="35"/>
                    <a:pt x="60" y="35"/>
                    <a:pt x="60" y="35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7" y="38"/>
                    <a:pt x="52" y="39"/>
                    <a:pt x="45" y="39"/>
                  </a:cubicBezTo>
                  <a:cubicBezTo>
                    <a:pt x="45" y="39"/>
                    <a:pt x="45" y="39"/>
                    <a:pt x="45" y="39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1" y="34"/>
                    <a:pt x="40" y="26"/>
                    <a:pt x="39" y="20"/>
                  </a:cubicBezTo>
                  <a:cubicBezTo>
                    <a:pt x="39" y="18"/>
                    <a:pt x="38" y="16"/>
                    <a:pt x="38" y="14"/>
                  </a:cubicBezTo>
                  <a:cubicBezTo>
                    <a:pt x="21" y="15"/>
                    <a:pt x="11" y="27"/>
                    <a:pt x="11" y="47"/>
                  </a:cubicBezTo>
                  <a:cubicBezTo>
                    <a:pt x="11" y="52"/>
                    <a:pt x="12" y="58"/>
                    <a:pt x="14" y="63"/>
                  </a:cubicBezTo>
                  <a:cubicBezTo>
                    <a:pt x="15" y="68"/>
                    <a:pt x="18" y="72"/>
                    <a:pt x="22" y="77"/>
                  </a:cubicBezTo>
                  <a:cubicBezTo>
                    <a:pt x="26" y="82"/>
                    <a:pt x="30" y="87"/>
                    <a:pt x="32" y="93"/>
                  </a:cubicBezTo>
                  <a:cubicBezTo>
                    <a:pt x="39" y="111"/>
                    <a:pt x="36" y="130"/>
                    <a:pt x="25" y="148"/>
                  </a:cubicBezTo>
                  <a:cubicBezTo>
                    <a:pt x="23" y="150"/>
                    <a:pt x="23" y="150"/>
                    <a:pt x="23" y="150"/>
                  </a:cubicBezTo>
                  <a:cubicBezTo>
                    <a:pt x="23" y="147"/>
                    <a:pt x="23" y="147"/>
                    <a:pt x="23" y="147"/>
                  </a:cubicBezTo>
                  <a:cubicBezTo>
                    <a:pt x="24" y="144"/>
                    <a:pt x="25" y="141"/>
                    <a:pt x="26" y="137"/>
                  </a:cubicBezTo>
                  <a:cubicBezTo>
                    <a:pt x="28" y="131"/>
                    <a:pt x="31" y="123"/>
                    <a:pt x="31" y="116"/>
                  </a:cubicBezTo>
                  <a:cubicBezTo>
                    <a:pt x="31" y="112"/>
                    <a:pt x="30" y="108"/>
                    <a:pt x="29" y="105"/>
                  </a:cubicBezTo>
                  <a:cubicBezTo>
                    <a:pt x="28" y="104"/>
                    <a:pt x="26" y="104"/>
                    <a:pt x="23" y="104"/>
                  </a:cubicBezTo>
                  <a:cubicBezTo>
                    <a:pt x="22" y="104"/>
                    <a:pt x="22" y="104"/>
                    <a:pt x="22" y="104"/>
                  </a:cubicBezTo>
                  <a:cubicBezTo>
                    <a:pt x="22" y="103"/>
                    <a:pt x="22" y="103"/>
                    <a:pt x="22" y="103"/>
                  </a:cubicBezTo>
                  <a:cubicBezTo>
                    <a:pt x="22" y="101"/>
                    <a:pt x="24" y="101"/>
                    <a:pt x="26" y="101"/>
                  </a:cubicBezTo>
                  <a:cubicBezTo>
                    <a:pt x="26" y="101"/>
                    <a:pt x="26" y="101"/>
                    <a:pt x="26" y="101"/>
                  </a:cubicBezTo>
                  <a:cubicBezTo>
                    <a:pt x="25" y="97"/>
                    <a:pt x="21" y="93"/>
                    <a:pt x="17" y="88"/>
                  </a:cubicBezTo>
                  <a:cubicBezTo>
                    <a:pt x="10" y="81"/>
                    <a:pt x="2" y="72"/>
                    <a:pt x="1" y="61"/>
                  </a:cubicBezTo>
                  <a:cubicBezTo>
                    <a:pt x="0" y="58"/>
                    <a:pt x="0" y="55"/>
                    <a:pt x="0" y="52"/>
                  </a:cubicBezTo>
                  <a:cubicBezTo>
                    <a:pt x="0" y="37"/>
                    <a:pt x="5" y="24"/>
                    <a:pt x="13" y="17"/>
                  </a:cubicBezTo>
                  <a:cubicBezTo>
                    <a:pt x="20" y="11"/>
                    <a:pt x="28" y="9"/>
                    <a:pt x="38" y="10"/>
                  </a:cubicBezTo>
                  <a:cubicBezTo>
                    <a:pt x="40" y="10"/>
                    <a:pt x="41" y="9"/>
                    <a:pt x="43" y="7"/>
                  </a:cubicBezTo>
                  <a:cubicBezTo>
                    <a:pt x="44" y="6"/>
                    <a:pt x="46" y="5"/>
                    <a:pt x="48" y="4"/>
                  </a:cubicBezTo>
                  <a:cubicBezTo>
                    <a:pt x="62" y="3"/>
                    <a:pt x="77" y="9"/>
                    <a:pt x="91" y="16"/>
                  </a:cubicBezTo>
                  <a:cubicBezTo>
                    <a:pt x="113" y="25"/>
                    <a:pt x="131" y="33"/>
                    <a:pt x="141" y="13"/>
                  </a:cubicBezTo>
                  <a:cubicBezTo>
                    <a:pt x="142" y="12"/>
                    <a:pt x="142" y="11"/>
                    <a:pt x="142" y="10"/>
                  </a:cubicBezTo>
                  <a:cubicBezTo>
                    <a:pt x="142" y="7"/>
                    <a:pt x="140" y="4"/>
                    <a:pt x="139" y="2"/>
                  </a:cubicBezTo>
                  <a:cubicBezTo>
                    <a:pt x="138" y="0"/>
                    <a:pt x="138" y="0"/>
                    <a:pt x="138" y="0"/>
                  </a:cubicBezTo>
                  <a:cubicBezTo>
                    <a:pt x="139" y="0"/>
                    <a:pt x="139" y="0"/>
                    <a:pt x="139" y="0"/>
                  </a:cubicBezTo>
                  <a:cubicBezTo>
                    <a:pt x="146" y="1"/>
                    <a:pt x="150" y="5"/>
                    <a:pt x="150" y="12"/>
                  </a:cubicBezTo>
                  <a:close/>
                  <a:moveTo>
                    <a:pt x="45" y="9"/>
                  </a:moveTo>
                  <a:cubicBezTo>
                    <a:pt x="47" y="9"/>
                    <a:pt x="47" y="9"/>
                    <a:pt x="47" y="9"/>
                  </a:cubicBezTo>
                  <a:cubicBezTo>
                    <a:pt x="56" y="7"/>
                    <a:pt x="68" y="13"/>
                    <a:pt x="82" y="20"/>
                  </a:cubicBezTo>
                  <a:cubicBezTo>
                    <a:pt x="100" y="30"/>
                    <a:pt x="120" y="41"/>
                    <a:pt x="138" y="33"/>
                  </a:cubicBezTo>
                  <a:cubicBezTo>
                    <a:pt x="142" y="31"/>
                    <a:pt x="148" y="20"/>
                    <a:pt x="148" y="12"/>
                  </a:cubicBezTo>
                  <a:cubicBezTo>
                    <a:pt x="148" y="8"/>
                    <a:pt x="147" y="3"/>
                    <a:pt x="141" y="2"/>
                  </a:cubicBezTo>
                  <a:cubicBezTo>
                    <a:pt x="142" y="4"/>
                    <a:pt x="143" y="7"/>
                    <a:pt x="143" y="10"/>
                  </a:cubicBezTo>
                  <a:cubicBezTo>
                    <a:pt x="143" y="11"/>
                    <a:pt x="143" y="13"/>
                    <a:pt x="143" y="14"/>
                  </a:cubicBezTo>
                  <a:cubicBezTo>
                    <a:pt x="143" y="14"/>
                    <a:pt x="143" y="14"/>
                    <a:pt x="143" y="14"/>
                  </a:cubicBezTo>
                  <a:cubicBezTo>
                    <a:pt x="132" y="35"/>
                    <a:pt x="112" y="26"/>
                    <a:pt x="91" y="17"/>
                  </a:cubicBezTo>
                  <a:cubicBezTo>
                    <a:pt x="76" y="11"/>
                    <a:pt x="62" y="5"/>
                    <a:pt x="48" y="6"/>
                  </a:cubicBezTo>
                  <a:cubicBezTo>
                    <a:pt x="46" y="6"/>
                    <a:pt x="45" y="7"/>
                    <a:pt x="44" y="9"/>
                  </a:cubicBezTo>
                  <a:cubicBezTo>
                    <a:pt x="42" y="10"/>
                    <a:pt x="41" y="11"/>
                    <a:pt x="39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29" y="10"/>
                    <a:pt x="20" y="13"/>
                    <a:pt x="14" y="18"/>
                  </a:cubicBezTo>
                  <a:cubicBezTo>
                    <a:pt x="6" y="25"/>
                    <a:pt x="2" y="37"/>
                    <a:pt x="2" y="52"/>
                  </a:cubicBezTo>
                  <a:cubicBezTo>
                    <a:pt x="2" y="55"/>
                    <a:pt x="2" y="58"/>
                    <a:pt x="2" y="60"/>
                  </a:cubicBezTo>
                  <a:cubicBezTo>
                    <a:pt x="4" y="72"/>
                    <a:pt x="11" y="80"/>
                    <a:pt x="18" y="87"/>
                  </a:cubicBezTo>
                  <a:cubicBezTo>
                    <a:pt x="23" y="92"/>
                    <a:pt x="27" y="97"/>
                    <a:pt x="28" y="102"/>
                  </a:cubicBezTo>
                  <a:cubicBezTo>
                    <a:pt x="28" y="102"/>
                    <a:pt x="28" y="102"/>
                    <a:pt x="28" y="102"/>
                  </a:cubicBezTo>
                  <a:cubicBezTo>
                    <a:pt x="27" y="102"/>
                    <a:pt x="27" y="102"/>
                    <a:pt x="27" y="102"/>
                  </a:cubicBezTo>
                  <a:cubicBezTo>
                    <a:pt x="27" y="102"/>
                    <a:pt x="27" y="102"/>
                    <a:pt x="27" y="102"/>
                  </a:cubicBezTo>
                  <a:cubicBezTo>
                    <a:pt x="28" y="103"/>
                    <a:pt x="29" y="103"/>
                    <a:pt x="30" y="104"/>
                  </a:cubicBezTo>
                  <a:cubicBezTo>
                    <a:pt x="31" y="104"/>
                    <a:pt x="31" y="104"/>
                    <a:pt x="31" y="104"/>
                  </a:cubicBezTo>
                  <a:cubicBezTo>
                    <a:pt x="31" y="104"/>
                    <a:pt x="31" y="104"/>
                    <a:pt x="31" y="104"/>
                  </a:cubicBezTo>
                  <a:cubicBezTo>
                    <a:pt x="32" y="108"/>
                    <a:pt x="32" y="112"/>
                    <a:pt x="32" y="116"/>
                  </a:cubicBezTo>
                  <a:cubicBezTo>
                    <a:pt x="32" y="124"/>
                    <a:pt x="30" y="131"/>
                    <a:pt x="28" y="138"/>
                  </a:cubicBezTo>
                  <a:cubicBezTo>
                    <a:pt x="27" y="140"/>
                    <a:pt x="26" y="141"/>
                    <a:pt x="26" y="143"/>
                  </a:cubicBezTo>
                  <a:cubicBezTo>
                    <a:pt x="35" y="127"/>
                    <a:pt x="37" y="110"/>
                    <a:pt x="31" y="93"/>
                  </a:cubicBezTo>
                  <a:cubicBezTo>
                    <a:pt x="28" y="88"/>
                    <a:pt x="25" y="83"/>
                    <a:pt x="21" y="78"/>
                  </a:cubicBezTo>
                  <a:cubicBezTo>
                    <a:pt x="17" y="73"/>
                    <a:pt x="14" y="69"/>
                    <a:pt x="12" y="64"/>
                  </a:cubicBezTo>
                  <a:cubicBezTo>
                    <a:pt x="12" y="63"/>
                    <a:pt x="12" y="62"/>
                    <a:pt x="11" y="61"/>
                  </a:cubicBezTo>
                  <a:cubicBezTo>
                    <a:pt x="13" y="71"/>
                    <a:pt x="17" y="79"/>
                    <a:pt x="23" y="84"/>
                  </a:cubicBezTo>
                  <a:cubicBezTo>
                    <a:pt x="26" y="86"/>
                    <a:pt x="26" y="86"/>
                    <a:pt x="26" y="86"/>
                  </a:cubicBezTo>
                  <a:cubicBezTo>
                    <a:pt x="23" y="85"/>
                    <a:pt x="23" y="85"/>
                    <a:pt x="23" y="85"/>
                  </a:cubicBezTo>
                  <a:cubicBezTo>
                    <a:pt x="10" y="82"/>
                    <a:pt x="4" y="64"/>
                    <a:pt x="4" y="49"/>
                  </a:cubicBezTo>
                  <a:cubicBezTo>
                    <a:pt x="4" y="34"/>
                    <a:pt x="9" y="21"/>
                    <a:pt x="18" y="16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5" y="21"/>
                    <a:pt x="12" y="28"/>
                    <a:pt x="10" y="37"/>
                  </a:cubicBezTo>
                  <a:cubicBezTo>
                    <a:pt x="13" y="22"/>
                    <a:pt x="23" y="14"/>
                    <a:pt x="38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40" y="15"/>
                    <a:pt x="40" y="18"/>
                    <a:pt x="40" y="20"/>
                  </a:cubicBezTo>
                  <a:cubicBezTo>
                    <a:pt x="41" y="23"/>
                    <a:pt x="41" y="26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3" y="28"/>
                    <a:pt x="44" y="27"/>
                    <a:pt x="44" y="27"/>
                  </a:cubicBezTo>
                  <a:cubicBezTo>
                    <a:pt x="46" y="27"/>
                    <a:pt x="47" y="28"/>
                    <a:pt x="48" y="29"/>
                  </a:cubicBezTo>
                  <a:cubicBezTo>
                    <a:pt x="50" y="31"/>
                    <a:pt x="52" y="32"/>
                    <a:pt x="54" y="31"/>
                  </a:cubicBezTo>
                  <a:cubicBezTo>
                    <a:pt x="55" y="31"/>
                    <a:pt x="55" y="31"/>
                    <a:pt x="55" y="31"/>
                  </a:cubicBezTo>
                  <a:cubicBezTo>
                    <a:pt x="55" y="32"/>
                    <a:pt x="55" y="32"/>
                    <a:pt x="55" y="32"/>
                  </a:cubicBezTo>
                  <a:cubicBezTo>
                    <a:pt x="54" y="35"/>
                    <a:pt x="53" y="36"/>
                    <a:pt x="52" y="37"/>
                  </a:cubicBezTo>
                  <a:cubicBezTo>
                    <a:pt x="48" y="38"/>
                    <a:pt x="43" y="32"/>
                    <a:pt x="42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3" y="33"/>
                    <a:pt x="44" y="35"/>
                    <a:pt x="46" y="37"/>
                  </a:cubicBezTo>
                  <a:cubicBezTo>
                    <a:pt x="52" y="38"/>
                    <a:pt x="56" y="37"/>
                    <a:pt x="59" y="35"/>
                  </a:cubicBezTo>
                  <a:cubicBezTo>
                    <a:pt x="60" y="32"/>
                    <a:pt x="60" y="30"/>
                    <a:pt x="60" y="27"/>
                  </a:cubicBezTo>
                  <a:cubicBezTo>
                    <a:pt x="60" y="23"/>
                    <a:pt x="59" y="20"/>
                    <a:pt x="57" y="18"/>
                  </a:cubicBezTo>
                  <a:cubicBezTo>
                    <a:pt x="56" y="18"/>
                    <a:pt x="55" y="18"/>
                    <a:pt x="53" y="18"/>
                  </a:cubicBezTo>
                  <a:cubicBezTo>
                    <a:pt x="56" y="19"/>
                    <a:pt x="58" y="22"/>
                    <a:pt x="58" y="25"/>
                  </a:cubicBezTo>
                  <a:cubicBezTo>
                    <a:pt x="58" y="26"/>
                    <a:pt x="58" y="26"/>
                    <a:pt x="57" y="27"/>
                  </a:cubicBezTo>
                  <a:cubicBezTo>
                    <a:pt x="57" y="27"/>
                    <a:pt x="57" y="27"/>
                    <a:pt x="57" y="27"/>
                  </a:cubicBezTo>
                  <a:cubicBezTo>
                    <a:pt x="56" y="27"/>
                    <a:pt x="56" y="27"/>
                    <a:pt x="56" y="27"/>
                  </a:cubicBezTo>
                  <a:cubicBezTo>
                    <a:pt x="53" y="24"/>
                    <a:pt x="52" y="21"/>
                    <a:pt x="51" y="19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50" y="18"/>
                    <a:pt x="50" y="18"/>
                    <a:pt x="50" y="18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49" y="15"/>
                    <a:pt x="49" y="12"/>
                    <a:pt x="46" y="10"/>
                  </a:cubicBezTo>
                  <a:lnTo>
                    <a:pt x="45" y="9"/>
                  </a:lnTo>
                  <a:close/>
                  <a:moveTo>
                    <a:pt x="57" y="25"/>
                  </a:moveTo>
                  <a:cubicBezTo>
                    <a:pt x="57" y="24"/>
                    <a:pt x="55" y="21"/>
                    <a:pt x="53" y="19"/>
                  </a:cubicBezTo>
                  <a:cubicBezTo>
                    <a:pt x="53" y="21"/>
                    <a:pt x="54" y="23"/>
                    <a:pt x="57" y="25"/>
                  </a:cubicBezTo>
                  <a:close/>
                  <a:moveTo>
                    <a:pt x="44" y="29"/>
                  </a:moveTo>
                  <a:cubicBezTo>
                    <a:pt x="45" y="32"/>
                    <a:pt x="49" y="36"/>
                    <a:pt x="51" y="35"/>
                  </a:cubicBezTo>
                  <a:cubicBezTo>
                    <a:pt x="52" y="35"/>
                    <a:pt x="53" y="34"/>
                    <a:pt x="53" y="33"/>
                  </a:cubicBezTo>
                  <a:cubicBezTo>
                    <a:pt x="51" y="33"/>
                    <a:pt x="49" y="32"/>
                    <a:pt x="47" y="30"/>
                  </a:cubicBezTo>
                  <a:cubicBezTo>
                    <a:pt x="46" y="30"/>
                    <a:pt x="45" y="29"/>
                    <a:pt x="45" y="29"/>
                  </a:cubicBezTo>
                  <a:cubicBezTo>
                    <a:pt x="44" y="29"/>
                    <a:pt x="44" y="29"/>
                    <a:pt x="44" y="29"/>
                  </a:cubicBezTo>
                  <a:close/>
                  <a:moveTo>
                    <a:pt x="5" y="49"/>
                  </a:moveTo>
                  <a:cubicBezTo>
                    <a:pt x="5" y="62"/>
                    <a:pt x="10" y="77"/>
                    <a:pt x="19" y="82"/>
                  </a:cubicBezTo>
                  <a:cubicBezTo>
                    <a:pt x="12" y="74"/>
                    <a:pt x="8" y="58"/>
                    <a:pt x="8" y="46"/>
                  </a:cubicBezTo>
                  <a:cubicBezTo>
                    <a:pt x="8" y="36"/>
                    <a:pt x="10" y="28"/>
                    <a:pt x="13" y="22"/>
                  </a:cubicBezTo>
                  <a:cubicBezTo>
                    <a:pt x="8" y="29"/>
                    <a:pt x="5" y="38"/>
                    <a:pt x="5" y="49"/>
                  </a:cubicBezTo>
                  <a:close/>
                  <a:moveTo>
                    <a:pt x="146" y="18"/>
                  </a:moveTo>
                  <a:cubicBezTo>
                    <a:pt x="146" y="18"/>
                    <a:pt x="146" y="18"/>
                    <a:pt x="146" y="18"/>
                  </a:cubicBezTo>
                  <a:cubicBezTo>
                    <a:pt x="146" y="21"/>
                    <a:pt x="139" y="31"/>
                    <a:pt x="134" y="33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03" y="35"/>
                    <a:pt x="85" y="24"/>
                    <a:pt x="66" y="10"/>
                  </a:cubicBezTo>
                  <a:cubicBezTo>
                    <a:pt x="63" y="8"/>
                    <a:pt x="63" y="8"/>
                    <a:pt x="63" y="8"/>
                  </a:cubicBezTo>
                  <a:cubicBezTo>
                    <a:pt x="67" y="9"/>
                    <a:pt x="67" y="9"/>
                    <a:pt x="67" y="9"/>
                  </a:cubicBezTo>
                  <a:cubicBezTo>
                    <a:pt x="73" y="10"/>
                    <a:pt x="80" y="13"/>
                    <a:pt x="88" y="17"/>
                  </a:cubicBezTo>
                  <a:cubicBezTo>
                    <a:pt x="108" y="26"/>
                    <a:pt x="131" y="36"/>
                    <a:pt x="144" y="16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6" y="16"/>
                    <a:pt x="146" y="16"/>
                    <a:pt x="146" y="18"/>
                  </a:cubicBezTo>
                  <a:close/>
                  <a:moveTo>
                    <a:pt x="133" y="31"/>
                  </a:moveTo>
                  <a:cubicBezTo>
                    <a:pt x="138" y="29"/>
                    <a:pt x="144" y="21"/>
                    <a:pt x="145" y="18"/>
                  </a:cubicBezTo>
                  <a:cubicBezTo>
                    <a:pt x="131" y="37"/>
                    <a:pt x="108" y="27"/>
                    <a:pt x="87" y="18"/>
                  </a:cubicBezTo>
                  <a:cubicBezTo>
                    <a:pt x="81" y="15"/>
                    <a:pt x="76" y="13"/>
                    <a:pt x="71" y="11"/>
                  </a:cubicBezTo>
                  <a:cubicBezTo>
                    <a:pt x="88" y="23"/>
                    <a:pt x="105" y="33"/>
                    <a:pt x="133" y="31"/>
                  </a:cubicBezTo>
                  <a:close/>
                  <a:moveTo>
                    <a:pt x="55" y="30"/>
                  </a:moveTo>
                  <a:cubicBezTo>
                    <a:pt x="54" y="30"/>
                    <a:pt x="54" y="30"/>
                    <a:pt x="54" y="30"/>
                  </a:cubicBezTo>
                  <a:cubicBezTo>
                    <a:pt x="47" y="29"/>
                    <a:pt x="42" y="25"/>
                    <a:pt x="42" y="17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3" y="16"/>
                    <a:pt x="43" y="16"/>
                    <a:pt x="43" y="16"/>
                  </a:cubicBezTo>
                  <a:cubicBezTo>
                    <a:pt x="50" y="17"/>
                    <a:pt x="53" y="23"/>
                    <a:pt x="55" y="29"/>
                  </a:cubicBezTo>
                  <a:lnTo>
                    <a:pt x="55" y="30"/>
                  </a:lnTo>
                  <a:close/>
                  <a:moveTo>
                    <a:pt x="43" y="17"/>
                  </a:moveTo>
                  <a:cubicBezTo>
                    <a:pt x="44" y="24"/>
                    <a:pt x="47" y="27"/>
                    <a:pt x="53" y="28"/>
                  </a:cubicBezTo>
                  <a:cubicBezTo>
                    <a:pt x="51" y="23"/>
                    <a:pt x="49" y="19"/>
                    <a:pt x="43" y="17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6" name="Freeform 49"/>
            <p:cNvSpPr>
              <a:spLocks noEditPoints="1"/>
            </p:cNvSpPr>
            <p:nvPr/>
          </p:nvSpPr>
          <p:spPr bwMode="auto">
            <a:xfrm rot="16200000" flipV="1">
              <a:off x="11051654" y="771453"/>
              <a:ext cx="468508" cy="519485"/>
            </a:xfrm>
            <a:custGeom>
              <a:avLst/>
              <a:gdLst>
                <a:gd name="T0" fmla="*/ 61 w 149"/>
                <a:gd name="T1" fmla="*/ 17 h 146"/>
                <a:gd name="T2" fmla="*/ 70 w 149"/>
                <a:gd name="T3" fmla="*/ 13 h 146"/>
                <a:gd name="T4" fmla="*/ 67 w 149"/>
                <a:gd name="T5" fmla="*/ 22 h 146"/>
                <a:gd name="T6" fmla="*/ 71 w 149"/>
                <a:gd name="T7" fmla="*/ 8 h 146"/>
                <a:gd name="T8" fmla="*/ 77 w 149"/>
                <a:gd name="T9" fmla="*/ 20 h 146"/>
                <a:gd name="T10" fmla="*/ 146 w 149"/>
                <a:gd name="T11" fmla="*/ 39 h 146"/>
                <a:gd name="T12" fmla="*/ 125 w 149"/>
                <a:gd name="T13" fmla="*/ 103 h 146"/>
                <a:gd name="T14" fmla="*/ 146 w 149"/>
                <a:gd name="T15" fmla="*/ 99 h 146"/>
                <a:gd name="T16" fmla="*/ 148 w 149"/>
                <a:gd name="T17" fmla="*/ 120 h 146"/>
                <a:gd name="T18" fmla="*/ 129 w 149"/>
                <a:gd name="T19" fmla="*/ 119 h 146"/>
                <a:gd name="T20" fmla="*/ 141 w 149"/>
                <a:gd name="T21" fmla="*/ 143 h 146"/>
                <a:gd name="T22" fmla="*/ 124 w 149"/>
                <a:gd name="T23" fmla="*/ 108 h 146"/>
                <a:gd name="T24" fmla="*/ 121 w 149"/>
                <a:gd name="T25" fmla="*/ 76 h 146"/>
                <a:gd name="T26" fmla="*/ 132 w 149"/>
                <a:gd name="T27" fmla="*/ 18 h 146"/>
                <a:gd name="T28" fmla="*/ 46 w 149"/>
                <a:gd name="T29" fmla="*/ 31 h 146"/>
                <a:gd name="T30" fmla="*/ 0 w 149"/>
                <a:gd name="T31" fmla="*/ 27 h 146"/>
                <a:gd name="T32" fmla="*/ 60 w 149"/>
                <a:gd name="T33" fmla="*/ 24 h 146"/>
                <a:gd name="T34" fmla="*/ 58 w 149"/>
                <a:gd name="T35" fmla="*/ 11 h 146"/>
                <a:gd name="T36" fmla="*/ 68 w 149"/>
                <a:gd name="T37" fmla="*/ 8 h 146"/>
                <a:gd name="T38" fmla="*/ 61 w 149"/>
                <a:gd name="T39" fmla="*/ 17 h 146"/>
                <a:gd name="T40" fmla="*/ 58 w 149"/>
                <a:gd name="T41" fmla="*/ 27 h 146"/>
                <a:gd name="T42" fmla="*/ 31 w 149"/>
                <a:gd name="T43" fmla="*/ 25 h 146"/>
                <a:gd name="T44" fmla="*/ 58 w 149"/>
                <a:gd name="T45" fmla="*/ 27 h 146"/>
                <a:gd name="T46" fmla="*/ 101 w 149"/>
                <a:gd name="T47" fmla="*/ 11 h 146"/>
                <a:gd name="T48" fmla="*/ 88 w 149"/>
                <a:gd name="T49" fmla="*/ 20 h 146"/>
                <a:gd name="T50" fmla="*/ 101 w 149"/>
                <a:gd name="T51" fmla="*/ 11 h 146"/>
                <a:gd name="T52" fmla="*/ 142 w 149"/>
                <a:gd name="T53" fmla="*/ 32 h 146"/>
                <a:gd name="T54" fmla="*/ 141 w 149"/>
                <a:gd name="T55" fmla="*/ 34 h 146"/>
                <a:gd name="T56" fmla="*/ 122 w 149"/>
                <a:gd name="T57" fmla="*/ 95 h 146"/>
                <a:gd name="T58" fmla="*/ 142 w 149"/>
                <a:gd name="T59" fmla="*/ 32 h 146"/>
                <a:gd name="T60" fmla="*/ 145 w 149"/>
                <a:gd name="T61" fmla="*/ 119 h 146"/>
                <a:gd name="T62" fmla="*/ 142 w 149"/>
                <a:gd name="T63" fmla="*/ 106 h 146"/>
                <a:gd name="T64" fmla="*/ 132 w 149"/>
                <a:gd name="T65" fmla="*/ 106 h 146"/>
                <a:gd name="T66" fmla="*/ 145 w 149"/>
                <a:gd name="T67" fmla="*/ 119 h 146"/>
                <a:gd name="T68" fmla="*/ 146 w 149"/>
                <a:gd name="T69" fmla="*/ 103 h 146"/>
                <a:gd name="T70" fmla="*/ 134 w 149"/>
                <a:gd name="T71" fmla="*/ 103 h 146"/>
                <a:gd name="T72" fmla="*/ 146 w 149"/>
                <a:gd name="T73" fmla="*/ 103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49" h="146">
                  <a:moveTo>
                    <a:pt x="61" y="17"/>
                  </a:moveTo>
                  <a:cubicBezTo>
                    <a:pt x="64" y="17"/>
                    <a:pt x="67" y="9"/>
                    <a:pt x="70" y="13"/>
                  </a:cubicBezTo>
                  <a:cubicBezTo>
                    <a:pt x="68" y="15"/>
                    <a:pt x="65" y="17"/>
                    <a:pt x="67" y="22"/>
                  </a:cubicBezTo>
                  <a:cubicBezTo>
                    <a:pt x="78" y="22"/>
                    <a:pt x="72" y="11"/>
                    <a:pt x="71" y="8"/>
                  </a:cubicBezTo>
                  <a:cubicBezTo>
                    <a:pt x="75" y="4"/>
                    <a:pt x="81" y="15"/>
                    <a:pt x="77" y="20"/>
                  </a:cubicBezTo>
                  <a:cubicBezTo>
                    <a:pt x="103" y="0"/>
                    <a:pt x="144" y="7"/>
                    <a:pt x="146" y="39"/>
                  </a:cubicBezTo>
                  <a:cubicBezTo>
                    <a:pt x="148" y="63"/>
                    <a:pt x="123" y="79"/>
                    <a:pt x="125" y="103"/>
                  </a:cubicBezTo>
                  <a:cubicBezTo>
                    <a:pt x="130" y="105"/>
                    <a:pt x="138" y="94"/>
                    <a:pt x="146" y="99"/>
                  </a:cubicBezTo>
                  <a:cubicBezTo>
                    <a:pt x="149" y="104"/>
                    <a:pt x="147" y="114"/>
                    <a:pt x="148" y="120"/>
                  </a:cubicBezTo>
                  <a:cubicBezTo>
                    <a:pt x="142" y="125"/>
                    <a:pt x="135" y="122"/>
                    <a:pt x="129" y="119"/>
                  </a:cubicBezTo>
                  <a:cubicBezTo>
                    <a:pt x="129" y="131"/>
                    <a:pt x="129" y="143"/>
                    <a:pt x="141" y="143"/>
                  </a:cubicBezTo>
                  <a:cubicBezTo>
                    <a:pt x="120" y="146"/>
                    <a:pt x="125" y="125"/>
                    <a:pt x="124" y="108"/>
                  </a:cubicBezTo>
                  <a:cubicBezTo>
                    <a:pt x="123" y="95"/>
                    <a:pt x="118" y="88"/>
                    <a:pt x="121" y="76"/>
                  </a:cubicBezTo>
                  <a:cubicBezTo>
                    <a:pt x="125" y="57"/>
                    <a:pt x="149" y="40"/>
                    <a:pt x="132" y="18"/>
                  </a:cubicBezTo>
                  <a:cubicBezTo>
                    <a:pt x="101" y="5"/>
                    <a:pt x="76" y="33"/>
                    <a:pt x="46" y="31"/>
                  </a:cubicBezTo>
                  <a:cubicBezTo>
                    <a:pt x="31" y="30"/>
                    <a:pt x="16" y="16"/>
                    <a:pt x="0" y="27"/>
                  </a:cubicBezTo>
                  <a:cubicBezTo>
                    <a:pt x="14" y="12"/>
                    <a:pt x="37" y="23"/>
                    <a:pt x="60" y="24"/>
                  </a:cubicBezTo>
                  <a:cubicBezTo>
                    <a:pt x="62" y="22"/>
                    <a:pt x="58" y="15"/>
                    <a:pt x="58" y="11"/>
                  </a:cubicBezTo>
                  <a:cubicBezTo>
                    <a:pt x="61" y="10"/>
                    <a:pt x="64" y="4"/>
                    <a:pt x="68" y="8"/>
                  </a:cubicBezTo>
                  <a:cubicBezTo>
                    <a:pt x="67" y="9"/>
                    <a:pt x="59" y="9"/>
                    <a:pt x="61" y="17"/>
                  </a:cubicBezTo>
                  <a:close/>
                  <a:moveTo>
                    <a:pt x="58" y="27"/>
                  </a:moveTo>
                  <a:cubicBezTo>
                    <a:pt x="49" y="25"/>
                    <a:pt x="41" y="22"/>
                    <a:pt x="31" y="25"/>
                  </a:cubicBezTo>
                  <a:cubicBezTo>
                    <a:pt x="41" y="26"/>
                    <a:pt x="49" y="32"/>
                    <a:pt x="58" y="27"/>
                  </a:cubicBezTo>
                  <a:close/>
                  <a:moveTo>
                    <a:pt x="101" y="11"/>
                  </a:moveTo>
                  <a:cubicBezTo>
                    <a:pt x="98" y="14"/>
                    <a:pt x="85" y="15"/>
                    <a:pt x="88" y="20"/>
                  </a:cubicBezTo>
                  <a:cubicBezTo>
                    <a:pt x="90" y="15"/>
                    <a:pt x="104" y="16"/>
                    <a:pt x="101" y="11"/>
                  </a:cubicBezTo>
                  <a:close/>
                  <a:moveTo>
                    <a:pt x="142" y="32"/>
                  </a:moveTo>
                  <a:cubicBezTo>
                    <a:pt x="140" y="29"/>
                    <a:pt x="138" y="30"/>
                    <a:pt x="141" y="34"/>
                  </a:cubicBezTo>
                  <a:cubicBezTo>
                    <a:pt x="139" y="59"/>
                    <a:pt x="121" y="67"/>
                    <a:pt x="122" y="95"/>
                  </a:cubicBezTo>
                  <a:cubicBezTo>
                    <a:pt x="127" y="73"/>
                    <a:pt x="146" y="59"/>
                    <a:pt x="142" y="32"/>
                  </a:cubicBezTo>
                  <a:close/>
                  <a:moveTo>
                    <a:pt x="145" y="119"/>
                  </a:moveTo>
                  <a:cubicBezTo>
                    <a:pt x="145" y="113"/>
                    <a:pt x="145" y="109"/>
                    <a:pt x="142" y="106"/>
                  </a:cubicBezTo>
                  <a:cubicBezTo>
                    <a:pt x="139" y="106"/>
                    <a:pt x="135" y="106"/>
                    <a:pt x="132" y="106"/>
                  </a:cubicBezTo>
                  <a:cubicBezTo>
                    <a:pt x="126" y="113"/>
                    <a:pt x="134" y="121"/>
                    <a:pt x="145" y="119"/>
                  </a:cubicBezTo>
                  <a:close/>
                  <a:moveTo>
                    <a:pt x="146" y="103"/>
                  </a:moveTo>
                  <a:cubicBezTo>
                    <a:pt x="142" y="100"/>
                    <a:pt x="137" y="100"/>
                    <a:pt x="134" y="103"/>
                  </a:cubicBezTo>
                  <a:cubicBezTo>
                    <a:pt x="139" y="101"/>
                    <a:pt x="144" y="107"/>
                    <a:pt x="146" y="103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7" name="Freeform 50"/>
            <p:cNvSpPr>
              <a:spLocks noEditPoints="1"/>
            </p:cNvSpPr>
            <p:nvPr/>
          </p:nvSpPr>
          <p:spPr bwMode="auto">
            <a:xfrm rot="16200000" flipV="1">
              <a:off x="11044126" y="786511"/>
              <a:ext cx="468508" cy="489370"/>
            </a:xfrm>
            <a:custGeom>
              <a:avLst/>
              <a:gdLst>
                <a:gd name="T0" fmla="*/ 69 w 149"/>
                <a:gd name="T1" fmla="*/ 3 h 138"/>
                <a:gd name="T2" fmla="*/ 64 w 149"/>
                <a:gd name="T3" fmla="*/ 7 h 138"/>
                <a:gd name="T4" fmla="*/ 70 w 149"/>
                <a:gd name="T5" fmla="*/ 7 h 138"/>
                <a:gd name="T6" fmla="*/ 70 w 149"/>
                <a:gd name="T7" fmla="*/ 3 h 138"/>
                <a:gd name="T8" fmla="*/ 73 w 149"/>
                <a:gd name="T9" fmla="*/ 1 h 138"/>
                <a:gd name="T10" fmla="*/ 147 w 149"/>
                <a:gd name="T11" fmla="*/ 33 h 138"/>
                <a:gd name="T12" fmla="*/ 142 w 149"/>
                <a:gd name="T13" fmla="*/ 91 h 138"/>
                <a:gd name="T14" fmla="*/ 149 w 149"/>
                <a:gd name="T15" fmla="*/ 114 h 138"/>
                <a:gd name="T16" fmla="*/ 130 w 149"/>
                <a:gd name="T17" fmla="*/ 114 h 138"/>
                <a:gd name="T18" fmla="*/ 137 w 149"/>
                <a:gd name="T19" fmla="*/ 138 h 138"/>
                <a:gd name="T20" fmla="*/ 122 w 149"/>
                <a:gd name="T21" fmla="*/ 94 h 138"/>
                <a:gd name="T22" fmla="*/ 129 w 149"/>
                <a:gd name="T23" fmla="*/ 51 h 138"/>
                <a:gd name="T24" fmla="*/ 49 w 149"/>
                <a:gd name="T25" fmla="*/ 26 h 138"/>
                <a:gd name="T26" fmla="*/ 1 w 149"/>
                <a:gd name="T27" fmla="*/ 21 h 138"/>
                <a:gd name="T28" fmla="*/ 39 w 149"/>
                <a:gd name="T29" fmla="*/ 15 h 138"/>
                <a:gd name="T30" fmla="*/ 58 w 149"/>
                <a:gd name="T31" fmla="*/ 5 h 138"/>
                <a:gd name="T32" fmla="*/ 67 w 149"/>
                <a:gd name="T33" fmla="*/ 2 h 138"/>
                <a:gd name="T34" fmla="*/ 60 w 149"/>
                <a:gd name="T35" fmla="*/ 10 h 138"/>
                <a:gd name="T36" fmla="*/ 77 w 149"/>
                <a:gd name="T37" fmla="*/ 14 h 138"/>
                <a:gd name="T38" fmla="*/ 73 w 149"/>
                <a:gd name="T39" fmla="*/ 15 h 138"/>
                <a:gd name="T40" fmla="*/ 68 w 149"/>
                <a:gd name="T41" fmla="*/ 8 h 138"/>
                <a:gd name="T42" fmla="*/ 61 w 149"/>
                <a:gd name="T43" fmla="*/ 12 h 138"/>
                <a:gd name="T44" fmla="*/ 60 w 149"/>
                <a:gd name="T45" fmla="*/ 19 h 138"/>
                <a:gd name="T46" fmla="*/ 7 w 149"/>
                <a:gd name="T47" fmla="*/ 17 h 138"/>
                <a:gd name="T48" fmla="*/ 40 w 149"/>
                <a:gd name="T49" fmla="*/ 17 h 138"/>
                <a:gd name="T50" fmla="*/ 60 w 149"/>
                <a:gd name="T51" fmla="*/ 20 h 138"/>
                <a:gd name="T52" fmla="*/ 31 w 149"/>
                <a:gd name="T53" fmla="*/ 20 h 138"/>
                <a:gd name="T54" fmla="*/ 49 w 149"/>
                <a:gd name="T55" fmla="*/ 24 h 138"/>
                <a:gd name="T56" fmla="*/ 87 w 149"/>
                <a:gd name="T57" fmla="*/ 12 h 138"/>
                <a:gd name="T58" fmla="*/ 77 w 149"/>
                <a:gd name="T59" fmla="*/ 14 h 138"/>
                <a:gd name="T60" fmla="*/ 124 w 149"/>
                <a:gd name="T61" fmla="*/ 97 h 138"/>
                <a:gd name="T62" fmla="*/ 101 w 149"/>
                <a:gd name="T63" fmla="*/ 4 h 138"/>
                <a:gd name="T64" fmla="*/ 89 w 149"/>
                <a:gd name="T65" fmla="*/ 14 h 138"/>
                <a:gd name="T66" fmla="*/ 133 w 149"/>
                <a:gd name="T67" fmla="*/ 12 h 138"/>
                <a:gd name="T68" fmla="*/ 131 w 149"/>
                <a:gd name="T69" fmla="*/ 55 h 138"/>
                <a:gd name="T70" fmla="*/ 140 w 149"/>
                <a:gd name="T71" fmla="*/ 24 h 138"/>
                <a:gd name="T72" fmla="*/ 123 w 149"/>
                <a:gd name="T73" fmla="*/ 89 h 138"/>
                <a:gd name="T74" fmla="*/ 135 w 149"/>
                <a:gd name="T75" fmla="*/ 137 h 138"/>
                <a:gd name="T76" fmla="*/ 141 w 149"/>
                <a:gd name="T77" fmla="*/ 116 h 138"/>
                <a:gd name="T78" fmla="*/ 147 w 149"/>
                <a:gd name="T79" fmla="*/ 98 h 138"/>
                <a:gd name="T80" fmla="*/ 131 w 149"/>
                <a:gd name="T81" fmla="*/ 99 h 138"/>
                <a:gd name="T82" fmla="*/ 146 w 149"/>
                <a:gd name="T83" fmla="*/ 94 h 138"/>
                <a:gd name="T84" fmla="*/ 88 w 149"/>
                <a:gd name="T85" fmla="*/ 12 h 138"/>
                <a:gd name="T86" fmla="*/ 95 w 149"/>
                <a:gd name="T87" fmla="*/ 9 h 138"/>
                <a:gd name="T88" fmla="*/ 40 w 149"/>
                <a:gd name="T89" fmla="*/ 19 h 138"/>
                <a:gd name="T90" fmla="*/ 56 w 149"/>
                <a:gd name="T91" fmla="*/ 21 h 138"/>
                <a:gd name="T92" fmla="*/ 141 w 149"/>
                <a:gd name="T93" fmla="*/ 28 h 138"/>
                <a:gd name="T94" fmla="*/ 131 w 149"/>
                <a:gd name="T95" fmla="*/ 66 h 138"/>
                <a:gd name="T96" fmla="*/ 141 w 149"/>
                <a:gd name="T97" fmla="*/ 97 h 138"/>
                <a:gd name="T98" fmla="*/ 143 w 149"/>
                <a:gd name="T99" fmla="*/ 100 h 138"/>
                <a:gd name="T100" fmla="*/ 130 w 149"/>
                <a:gd name="T101" fmla="*/ 108 h 138"/>
                <a:gd name="T102" fmla="*/ 131 w 149"/>
                <a:gd name="T103" fmla="*/ 107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49" h="138">
                  <a:moveTo>
                    <a:pt x="65" y="0"/>
                  </a:moveTo>
                  <a:cubicBezTo>
                    <a:pt x="66" y="0"/>
                    <a:pt x="68" y="1"/>
                    <a:pt x="69" y="2"/>
                  </a:cubicBezTo>
                  <a:cubicBezTo>
                    <a:pt x="69" y="2"/>
                    <a:pt x="69" y="2"/>
                    <a:pt x="69" y="2"/>
                  </a:cubicBezTo>
                  <a:cubicBezTo>
                    <a:pt x="69" y="3"/>
                    <a:pt x="69" y="3"/>
                    <a:pt x="69" y="3"/>
                  </a:cubicBezTo>
                  <a:cubicBezTo>
                    <a:pt x="68" y="3"/>
                    <a:pt x="68" y="3"/>
                    <a:pt x="67" y="4"/>
                  </a:cubicBezTo>
                  <a:cubicBezTo>
                    <a:pt x="65" y="4"/>
                    <a:pt x="63" y="4"/>
                    <a:pt x="62" y="6"/>
                  </a:cubicBezTo>
                  <a:cubicBezTo>
                    <a:pt x="62" y="7"/>
                    <a:pt x="61" y="8"/>
                    <a:pt x="62" y="10"/>
                  </a:cubicBezTo>
                  <a:cubicBezTo>
                    <a:pt x="63" y="9"/>
                    <a:pt x="63" y="8"/>
                    <a:pt x="64" y="7"/>
                  </a:cubicBezTo>
                  <a:cubicBezTo>
                    <a:pt x="66" y="6"/>
                    <a:pt x="67" y="5"/>
                    <a:pt x="68" y="5"/>
                  </a:cubicBezTo>
                  <a:cubicBezTo>
                    <a:pt x="69" y="5"/>
                    <a:pt x="70" y="5"/>
                    <a:pt x="70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70" y="8"/>
                    <a:pt x="69" y="8"/>
                    <a:pt x="69" y="9"/>
                  </a:cubicBezTo>
                  <a:cubicBezTo>
                    <a:pt x="68" y="11"/>
                    <a:pt x="67" y="12"/>
                    <a:pt x="67" y="16"/>
                  </a:cubicBezTo>
                  <a:cubicBezTo>
                    <a:pt x="70" y="16"/>
                    <a:pt x="71" y="15"/>
                    <a:pt x="72" y="14"/>
                  </a:cubicBezTo>
                  <a:cubicBezTo>
                    <a:pt x="74" y="11"/>
                    <a:pt x="71" y="5"/>
                    <a:pt x="70" y="3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71" y="2"/>
                    <a:pt x="71" y="2"/>
                    <a:pt x="71" y="2"/>
                  </a:cubicBezTo>
                  <a:cubicBezTo>
                    <a:pt x="71" y="1"/>
                    <a:pt x="72" y="1"/>
                    <a:pt x="73" y="1"/>
                  </a:cubicBezTo>
                  <a:cubicBezTo>
                    <a:pt x="73" y="1"/>
                    <a:pt x="73" y="1"/>
                    <a:pt x="73" y="1"/>
                  </a:cubicBezTo>
                  <a:cubicBezTo>
                    <a:pt x="75" y="1"/>
                    <a:pt x="77" y="3"/>
                    <a:pt x="78" y="5"/>
                  </a:cubicBezTo>
                  <a:cubicBezTo>
                    <a:pt x="79" y="7"/>
                    <a:pt x="79" y="9"/>
                    <a:pt x="79" y="11"/>
                  </a:cubicBezTo>
                  <a:cubicBezTo>
                    <a:pt x="88" y="5"/>
                    <a:pt x="99" y="2"/>
                    <a:pt x="110" y="2"/>
                  </a:cubicBezTo>
                  <a:cubicBezTo>
                    <a:pt x="131" y="2"/>
                    <a:pt x="145" y="14"/>
                    <a:pt x="147" y="33"/>
                  </a:cubicBezTo>
                  <a:cubicBezTo>
                    <a:pt x="148" y="45"/>
                    <a:pt x="142" y="55"/>
                    <a:pt x="137" y="65"/>
                  </a:cubicBezTo>
                  <a:cubicBezTo>
                    <a:pt x="131" y="75"/>
                    <a:pt x="125" y="85"/>
                    <a:pt x="126" y="97"/>
                  </a:cubicBezTo>
                  <a:cubicBezTo>
                    <a:pt x="127" y="97"/>
                    <a:pt x="130" y="96"/>
                    <a:pt x="132" y="95"/>
                  </a:cubicBezTo>
                  <a:cubicBezTo>
                    <a:pt x="135" y="93"/>
                    <a:pt x="138" y="91"/>
                    <a:pt x="142" y="91"/>
                  </a:cubicBezTo>
                  <a:cubicBezTo>
                    <a:pt x="144" y="91"/>
                    <a:pt x="145" y="92"/>
                    <a:pt x="147" y="93"/>
                  </a:cubicBezTo>
                  <a:cubicBezTo>
                    <a:pt x="147" y="93"/>
                    <a:pt x="147" y="93"/>
                    <a:pt x="147" y="93"/>
                  </a:cubicBezTo>
                  <a:cubicBezTo>
                    <a:pt x="149" y="96"/>
                    <a:pt x="149" y="101"/>
                    <a:pt x="149" y="106"/>
                  </a:cubicBezTo>
                  <a:cubicBezTo>
                    <a:pt x="148" y="109"/>
                    <a:pt x="148" y="112"/>
                    <a:pt x="149" y="114"/>
                  </a:cubicBezTo>
                  <a:cubicBezTo>
                    <a:pt x="149" y="115"/>
                    <a:pt x="149" y="115"/>
                    <a:pt x="149" y="115"/>
                  </a:cubicBezTo>
                  <a:cubicBezTo>
                    <a:pt x="148" y="115"/>
                    <a:pt x="148" y="115"/>
                    <a:pt x="148" y="115"/>
                  </a:cubicBezTo>
                  <a:cubicBezTo>
                    <a:pt x="146" y="117"/>
                    <a:pt x="143" y="118"/>
                    <a:pt x="141" y="118"/>
                  </a:cubicBezTo>
                  <a:cubicBezTo>
                    <a:pt x="137" y="118"/>
                    <a:pt x="134" y="116"/>
                    <a:pt x="130" y="114"/>
                  </a:cubicBezTo>
                  <a:cubicBezTo>
                    <a:pt x="130" y="115"/>
                    <a:pt x="130" y="115"/>
                    <a:pt x="130" y="115"/>
                  </a:cubicBezTo>
                  <a:cubicBezTo>
                    <a:pt x="130" y="126"/>
                    <a:pt x="130" y="136"/>
                    <a:pt x="141" y="136"/>
                  </a:cubicBezTo>
                  <a:cubicBezTo>
                    <a:pt x="141" y="138"/>
                    <a:pt x="141" y="138"/>
                    <a:pt x="141" y="138"/>
                  </a:cubicBezTo>
                  <a:cubicBezTo>
                    <a:pt x="139" y="138"/>
                    <a:pt x="138" y="138"/>
                    <a:pt x="137" y="138"/>
                  </a:cubicBezTo>
                  <a:cubicBezTo>
                    <a:pt x="123" y="138"/>
                    <a:pt x="123" y="125"/>
                    <a:pt x="123" y="112"/>
                  </a:cubicBezTo>
                  <a:cubicBezTo>
                    <a:pt x="123" y="108"/>
                    <a:pt x="123" y="105"/>
                    <a:pt x="123" y="102"/>
                  </a:cubicBezTo>
                  <a:cubicBezTo>
                    <a:pt x="123" y="99"/>
                    <a:pt x="122" y="96"/>
                    <a:pt x="122" y="94"/>
                  </a:cubicBezTo>
                  <a:cubicBezTo>
                    <a:pt x="122" y="94"/>
                    <a:pt x="122" y="94"/>
                    <a:pt x="122" y="94"/>
                  </a:cubicBezTo>
                  <a:cubicBezTo>
                    <a:pt x="122" y="93"/>
                    <a:pt x="122" y="93"/>
                    <a:pt x="122" y="93"/>
                  </a:cubicBezTo>
                  <a:cubicBezTo>
                    <a:pt x="121" y="92"/>
                    <a:pt x="121" y="91"/>
                    <a:pt x="121" y="90"/>
                  </a:cubicBezTo>
                  <a:cubicBezTo>
                    <a:pt x="120" y="84"/>
                    <a:pt x="118" y="78"/>
                    <a:pt x="120" y="70"/>
                  </a:cubicBezTo>
                  <a:cubicBezTo>
                    <a:pt x="122" y="64"/>
                    <a:pt x="125" y="57"/>
                    <a:pt x="129" y="51"/>
                  </a:cubicBezTo>
                  <a:cubicBezTo>
                    <a:pt x="136" y="39"/>
                    <a:pt x="143" y="27"/>
                    <a:pt x="132" y="13"/>
                  </a:cubicBezTo>
                  <a:cubicBezTo>
                    <a:pt x="126" y="11"/>
                    <a:pt x="121" y="10"/>
                    <a:pt x="115" y="10"/>
                  </a:cubicBezTo>
                  <a:cubicBezTo>
                    <a:pt x="104" y="10"/>
                    <a:pt x="93" y="14"/>
                    <a:pt x="83" y="18"/>
                  </a:cubicBezTo>
                  <a:cubicBezTo>
                    <a:pt x="72" y="22"/>
                    <a:pt x="61" y="26"/>
                    <a:pt x="49" y="26"/>
                  </a:cubicBezTo>
                  <a:cubicBezTo>
                    <a:pt x="48" y="26"/>
                    <a:pt x="47" y="26"/>
                    <a:pt x="45" y="26"/>
                  </a:cubicBezTo>
                  <a:cubicBezTo>
                    <a:pt x="40" y="25"/>
                    <a:pt x="35" y="23"/>
                    <a:pt x="30" y="22"/>
                  </a:cubicBezTo>
                  <a:cubicBezTo>
                    <a:pt x="25" y="19"/>
                    <a:pt x="19" y="17"/>
                    <a:pt x="13" y="17"/>
                  </a:cubicBezTo>
                  <a:cubicBezTo>
                    <a:pt x="9" y="17"/>
                    <a:pt x="4" y="19"/>
                    <a:pt x="1" y="21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5" y="15"/>
                    <a:pt x="11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6" y="13"/>
                    <a:pt x="33" y="14"/>
                    <a:pt x="39" y="15"/>
                  </a:cubicBezTo>
                  <a:cubicBezTo>
                    <a:pt x="46" y="16"/>
                    <a:pt x="53" y="17"/>
                    <a:pt x="59" y="17"/>
                  </a:cubicBezTo>
                  <a:cubicBezTo>
                    <a:pt x="61" y="16"/>
                    <a:pt x="60" y="13"/>
                    <a:pt x="59" y="10"/>
                  </a:cubicBezTo>
                  <a:cubicBezTo>
                    <a:pt x="58" y="8"/>
                    <a:pt x="58" y="7"/>
                    <a:pt x="58" y="5"/>
                  </a:cubicBezTo>
                  <a:cubicBezTo>
                    <a:pt x="58" y="5"/>
                    <a:pt x="58" y="5"/>
                    <a:pt x="58" y="5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9" y="4"/>
                    <a:pt x="59" y="3"/>
                    <a:pt x="60" y="3"/>
                  </a:cubicBezTo>
                  <a:cubicBezTo>
                    <a:pt x="62" y="1"/>
                    <a:pt x="63" y="0"/>
                    <a:pt x="65" y="0"/>
                  </a:cubicBezTo>
                  <a:close/>
                  <a:moveTo>
                    <a:pt x="67" y="2"/>
                  </a:moveTo>
                  <a:cubicBezTo>
                    <a:pt x="65" y="1"/>
                    <a:pt x="63" y="2"/>
                    <a:pt x="61" y="4"/>
                  </a:cubicBezTo>
                  <a:cubicBezTo>
                    <a:pt x="60" y="4"/>
                    <a:pt x="60" y="5"/>
                    <a:pt x="59" y="5"/>
                  </a:cubicBezTo>
                  <a:cubicBezTo>
                    <a:pt x="59" y="7"/>
                    <a:pt x="60" y="8"/>
                    <a:pt x="60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0" y="8"/>
                    <a:pt x="60" y="7"/>
                    <a:pt x="61" y="5"/>
                  </a:cubicBezTo>
                  <a:cubicBezTo>
                    <a:pt x="62" y="3"/>
                    <a:pt x="65" y="3"/>
                    <a:pt x="66" y="2"/>
                  </a:cubicBezTo>
                  <a:cubicBezTo>
                    <a:pt x="66" y="2"/>
                    <a:pt x="67" y="2"/>
                    <a:pt x="67" y="2"/>
                  </a:cubicBezTo>
                  <a:close/>
                  <a:moveTo>
                    <a:pt x="77" y="14"/>
                  </a:moveTo>
                  <a:cubicBezTo>
                    <a:pt x="76" y="13"/>
                    <a:pt x="76" y="13"/>
                    <a:pt x="76" y="13"/>
                  </a:cubicBezTo>
                  <a:cubicBezTo>
                    <a:pt x="78" y="11"/>
                    <a:pt x="78" y="8"/>
                    <a:pt x="77" y="6"/>
                  </a:cubicBezTo>
                  <a:cubicBezTo>
                    <a:pt x="75" y="3"/>
                    <a:pt x="73" y="1"/>
                    <a:pt x="72" y="2"/>
                  </a:cubicBezTo>
                  <a:cubicBezTo>
                    <a:pt x="73" y="5"/>
                    <a:pt x="76" y="11"/>
                    <a:pt x="73" y="15"/>
                  </a:cubicBezTo>
                  <a:cubicBezTo>
                    <a:pt x="72" y="16"/>
                    <a:pt x="70" y="17"/>
                    <a:pt x="67" y="17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5" y="12"/>
                    <a:pt x="66" y="10"/>
                    <a:pt x="68" y="8"/>
                  </a:cubicBezTo>
                  <a:cubicBezTo>
                    <a:pt x="68" y="8"/>
                    <a:pt x="68" y="7"/>
                    <a:pt x="69" y="7"/>
                  </a:cubicBezTo>
                  <a:cubicBezTo>
                    <a:pt x="69" y="6"/>
                    <a:pt x="68" y="6"/>
                    <a:pt x="68" y="6"/>
                  </a:cubicBezTo>
                  <a:cubicBezTo>
                    <a:pt x="67" y="6"/>
                    <a:pt x="66" y="7"/>
                    <a:pt x="65" y="8"/>
                  </a:cubicBezTo>
                  <a:cubicBezTo>
                    <a:pt x="64" y="10"/>
                    <a:pt x="63" y="11"/>
                    <a:pt x="61" y="12"/>
                  </a:cubicBezTo>
                  <a:cubicBezTo>
                    <a:pt x="61" y="12"/>
                    <a:pt x="61" y="12"/>
                    <a:pt x="61" y="12"/>
                  </a:cubicBezTo>
                  <a:cubicBezTo>
                    <a:pt x="61" y="14"/>
                    <a:pt x="62" y="17"/>
                    <a:pt x="60" y="18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53" y="18"/>
                    <a:pt x="46" y="17"/>
                    <a:pt x="39" y="16"/>
                  </a:cubicBezTo>
                  <a:cubicBezTo>
                    <a:pt x="32" y="15"/>
                    <a:pt x="26" y="14"/>
                    <a:pt x="20" y="14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15" y="14"/>
                    <a:pt x="11" y="15"/>
                    <a:pt x="7" y="17"/>
                  </a:cubicBezTo>
                  <a:cubicBezTo>
                    <a:pt x="9" y="16"/>
                    <a:pt x="11" y="16"/>
                    <a:pt x="13" y="16"/>
                  </a:cubicBezTo>
                  <a:cubicBezTo>
                    <a:pt x="18" y="16"/>
                    <a:pt x="24" y="18"/>
                    <a:pt x="29" y="19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4" y="18"/>
                    <a:pt x="37" y="17"/>
                    <a:pt x="40" y="17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5" y="17"/>
                    <a:pt x="49" y="18"/>
                    <a:pt x="54" y="19"/>
                  </a:cubicBezTo>
                  <a:cubicBezTo>
                    <a:pt x="55" y="19"/>
                    <a:pt x="57" y="20"/>
                    <a:pt x="58" y="20"/>
                  </a:cubicBezTo>
                  <a:cubicBezTo>
                    <a:pt x="60" y="20"/>
                    <a:pt x="60" y="20"/>
                    <a:pt x="60" y="20"/>
                  </a:cubicBezTo>
                  <a:cubicBezTo>
                    <a:pt x="59" y="21"/>
                    <a:pt x="59" y="21"/>
                    <a:pt x="59" y="21"/>
                  </a:cubicBezTo>
                  <a:cubicBezTo>
                    <a:pt x="56" y="23"/>
                    <a:pt x="53" y="24"/>
                    <a:pt x="50" y="24"/>
                  </a:cubicBezTo>
                  <a:cubicBezTo>
                    <a:pt x="47" y="24"/>
                    <a:pt x="43" y="23"/>
                    <a:pt x="40" y="22"/>
                  </a:cubicBezTo>
                  <a:cubicBezTo>
                    <a:pt x="37" y="21"/>
                    <a:pt x="34" y="20"/>
                    <a:pt x="31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1" y="20"/>
                    <a:pt x="31" y="20"/>
                  </a:cubicBezTo>
                  <a:cubicBezTo>
                    <a:pt x="36" y="22"/>
                    <a:pt x="41" y="24"/>
                    <a:pt x="46" y="24"/>
                  </a:cubicBezTo>
                  <a:cubicBezTo>
                    <a:pt x="47" y="24"/>
                    <a:pt x="48" y="24"/>
                    <a:pt x="49" y="24"/>
                  </a:cubicBezTo>
                  <a:cubicBezTo>
                    <a:pt x="61" y="24"/>
                    <a:pt x="72" y="20"/>
                    <a:pt x="82" y="16"/>
                  </a:cubicBezTo>
                  <a:cubicBezTo>
                    <a:pt x="84" y="16"/>
                    <a:pt x="86" y="15"/>
                    <a:pt x="88" y="14"/>
                  </a:cubicBezTo>
                  <a:cubicBezTo>
                    <a:pt x="88" y="14"/>
                    <a:pt x="88" y="14"/>
                    <a:pt x="88" y="14"/>
                  </a:cubicBezTo>
                  <a:cubicBezTo>
                    <a:pt x="87" y="13"/>
                    <a:pt x="87" y="12"/>
                    <a:pt x="87" y="12"/>
                  </a:cubicBezTo>
                  <a:cubicBezTo>
                    <a:pt x="88" y="10"/>
                    <a:pt x="91" y="9"/>
                    <a:pt x="94" y="7"/>
                  </a:cubicBezTo>
                  <a:cubicBezTo>
                    <a:pt x="97" y="7"/>
                    <a:pt x="99" y="6"/>
                    <a:pt x="100" y="5"/>
                  </a:cubicBezTo>
                  <a:cubicBezTo>
                    <a:pt x="101" y="4"/>
                    <a:pt x="101" y="4"/>
                    <a:pt x="101" y="4"/>
                  </a:cubicBezTo>
                  <a:cubicBezTo>
                    <a:pt x="92" y="6"/>
                    <a:pt x="84" y="9"/>
                    <a:pt x="77" y="14"/>
                  </a:cubicBezTo>
                  <a:close/>
                  <a:moveTo>
                    <a:pt x="126" y="98"/>
                  </a:moveTo>
                  <a:cubicBezTo>
                    <a:pt x="126" y="98"/>
                    <a:pt x="125" y="98"/>
                    <a:pt x="125" y="98"/>
                  </a:cubicBezTo>
                  <a:cubicBezTo>
                    <a:pt x="124" y="98"/>
                    <a:pt x="124" y="98"/>
                    <a:pt x="124" y="98"/>
                  </a:cubicBezTo>
                  <a:cubicBezTo>
                    <a:pt x="124" y="97"/>
                    <a:pt x="124" y="97"/>
                    <a:pt x="124" y="97"/>
                  </a:cubicBezTo>
                  <a:cubicBezTo>
                    <a:pt x="123" y="85"/>
                    <a:pt x="129" y="74"/>
                    <a:pt x="135" y="64"/>
                  </a:cubicBezTo>
                  <a:cubicBezTo>
                    <a:pt x="141" y="54"/>
                    <a:pt x="147" y="45"/>
                    <a:pt x="146" y="34"/>
                  </a:cubicBezTo>
                  <a:cubicBezTo>
                    <a:pt x="144" y="15"/>
                    <a:pt x="130" y="4"/>
                    <a:pt x="110" y="4"/>
                  </a:cubicBezTo>
                  <a:cubicBezTo>
                    <a:pt x="107" y="4"/>
                    <a:pt x="104" y="4"/>
                    <a:pt x="101" y="4"/>
                  </a:cubicBezTo>
                  <a:cubicBezTo>
                    <a:pt x="102" y="5"/>
                    <a:pt x="102" y="5"/>
                    <a:pt x="102" y="5"/>
                  </a:cubicBezTo>
                  <a:cubicBezTo>
                    <a:pt x="102" y="6"/>
                    <a:pt x="102" y="6"/>
                    <a:pt x="102" y="7"/>
                  </a:cubicBezTo>
                  <a:cubicBezTo>
                    <a:pt x="101" y="9"/>
                    <a:pt x="99" y="10"/>
                    <a:pt x="96" y="11"/>
                  </a:cubicBezTo>
                  <a:cubicBezTo>
                    <a:pt x="93" y="11"/>
                    <a:pt x="90" y="12"/>
                    <a:pt x="89" y="14"/>
                  </a:cubicBezTo>
                  <a:cubicBezTo>
                    <a:pt x="97" y="11"/>
                    <a:pt x="106" y="8"/>
                    <a:pt x="115" y="8"/>
                  </a:cubicBezTo>
                  <a:cubicBezTo>
                    <a:pt x="121" y="8"/>
                    <a:pt x="127" y="9"/>
                    <a:pt x="132" y="12"/>
                  </a:cubicBezTo>
                  <a:cubicBezTo>
                    <a:pt x="133" y="12"/>
                    <a:pt x="133" y="12"/>
                    <a:pt x="133" y="12"/>
                  </a:cubicBezTo>
                  <a:cubicBezTo>
                    <a:pt x="133" y="12"/>
                    <a:pt x="133" y="12"/>
                    <a:pt x="133" y="12"/>
                  </a:cubicBezTo>
                  <a:cubicBezTo>
                    <a:pt x="145" y="27"/>
                    <a:pt x="137" y="40"/>
                    <a:pt x="130" y="52"/>
                  </a:cubicBezTo>
                  <a:cubicBezTo>
                    <a:pt x="126" y="58"/>
                    <a:pt x="123" y="64"/>
                    <a:pt x="122" y="71"/>
                  </a:cubicBezTo>
                  <a:cubicBezTo>
                    <a:pt x="120" y="76"/>
                    <a:pt x="121" y="80"/>
                    <a:pt x="121" y="84"/>
                  </a:cubicBezTo>
                  <a:cubicBezTo>
                    <a:pt x="122" y="72"/>
                    <a:pt x="126" y="63"/>
                    <a:pt x="131" y="55"/>
                  </a:cubicBezTo>
                  <a:cubicBezTo>
                    <a:pt x="135" y="47"/>
                    <a:pt x="139" y="39"/>
                    <a:pt x="140" y="28"/>
                  </a:cubicBezTo>
                  <a:cubicBezTo>
                    <a:pt x="139" y="27"/>
                    <a:pt x="138" y="25"/>
                    <a:pt x="139" y="24"/>
                  </a:cubicBezTo>
                  <a:cubicBezTo>
                    <a:pt x="139" y="24"/>
                    <a:pt x="139" y="24"/>
                    <a:pt x="140" y="24"/>
                  </a:cubicBezTo>
                  <a:cubicBezTo>
                    <a:pt x="140" y="24"/>
                    <a:pt x="140" y="24"/>
                    <a:pt x="140" y="24"/>
                  </a:cubicBezTo>
                  <a:cubicBezTo>
                    <a:pt x="141" y="24"/>
                    <a:pt x="142" y="24"/>
                    <a:pt x="143" y="26"/>
                  </a:cubicBezTo>
                  <a:cubicBezTo>
                    <a:pt x="143" y="26"/>
                    <a:pt x="143" y="26"/>
                    <a:pt x="143" y="26"/>
                  </a:cubicBezTo>
                  <a:cubicBezTo>
                    <a:pt x="145" y="43"/>
                    <a:pt x="139" y="55"/>
                    <a:pt x="133" y="66"/>
                  </a:cubicBezTo>
                  <a:cubicBezTo>
                    <a:pt x="129" y="73"/>
                    <a:pt x="125" y="81"/>
                    <a:pt x="123" y="89"/>
                  </a:cubicBezTo>
                  <a:cubicBezTo>
                    <a:pt x="123" y="90"/>
                    <a:pt x="123" y="90"/>
                    <a:pt x="123" y="90"/>
                  </a:cubicBezTo>
                  <a:cubicBezTo>
                    <a:pt x="123" y="94"/>
                    <a:pt x="124" y="97"/>
                    <a:pt x="124" y="102"/>
                  </a:cubicBezTo>
                  <a:cubicBezTo>
                    <a:pt x="125" y="105"/>
                    <a:pt x="125" y="108"/>
                    <a:pt x="125" y="112"/>
                  </a:cubicBezTo>
                  <a:cubicBezTo>
                    <a:pt x="125" y="124"/>
                    <a:pt x="125" y="135"/>
                    <a:pt x="135" y="137"/>
                  </a:cubicBezTo>
                  <a:cubicBezTo>
                    <a:pt x="129" y="133"/>
                    <a:pt x="129" y="124"/>
                    <a:pt x="129" y="115"/>
                  </a:cubicBezTo>
                  <a:cubicBezTo>
                    <a:pt x="129" y="112"/>
                    <a:pt x="129" y="112"/>
                    <a:pt x="129" y="112"/>
                  </a:cubicBezTo>
                  <a:cubicBezTo>
                    <a:pt x="130" y="112"/>
                    <a:pt x="130" y="112"/>
                    <a:pt x="130" y="112"/>
                  </a:cubicBezTo>
                  <a:cubicBezTo>
                    <a:pt x="133" y="115"/>
                    <a:pt x="137" y="116"/>
                    <a:pt x="141" y="116"/>
                  </a:cubicBezTo>
                  <a:cubicBezTo>
                    <a:pt x="143" y="116"/>
                    <a:pt x="145" y="115"/>
                    <a:pt x="147" y="114"/>
                  </a:cubicBezTo>
                  <a:cubicBezTo>
                    <a:pt x="147" y="112"/>
                    <a:pt x="147" y="109"/>
                    <a:pt x="147" y="106"/>
                  </a:cubicBezTo>
                  <a:cubicBezTo>
                    <a:pt x="147" y="103"/>
                    <a:pt x="147" y="100"/>
                    <a:pt x="147" y="98"/>
                  </a:cubicBezTo>
                  <a:cubicBezTo>
                    <a:pt x="147" y="98"/>
                    <a:pt x="147" y="98"/>
                    <a:pt x="147" y="98"/>
                  </a:cubicBezTo>
                  <a:cubicBezTo>
                    <a:pt x="146" y="99"/>
                    <a:pt x="145" y="99"/>
                    <a:pt x="144" y="99"/>
                  </a:cubicBezTo>
                  <a:cubicBezTo>
                    <a:pt x="143" y="99"/>
                    <a:pt x="142" y="99"/>
                    <a:pt x="141" y="99"/>
                  </a:cubicBezTo>
                  <a:cubicBezTo>
                    <a:pt x="138" y="98"/>
                    <a:pt x="136" y="97"/>
                    <a:pt x="134" y="98"/>
                  </a:cubicBezTo>
                  <a:cubicBezTo>
                    <a:pt x="131" y="99"/>
                    <a:pt x="131" y="99"/>
                    <a:pt x="131" y="99"/>
                  </a:cubicBezTo>
                  <a:cubicBezTo>
                    <a:pt x="133" y="97"/>
                    <a:pt x="133" y="97"/>
                    <a:pt x="133" y="97"/>
                  </a:cubicBezTo>
                  <a:cubicBezTo>
                    <a:pt x="137" y="93"/>
                    <a:pt x="142" y="93"/>
                    <a:pt x="147" y="97"/>
                  </a:cubicBezTo>
                  <a:cubicBezTo>
                    <a:pt x="147" y="97"/>
                    <a:pt x="147" y="97"/>
                    <a:pt x="147" y="97"/>
                  </a:cubicBezTo>
                  <a:cubicBezTo>
                    <a:pt x="147" y="96"/>
                    <a:pt x="146" y="95"/>
                    <a:pt x="146" y="94"/>
                  </a:cubicBezTo>
                  <a:cubicBezTo>
                    <a:pt x="145" y="93"/>
                    <a:pt x="143" y="93"/>
                    <a:pt x="142" y="93"/>
                  </a:cubicBezTo>
                  <a:cubicBezTo>
                    <a:pt x="139" y="93"/>
                    <a:pt x="136" y="94"/>
                    <a:pt x="133" y="96"/>
                  </a:cubicBezTo>
                  <a:cubicBezTo>
                    <a:pt x="130" y="97"/>
                    <a:pt x="128" y="98"/>
                    <a:pt x="126" y="98"/>
                  </a:cubicBezTo>
                  <a:close/>
                  <a:moveTo>
                    <a:pt x="88" y="12"/>
                  </a:moveTo>
                  <a:cubicBezTo>
                    <a:pt x="90" y="11"/>
                    <a:pt x="93" y="10"/>
                    <a:pt x="95" y="9"/>
                  </a:cubicBezTo>
                  <a:cubicBezTo>
                    <a:pt x="98" y="8"/>
                    <a:pt x="100" y="8"/>
                    <a:pt x="101" y="7"/>
                  </a:cubicBezTo>
                  <a:cubicBezTo>
                    <a:pt x="101" y="7"/>
                    <a:pt x="101" y="6"/>
                    <a:pt x="101" y="6"/>
                  </a:cubicBezTo>
                  <a:cubicBezTo>
                    <a:pt x="99" y="7"/>
                    <a:pt x="97" y="8"/>
                    <a:pt x="95" y="9"/>
                  </a:cubicBezTo>
                  <a:cubicBezTo>
                    <a:pt x="92" y="10"/>
                    <a:pt x="89" y="11"/>
                    <a:pt x="88" y="12"/>
                  </a:cubicBezTo>
                  <a:close/>
                  <a:moveTo>
                    <a:pt x="56" y="21"/>
                  </a:moveTo>
                  <a:cubicBezTo>
                    <a:pt x="55" y="21"/>
                    <a:pt x="54" y="21"/>
                    <a:pt x="53" y="20"/>
                  </a:cubicBezTo>
                  <a:cubicBezTo>
                    <a:pt x="49" y="19"/>
                    <a:pt x="45" y="19"/>
                    <a:pt x="40" y="19"/>
                  </a:cubicBezTo>
                  <a:cubicBezTo>
                    <a:pt x="39" y="19"/>
                    <a:pt x="37" y="19"/>
                    <a:pt x="35" y="19"/>
                  </a:cubicBezTo>
                  <a:cubicBezTo>
                    <a:pt x="37" y="20"/>
                    <a:pt x="38" y="20"/>
                    <a:pt x="40" y="20"/>
                  </a:cubicBezTo>
                  <a:cubicBezTo>
                    <a:pt x="44" y="21"/>
                    <a:pt x="47" y="22"/>
                    <a:pt x="50" y="22"/>
                  </a:cubicBezTo>
                  <a:cubicBezTo>
                    <a:pt x="52" y="22"/>
                    <a:pt x="54" y="22"/>
                    <a:pt x="56" y="21"/>
                  </a:cubicBezTo>
                  <a:close/>
                  <a:moveTo>
                    <a:pt x="141" y="27"/>
                  </a:moveTo>
                  <a:cubicBezTo>
                    <a:pt x="141" y="26"/>
                    <a:pt x="141" y="26"/>
                    <a:pt x="140" y="25"/>
                  </a:cubicBezTo>
                  <a:cubicBezTo>
                    <a:pt x="141" y="26"/>
                    <a:pt x="141" y="27"/>
                    <a:pt x="141" y="27"/>
                  </a:cubicBezTo>
                  <a:cubicBezTo>
                    <a:pt x="141" y="28"/>
                    <a:pt x="141" y="28"/>
                    <a:pt x="141" y="28"/>
                  </a:cubicBezTo>
                  <a:cubicBezTo>
                    <a:pt x="141" y="28"/>
                    <a:pt x="141" y="28"/>
                    <a:pt x="141" y="28"/>
                  </a:cubicBezTo>
                  <a:cubicBezTo>
                    <a:pt x="141" y="40"/>
                    <a:pt x="136" y="48"/>
                    <a:pt x="132" y="56"/>
                  </a:cubicBezTo>
                  <a:cubicBezTo>
                    <a:pt x="128" y="64"/>
                    <a:pt x="123" y="72"/>
                    <a:pt x="123" y="84"/>
                  </a:cubicBezTo>
                  <a:cubicBezTo>
                    <a:pt x="125" y="77"/>
                    <a:pt x="128" y="71"/>
                    <a:pt x="131" y="66"/>
                  </a:cubicBezTo>
                  <a:cubicBezTo>
                    <a:pt x="138" y="54"/>
                    <a:pt x="144" y="43"/>
                    <a:pt x="141" y="27"/>
                  </a:cubicBezTo>
                  <a:close/>
                  <a:moveTo>
                    <a:pt x="145" y="98"/>
                  </a:moveTo>
                  <a:cubicBezTo>
                    <a:pt x="142" y="95"/>
                    <a:pt x="139" y="95"/>
                    <a:pt x="136" y="96"/>
                  </a:cubicBezTo>
                  <a:cubicBezTo>
                    <a:pt x="138" y="96"/>
                    <a:pt x="140" y="97"/>
                    <a:pt x="141" y="97"/>
                  </a:cubicBezTo>
                  <a:cubicBezTo>
                    <a:pt x="143" y="98"/>
                    <a:pt x="144" y="98"/>
                    <a:pt x="145" y="98"/>
                  </a:cubicBezTo>
                  <a:close/>
                  <a:moveTo>
                    <a:pt x="132" y="100"/>
                  </a:moveTo>
                  <a:cubicBezTo>
                    <a:pt x="142" y="100"/>
                    <a:pt x="142" y="100"/>
                    <a:pt x="142" y="100"/>
                  </a:cubicBezTo>
                  <a:cubicBezTo>
                    <a:pt x="143" y="100"/>
                    <a:pt x="143" y="100"/>
                    <a:pt x="143" y="100"/>
                  </a:cubicBezTo>
                  <a:cubicBezTo>
                    <a:pt x="146" y="102"/>
                    <a:pt x="146" y="108"/>
                    <a:pt x="146" y="113"/>
                  </a:cubicBezTo>
                  <a:cubicBezTo>
                    <a:pt x="146" y="114"/>
                    <a:pt x="146" y="114"/>
                    <a:pt x="146" y="114"/>
                  </a:cubicBezTo>
                  <a:cubicBezTo>
                    <a:pt x="145" y="114"/>
                    <a:pt x="145" y="114"/>
                    <a:pt x="145" y="114"/>
                  </a:cubicBezTo>
                  <a:cubicBezTo>
                    <a:pt x="138" y="115"/>
                    <a:pt x="132" y="112"/>
                    <a:pt x="130" y="108"/>
                  </a:cubicBezTo>
                  <a:cubicBezTo>
                    <a:pt x="129" y="105"/>
                    <a:pt x="129" y="102"/>
                    <a:pt x="132" y="100"/>
                  </a:cubicBezTo>
                  <a:close/>
                  <a:moveTo>
                    <a:pt x="142" y="101"/>
                  </a:moveTo>
                  <a:cubicBezTo>
                    <a:pt x="133" y="101"/>
                    <a:pt x="133" y="101"/>
                    <a:pt x="133" y="101"/>
                  </a:cubicBezTo>
                  <a:cubicBezTo>
                    <a:pt x="131" y="103"/>
                    <a:pt x="130" y="105"/>
                    <a:pt x="131" y="107"/>
                  </a:cubicBezTo>
                  <a:cubicBezTo>
                    <a:pt x="133" y="111"/>
                    <a:pt x="138" y="113"/>
                    <a:pt x="144" y="112"/>
                  </a:cubicBezTo>
                  <a:cubicBezTo>
                    <a:pt x="145" y="106"/>
                    <a:pt x="144" y="103"/>
                    <a:pt x="142" y="101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8" name="Freeform 51"/>
            <p:cNvSpPr>
              <a:spLocks noEditPoints="1"/>
            </p:cNvSpPr>
            <p:nvPr/>
          </p:nvSpPr>
          <p:spPr bwMode="auto">
            <a:xfrm rot="16200000" flipV="1">
              <a:off x="5232723" y="721157"/>
              <a:ext cx="424100" cy="544581"/>
            </a:xfrm>
            <a:custGeom>
              <a:avLst/>
              <a:gdLst>
                <a:gd name="T0" fmla="*/ 47 w 135"/>
                <a:gd name="T1" fmla="*/ 133 h 153"/>
                <a:gd name="T2" fmla="*/ 91 w 135"/>
                <a:gd name="T3" fmla="*/ 114 h 153"/>
                <a:gd name="T4" fmla="*/ 47 w 135"/>
                <a:gd name="T5" fmla="*/ 138 h 153"/>
                <a:gd name="T6" fmla="*/ 0 w 135"/>
                <a:gd name="T7" fmla="*/ 124 h 153"/>
                <a:gd name="T8" fmla="*/ 4 w 135"/>
                <a:gd name="T9" fmla="*/ 133 h 153"/>
                <a:gd name="T10" fmla="*/ 97 w 135"/>
                <a:gd name="T11" fmla="*/ 109 h 153"/>
                <a:gd name="T12" fmla="*/ 100 w 135"/>
                <a:gd name="T13" fmla="*/ 94 h 153"/>
                <a:gd name="T14" fmla="*/ 125 w 135"/>
                <a:gd name="T15" fmla="*/ 22 h 153"/>
                <a:gd name="T16" fmla="*/ 101 w 135"/>
                <a:gd name="T17" fmla="*/ 15 h 153"/>
                <a:gd name="T18" fmla="*/ 114 w 135"/>
                <a:gd name="T19" fmla="*/ 5 h 153"/>
                <a:gd name="T20" fmla="*/ 132 w 135"/>
                <a:gd name="T21" fmla="*/ 30 h 153"/>
                <a:gd name="T22" fmla="*/ 107 w 135"/>
                <a:gd name="T23" fmla="*/ 106 h 153"/>
                <a:gd name="T24" fmla="*/ 100 w 135"/>
                <a:gd name="T25" fmla="*/ 137 h 153"/>
                <a:gd name="T26" fmla="*/ 95 w 135"/>
                <a:gd name="T27" fmla="*/ 113 h 153"/>
                <a:gd name="T28" fmla="*/ 47 w 135"/>
                <a:gd name="T29" fmla="*/ 133 h 153"/>
                <a:gd name="T30" fmla="*/ 102 w 135"/>
                <a:gd name="T31" fmla="*/ 107 h 153"/>
                <a:gd name="T32" fmla="*/ 128 w 135"/>
                <a:gd name="T33" fmla="*/ 36 h 153"/>
                <a:gd name="T34" fmla="*/ 102 w 135"/>
                <a:gd name="T35" fmla="*/ 107 h 153"/>
                <a:gd name="T36" fmla="*/ 114 w 135"/>
                <a:gd name="T37" fmla="*/ 110 h 153"/>
                <a:gd name="T38" fmla="*/ 118 w 135"/>
                <a:gd name="T39" fmla="*/ 128 h 153"/>
                <a:gd name="T40" fmla="*/ 114 w 135"/>
                <a:gd name="T41" fmla="*/ 110 h 153"/>
                <a:gd name="T42" fmla="*/ 104 w 135"/>
                <a:gd name="T43" fmla="*/ 110 h 153"/>
                <a:gd name="T44" fmla="*/ 102 w 135"/>
                <a:gd name="T45" fmla="*/ 131 h 153"/>
                <a:gd name="T46" fmla="*/ 115 w 135"/>
                <a:gd name="T47" fmla="*/ 133 h 153"/>
                <a:gd name="T48" fmla="*/ 104 w 135"/>
                <a:gd name="T49" fmla="*/ 110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35" h="153">
                  <a:moveTo>
                    <a:pt x="47" y="133"/>
                  </a:moveTo>
                  <a:cubicBezTo>
                    <a:pt x="62" y="133"/>
                    <a:pt x="76" y="119"/>
                    <a:pt x="91" y="114"/>
                  </a:cubicBezTo>
                  <a:cubicBezTo>
                    <a:pt x="82" y="120"/>
                    <a:pt x="63" y="134"/>
                    <a:pt x="47" y="138"/>
                  </a:cubicBezTo>
                  <a:cubicBezTo>
                    <a:pt x="28" y="143"/>
                    <a:pt x="0" y="144"/>
                    <a:pt x="0" y="124"/>
                  </a:cubicBezTo>
                  <a:cubicBezTo>
                    <a:pt x="6" y="123"/>
                    <a:pt x="1" y="132"/>
                    <a:pt x="4" y="133"/>
                  </a:cubicBezTo>
                  <a:cubicBezTo>
                    <a:pt x="38" y="148"/>
                    <a:pt x="65" y="113"/>
                    <a:pt x="97" y="109"/>
                  </a:cubicBezTo>
                  <a:cubicBezTo>
                    <a:pt x="98" y="104"/>
                    <a:pt x="100" y="100"/>
                    <a:pt x="100" y="94"/>
                  </a:cubicBezTo>
                  <a:cubicBezTo>
                    <a:pt x="109" y="85"/>
                    <a:pt x="131" y="46"/>
                    <a:pt x="125" y="22"/>
                  </a:cubicBezTo>
                  <a:cubicBezTo>
                    <a:pt x="123" y="12"/>
                    <a:pt x="109" y="0"/>
                    <a:pt x="101" y="15"/>
                  </a:cubicBezTo>
                  <a:cubicBezTo>
                    <a:pt x="97" y="9"/>
                    <a:pt x="107" y="4"/>
                    <a:pt x="114" y="5"/>
                  </a:cubicBezTo>
                  <a:cubicBezTo>
                    <a:pt x="125" y="6"/>
                    <a:pt x="131" y="18"/>
                    <a:pt x="132" y="30"/>
                  </a:cubicBezTo>
                  <a:cubicBezTo>
                    <a:pt x="135" y="56"/>
                    <a:pt x="111" y="90"/>
                    <a:pt x="107" y="106"/>
                  </a:cubicBezTo>
                  <a:cubicBezTo>
                    <a:pt x="133" y="105"/>
                    <a:pt x="126" y="153"/>
                    <a:pt x="100" y="137"/>
                  </a:cubicBezTo>
                  <a:cubicBezTo>
                    <a:pt x="97" y="130"/>
                    <a:pt x="98" y="120"/>
                    <a:pt x="95" y="113"/>
                  </a:cubicBezTo>
                  <a:cubicBezTo>
                    <a:pt x="78" y="113"/>
                    <a:pt x="63" y="127"/>
                    <a:pt x="47" y="133"/>
                  </a:cubicBezTo>
                  <a:close/>
                  <a:moveTo>
                    <a:pt x="102" y="107"/>
                  </a:moveTo>
                  <a:cubicBezTo>
                    <a:pt x="112" y="84"/>
                    <a:pt x="130" y="63"/>
                    <a:pt x="128" y="36"/>
                  </a:cubicBezTo>
                  <a:cubicBezTo>
                    <a:pt x="126" y="65"/>
                    <a:pt x="105" y="83"/>
                    <a:pt x="102" y="107"/>
                  </a:cubicBezTo>
                  <a:close/>
                  <a:moveTo>
                    <a:pt x="114" y="110"/>
                  </a:moveTo>
                  <a:cubicBezTo>
                    <a:pt x="117" y="118"/>
                    <a:pt x="121" y="121"/>
                    <a:pt x="118" y="128"/>
                  </a:cubicBezTo>
                  <a:cubicBezTo>
                    <a:pt x="128" y="125"/>
                    <a:pt x="119" y="112"/>
                    <a:pt x="114" y="110"/>
                  </a:cubicBezTo>
                  <a:close/>
                  <a:moveTo>
                    <a:pt x="104" y="110"/>
                  </a:moveTo>
                  <a:cubicBezTo>
                    <a:pt x="100" y="114"/>
                    <a:pt x="100" y="125"/>
                    <a:pt x="102" y="131"/>
                  </a:cubicBezTo>
                  <a:cubicBezTo>
                    <a:pt x="108" y="132"/>
                    <a:pt x="110" y="135"/>
                    <a:pt x="115" y="133"/>
                  </a:cubicBezTo>
                  <a:cubicBezTo>
                    <a:pt x="120" y="121"/>
                    <a:pt x="114" y="111"/>
                    <a:pt x="104" y="11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9" name="Freeform 52"/>
            <p:cNvSpPr>
              <a:spLocks noEditPoints="1"/>
            </p:cNvSpPr>
            <p:nvPr/>
          </p:nvSpPr>
          <p:spPr bwMode="auto">
            <a:xfrm rot="16200000" flipV="1">
              <a:off x="5241796" y="749729"/>
              <a:ext cx="428541" cy="491879"/>
            </a:xfrm>
            <a:custGeom>
              <a:avLst/>
              <a:gdLst>
                <a:gd name="T0" fmla="*/ 0 w 136"/>
                <a:gd name="T1" fmla="*/ 120 h 138"/>
                <a:gd name="T2" fmla="*/ 4 w 136"/>
                <a:gd name="T3" fmla="*/ 120 h 138"/>
                <a:gd name="T4" fmla="*/ 23 w 136"/>
                <a:gd name="T5" fmla="*/ 132 h 138"/>
                <a:gd name="T6" fmla="*/ 97 w 136"/>
                <a:gd name="T7" fmla="*/ 104 h 138"/>
                <a:gd name="T8" fmla="*/ 100 w 136"/>
                <a:gd name="T9" fmla="*/ 90 h 138"/>
                <a:gd name="T10" fmla="*/ 103 w 136"/>
                <a:gd name="T11" fmla="*/ 11 h 138"/>
                <a:gd name="T12" fmla="*/ 101 w 136"/>
                <a:gd name="T13" fmla="*/ 6 h 138"/>
                <a:gd name="T14" fmla="*/ 134 w 136"/>
                <a:gd name="T15" fmla="*/ 26 h 138"/>
                <a:gd name="T16" fmla="*/ 125 w 136"/>
                <a:gd name="T17" fmla="*/ 119 h 138"/>
                <a:gd name="T18" fmla="*/ 100 w 136"/>
                <a:gd name="T19" fmla="*/ 133 h 138"/>
                <a:gd name="T20" fmla="*/ 96 w 136"/>
                <a:gd name="T21" fmla="*/ 110 h 138"/>
                <a:gd name="T22" fmla="*/ 87 w 136"/>
                <a:gd name="T23" fmla="*/ 115 h 138"/>
                <a:gd name="T24" fmla="*/ 5 w 136"/>
                <a:gd name="T25" fmla="*/ 129 h 138"/>
                <a:gd name="T26" fmla="*/ 48 w 136"/>
                <a:gd name="T27" fmla="*/ 134 h 138"/>
                <a:gd name="T28" fmla="*/ 48 w 136"/>
                <a:gd name="T29" fmla="*/ 129 h 138"/>
                <a:gd name="T30" fmla="*/ 65 w 136"/>
                <a:gd name="T31" fmla="*/ 120 h 138"/>
                <a:gd name="T32" fmla="*/ 97 w 136"/>
                <a:gd name="T33" fmla="*/ 108 h 138"/>
                <a:gd name="T34" fmla="*/ 97 w 136"/>
                <a:gd name="T35" fmla="*/ 109 h 138"/>
                <a:gd name="T36" fmla="*/ 111 w 136"/>
                <a:gd name="T37" fmla="*/ 135 h 138"/>
                <a:gd name="T38" fmla="*/ 118 w 136"/>
                <a:gd name="T39" fmla="*/ 125 h 138"/>
                <a:gd name="T40" fmla="*/ 117 w 136"/>
                <a:gd name="T41" fmla="*/ 129 h 138"/>
                <a:gd name="T42" fmla="*/ 108 w 136"/>
                <a:gd name="T43" fmla="*/ 129 h 138"/>
                <a:gd name="T44" fmla="*/ 103 w 136"/>
                <a:gd name="T45" fmla="*/ 128 h 138"/>
                <a:gd name="T46" fmla="*/ 105 w 136"/>
                <a:gd name="T47" fmla="*/ 105 h 138"/>
                <a:gd name="T48" fmla="*/ 118 w 136"/>
                <a:gd name="T49" fmla="*/ 124 h 138"/>
                <a:gd name="T50" fmla="*/ 114 w 136"/>
                <a:gd name="T51" fmla="*/ 105 h 138"/>
                <a:gd name="T52" fmla="*/ 108 w 136"/>
                <a:gd name="T53" fmla="*/ 102 h 138"/>
                <a:gd name="T54" fmla="*/ 115 w 136"/>
                <a:gd name="T55" fmla="*/ 82 h 138"/>
                <a:gd name="T56" fmla="*/ 102 w 136"/>
                <a:gd name="T57" fmla="*/ 7 h 138"/>
                <a:gd name="T58" fmla="*/ 127 w 136"/>
                <a:gd name="T59" fmla="*/ 18 h 138"/>
                <a:gd name="T60" fmla="*/ 98 w 136"/>
                <a:gd name="T61" fmla="*/ 105 h 138"/>
                <a:gd name="T62" fmla="*/ 23 w 136"/>
                <a:gd name="T63" fmla="*/ 133 h 138"/>
                <a:gd name="T64" fmla="*/ 104 w 136"/>
                <a:gd name="T65" fmla="*/ 127 h 138"/>
                <a:gd name="T66" fmla="*/ 115 w 136"/>
                <a:gd name="T67" fmla="*/ 113 h 138"/>
                <a:gd name="T68" fmla="*/ 89 w 136"/>
                <a:gd name="T69" fmla="*/ 110 h 138"/>
                <a:gd name="T70" fmla="*/ 74 w 136"/>
                <a:gd name="T71" fmla="*/ 118 h 138"/>
                <a:gd name="T72" fmla="*/ 4 w 136"/>
                <a:gd name="T73" fmla="*/ 127 h 138"/>
                <a:gd name="T74" fmla="*/ 2 w 136"/>
                <a:gd name="T75" fmla="*/ 121 h 138"/>
                <a:gd name="T76" fmla="*/ 120 w 136"/>
                <a:gd name="T77" fmla="*/ 123 h 138"/>
                <a:gd name="T78" fmla="*/ 102 w 136"/>
                <a:gd name="T79" fmla="*/ 108 h 138"/>
                <a:gd name="T80" fmla="*/ 128 w 136"/>
                <a:gd name="T81" fmla="*/ 32 h 138"/>
                <a:gd name="T82" fmla="*/ 104 w 136"/>
                <a:gd name="T83" fmla="*/ 103 h 138"/>
                <a:gd name="T84" fmla="*/ 116 w 136"/>
                <a:gd name="T85" fmla="*/ 72 h 138"/>
                <a:gd name="T86" fmla="*/ 128 w 136"/>
                <a:gd name="T87" fmla="*/ 44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36" h="138">
                  <a:moveTo>
                    <a:pt x="26" y="138"/>
                  </a:moveTo>
                  <a:cubicBezTo>
                    <a:pt x="16" y="138"/>
                    <a:pt x="9" y="136"/>
                    <a:pt x="5" y="131"/>
                  </a:cubicBezTo>
                  <a:cubicBezTo>
                    <a:pt x="2" y="129"/>
                    <a:pt x="0" y="125"/>
                    <a:pt x="0" y="120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1" y="119"/>
                    <a:pt x="1" y="119"/>
                    <a:pt x="1" y="119"/>
                  </a:cubicBezTo>
                  <a:cubicBezTo>
                    <a:pt x="2" y="119"/>
                    <a:pt x="3" y="119"/>
                    <a:pt x="4" y="120"/>
                  </a:cubicBezTo>
                  <a:cubicBezTo>
                    <a:pt x="5" y="121"/>
                    <a:pt x="5" y="123"/>
                    <a:pt x="5" y="124"/>
                  </a:cubicBezTo>
                  <a:cubicBezTo>
                    <a:pt x="5" y="126"/>
                    <a:pt x="5" y="128"/>
                    <a:pt x="6" y="128"/>
                  </a:cubicBezTo>
                  <a:cubicBezTo>
                    <a:pt x="11" y="131"/>
                    <a:pt x="17" y="132"/>
                    <a:pt x="23" y="132"/>
                  </a:cubicBezTo>
                  <a:cubicBezTo>
                    <a:pt x="37" y="132"/>
                    <a:pt x="49" y="125"/>
                    <a:pt x="63" y="118"/>
                  </a:cubicBezTo>
                  <a:cubicBezTo>
                    <a:pt x="74" y="112"/>
                    <a:pt x="85" y="106"/>
                    <a:pt x="97" y="104"/>
                  </a:cubicBezTo>
                  <a:cubicBezTo>
                    <a:pt x="97" y="104"/>
                    <a:pt x="97" y="104"/>
                    <a:pt x="97" y="104"/>
                  </a:cubicBezTo>
                  <a:cubicBezTo>
                    <a:pt x="99" y="100"/>
                    <a:pt x="100" y="96"/>
                    <a:pt x="100" y="90"/>
                  </a:cubicBezTo>
                  <a:cubicBezTo>
                    <a:pt x="100" y="90"/>
                    <a:pt x="100" y="90"/>
                    <a:pt x="100" y="90"/>
                  </a:cubicBezTo>
                  <a:cubicBezTo>
                    <a:pt x="100" y="90"/>
                    <a:pt x="100" y="90"/>
                    <a:pt x="100" y="90"/>
                  </a:cubicBezTo>
                  <a:cubicBezTo>
                    <a:pt x="109" y="81"/>
                    <a:pt x="132" y="42"/>
                    <a:pt x="125" y="18"/>
                  </a:cubicBezTo>
                  <a:cubicBezTo>
                    <a:pt x="124" y="12"/>
                    <a:pt x="117" y="4"/>
                    <a:pt x="111" y="4"/>
                  </a:cubicBezTo>
                  <a:cubicBezTo>
                    <a:pt x="108" y="4"/>
                    <a:pt x="105" y="7"/>
                    <a:pt x="103" y="11"/>
                  </a:cubicBezTo>
                  <a:cubicBezTo>
                    <a:pt x="102" y="12"/>
                    <a:pt x="102" y="12"/>
                    <a:pt x="102" y="12"/>
                  </a:cubicBezTo>
                  <a:cubicBezTo>
                    <a:pt x="101" y="11"/>
                    <a:pt x="101" y="11"/>
                    <a:pt x="101" y="11"/>
                  </a:cubicBezTo>
                  <a:cubicBezTo>
                    <a:pt x="100" y="9"/>
                    <a:pt x="100" y="8"/>
                    <a:pt x="101" y="6"/>
                  </a:cubicBezTo>
                  <a:cubicBezTo>
                    <a:pt x="103" y="2"/>
                    <a:pt x="109" y="0"/>
                    <a:pt x="114" y="0"/>
                  </a:cubicBezTo>
                  <a:cubicBezTo>
                    <a:pt x="114" y="0"/>
                    <a:pt x="114" y="0"/>
                    <a:pt x="115" y="0"/>
                  </a:cubicBezTo>
                  <a:cubicBezTo>
                    <a:pt x="127" y="1"/>
                    <a:pt x="133" y="14"/>
                    <a:pt x="134" y="26"/>
                  </a:cubicBezTo>
                  <a:cubicBezTo>
                    <a:pt x="136" y="44"/>
                    <a:pt x="125" y="66"/>
                    <a:pt x="117" y="83"/>
                  </a:cubicBezTo>
                  <a:cubicBezTo>
                    <a:pt x="113" y="90"/>
                    <a:pt x="110" y="96"/>
                    <a:pt x="109" y="101"/>
                  </a:cubicBezTo>
                  <a:cubicBezTo>
                    <a:pt x="120" y="101"/>
                    <a:pt x="125" y="110"/>
                    <a:pt x="125" y="119"/>
                  </a:cubicBezTo>
                  <a:cubicBezTo>
                    <a:pt x="125" y="128"/>
                    <a:pt x="120" y="137"/>
                    <a:pt x="111" y="137"/>
                  </a:cubicBezTo>
                  <a:cubicBezTo>
                    <a:pt x="107" y="137"/>
                    <a:pt x="104" y="136"/>
                    <a:pt x="100" y="134"/>
                  </a:cubicBezTo>
                  <a:cubicBezTo>
                    <a:pt x="100" y="133"/>
                    <a:pt x="100" y="133"/>
                    <a:pt x="100" y="133"/>
                  </a:cubicBezTo>
                  <a:cubicBezTo>
                    <a:pt x="100" y="133"/>
                    <a:pt x="100" y="133"/>
                    <a:pt x="100" y="133"/>
                  </a:cubicBezTo>
                  <a:cubicBezTo>
                    <a:pt x="98" y="130"/>
                    <a:pt x="98" y="125"/>
                    <a:pt x="97" y="120"/>
                  </a:cubicBezTo>
                  <a:cubicBezTo>
                    <a:pt x="97" y="116"/>
                    <a:pt x="97" y="113"/>
                    <a:pt x="96" y="110"/>
                  </a:cubicBezTo>
                  <a:cubicBezTo>
                    <a:pt x="95" y="110"/>
                    <a:pt x="95" y="110"/>
                    <a:pt x="94" y="110"/>
                  </a:cubicBezTo>
                  <a:cubicBezTo>
                    <a:pt x="92" y="111"/>
                    <a:pt x="92" y="111"/>
                    <a:pt x="92" y="111"/>
                  </a:cubicBezTo>
                  <a:cubicBezTo>
                    <a:pt x="91" y="112"/>
                    <a:pt x="89" y="113"/>
                    <a:pt x="87" y="115"/>
                  </a:cubicBezTo>
                  <a:cubicBezTo>
                    <a:pt x="77" y="121"/>
                    <a:pt x="61" y="132"/>
                    <a:pt x="48" y="135"/>
                  </a:cubicBezTo>
                  <a:cubicBezTo>
                    <a:pt x="41" y="137"/>
                    <a:pt x="33" y="138"/>
                    <a:pt x="26" y="138"/>
                  </a:cubicBezTo>
                  <a:close/>
                  <a:moveTo>
                    <a:pt x="5" y="129"/>
                  </a:moveTo>
                  <a:cubicBezTo>
                    <a:pt x="5" y="130"/>
                    <a:pt x="5" y="130"/>
                    <a:pt x="6" y="130"/>
                  </a:cubicBezTo>
                  <a:cubicBezTo>
                    <a:pt x="10" y="134"/>
                    <a:pt x="17" y="137"/>
                    <a:pt x="26" y="137"/>
                  </a:cubicBezTo>
                  <a:cubicBezTo>
                    <a:pt x="33" y="137"/>
                    <a:pt x="41" y="135"/>
                    <a:pt x="48" y="134"/>
                  </a:cubicBezTo>
                  <a:cubicBezTo>
                    <a:pt x="61" y="130"/>
                    <a:pt x="76" y="120"/>
                    <a:pt x="86" y="114"/>
                  </a:cubicBezTo>
                  <a:cubicBezTo>
                    <a:pt x="82" y="115"/>
                    <a:pt x="78" y="117"/>
                    <a:pt x="75" y="119"/>
                  </a:cubicBezTo>
                  <a:cubicBezTo>
                    <a:pt x="66" y="124"/>
                    <a:pt x="57" y="129"/>
                    <a:pt x="48" y="129"/>
                  </a:cubicBezTo>
                  <a:cubicBezTo>
                    <a:pt x="44" y="129"/>
                    <a:pt x="44" y="129"/>
                    <a:pt x="44" y="129"/>
                  </a:cubicBezTo>
                  <a:cubicBezTo>
                    <a:pt x="48" y="128"/>
                    <a:pt x="48" y="128"/>
                    <a:pt x="48" y="128"/>
                  </a:cubicBezTo>
                  <a:cubicBezTo>
                    <a:pt x="54" y="126"/>
                    <a:pt x="59" y="123"/>
                    <a:pt x="65" y="120"/>
                  </a:cubicBezTo>
                  <a:cubicBezTo>
                    <a:pt x="75" y="114"/>
                    <a:pt x="85" y="108"/>
                    <a:pt x="96" y="108"/>
                  </a:cubicBezTo>
                  <a:cubicBezTo>
                    <a:pt x="96" y="108"/>
                    <a:pt x="96" y="108"/>
                    <a:pt x="96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9"/>
                    <a:pt x="97" y="109"/>
                    <a:pt x="97" y="109"/>
                  </a:cubicBezTo>
                  <a:cubicBezTo>
                    <a:pt x="98" y="112"/>
                    <a:pt x="99" y="116"/>
                    <a:pt x="99" y="120"/>
                  </a:cubicBezTo>
                  <a:cubicBezTo>
                    <a:pt x="99" y="124"/>
                    <a:pt x="100" y="129"/>
                    <a:pt x="101" y="132"/>
                  </a:cubicBezTo>
                  <a:cubicBezTo>
                    <a:pt x="104" y="134"/>
                    <a:pt x="108" y="135"/>
                    <a:pt x="111" y="135"/>
                  </a:cubicBezTo>
                  <a:cubicBezTo>
                    <a:pt x="118" y="135"/>
                    <a:pt x="122" y="129"/>
                    <a:pt x="123" y="123"/>
                  </a:cubicBezTo>
                  <a:cubicBezTo>
                    <a:pt x="122" y="124"/>
                    <a:pt x="121" y="125"/>
                    <a:pt x="119" y="125"/>
                  </a:cubicBezTo>
                  <a:cubicBezTo>
                    <a:pt x="118" y="125"/>
                    <a:pt x="118" y="125"/>
                    <a:pt x="118" y="125"/>
                  </a:cubicBezTo>
                  <a:cubicBezTo>
                    <a:pt x="118" y="127"/>
                    <a:pt x="117" y="128"/>
                    <a:pt x="117" y="129"/>
                  </a:cubicBezTo>
                  <a:cubicBezTo>
                    <a:pt x="117" y="129"/>
                    <a:pt x="117" y="129"/>
                    <a:pt x="117" y="129"/>
                  </a:cubicBezTo>
                  <a:cubicBezTo>
                    <a:pt x="117" y="129"/>
                    <a:pt x="117" y="129"/>
                    <a:pt x="117" y="129"/>
                  </a:cubicBezTo>
                  <a:cubicBezTo>
                    <a:pt x="115" y="130"/>
                    <a:pt x="114" y="130"/>
                    <a:pt x="113" y="130"/>
                  </a:cubicBezTo>
                  <a:cubicBezTo>
                    <a:pt x="113" y="130"/>
                    <a:pt x="113" y="130"/>
                    <a:pt x="113" y="130"/>
                  </a:cubicBezTo>
                  <a:cubicBezTo>
                    <a:pt x="111" y="130"/>
                    <a:pt x="109" y="130"/>
                    <a:pt x="108" y="129"/>
                  </a:cubicBezTo>
                  <a:cubicBezTo>
                    <a:pt x="106" y="129"/>
                    <a:pt x="105" y="128"/>
                    <a:pt x="103" y="128"/>
                  </a:cubicBezTo>
                  <a:cubicBezTo>
                    <a:pt x="103" y="128"/>
                    <a:pt x="103" y="128"/>
                    <a:pt x="103" y="128"/>
                  </a:cubicBezTo>
                  <a:cubicBezTo>
                    <a:pt x="103" y="128"/>
                    <a:pt x="103" y="128"/>
                    <a:pt x="103" y="128"/>
                  </a:cubicBezTo>
                  <a:cubicBezTo>
                    <a:pt x="100" y="122"/>
                    <a:pt x="100" y="110"/>
                    <a:pt x="104" y="105"/>
                  </a:cubicBezTo>
                  <a:cubicBezTo>
                    <a:pt x="105" y="105"/>
                    <a:pt x="105" y="105"/>
                    <a:pt x="105" y="105"/>
                  </a:cubicBezTo>
                  <a:cubicBezTo>
                    <a:pt x="105" y="105"/>
                    <a:pt x="105" y="105"/>
                    <a:pt x="105" y="105"/>
                  </a:cubicBezTo>
                  <a:cubicBezTo>
                    <a:pt x="110" y="106"/>
                    <a:pt x="114" y="108"/>
                    <a:pt x="116" y="112"/>
                  </a:cubicBezTo>
                  <a:cubicBezTo>
                    <a:pt x="118" y="116"/>
                    <a:pt x="119" y="120"/>
                    <a:pt x="118" y="124"/>
                  </a:cubicBezTo>
                  <a:cubicBezTo>
                    <a:pt x="118" y="124"/>
                    <a:pt x="118" y="124"/>
                    <a:pt x="118" y="124"/>
                  </a:cubicBezTo>
                  <a:cubicBezTo>
                    <a:pt x="121" y="119"/>
                    <a:pt x="119" y="116"/>
                    <a:pt x="117" y="112"/>
                  </a:cubicBezTo>
                  <a:cubicBezTo>
                    <a:pt x="116" y="110"/>
                    <a:pt x="115" y="109"/>
                    <a:pt x="114" y="106"/>
                  </a:cubicBezTo>
                  <a:cubicBezTo>
                    <a:pt x="114" y="105"/>
                    <a:pt x="114" y="105"/>
                    <a:pt x="114" y="105"/>
                  </a:cubicBezTo>
                  <a:cubicBezTo>
                    <a:pt x="115" y="105"/>
                    <a:pt x="115" y="105"/>
                    <a:pt x="115" y="105"/>
                  </a:cubicBezTo>
                  <a:cubicBezTo>
                    <a:pt x="117" y="106"/>
                    <a:pt x="121" y="109"/>
                    <a:pt x="123" y="113"/>
                  </a:cubicBezTo>
                  <a:cubicBezTo>
                    <a:pt x="121" y="107"/>
                    <a:pt x="116" y="102"/>
                    <a:pt x="108" y="102"/>
                  </a:cubicBezTo>
                  <a:cubicBezTo>
                    <a:pt x="107" y="102"/>
                    <a:pt x="107" y="102"/>
                    <a:pt x="107" y="102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8" y="97"/>
                    <a:pt x="112" y="90"/>
                    <a:pt x="115" y="82"/>
                  </a:cubicBezTo>
                  <a:cubicBezTo>
                    <a:pt x="124" y="65"/>
                    <a:pt x="134" y="44"/>
                    <a:pt x="133" y="26"/>
                  </a:cubicBezTo>
                  <a:cubicBezTo>
                    <a:pt x="131" y="15"/>
                    <a:pt x="126" y="3"/>
                    <a:pt x="115" y="2"/>
                  </a:cubicBezTo>
                  <a:cubicBezTo>
                    <a:pt x="110" y="1"/>
                    <a:pt x="104" y="4"/>
                    <a:pt x="102" y="7"/>
                  </a:cubicBezTo>
                  <a:cubicBezTo>
                    <a:pt x="102" y="7"/>
                    <a:pt x="102" y="8"/>
                    <a:pt x="102" y="9"/>
                  </a:cubicBezTo>
                  <a:cubicBezTo>
                    <a:pt x="105" y="4"/>
                    <a:pt x="109" y="3"/>
                    <a:pt x="111" y="3"/>
                  </a:cubicBezTo>
                  <a:cubicBezTo>
                    <a:pt x="118" y="3"/>
                    <a:pt x="125" y="11"/>
                    <a:pt x="127" y="18"/>
                  </a:cubicBezTo>
                  <a:cubicBezTo>
                    <a:pt x="133" y="42"/>
                    <a:pt x="110" y="81"/>
                    <a:pt x="101" y="91"/>
                  </a:cubicBezTo>
                  <a:cubicBezTo>
                    <a:pt x="102" y="96"/>
                    <a:pt x="100" y="100"/>
                    <a:pt x="99" y="104"/>
                  </a:cubicBezTo>
                  <a:cubicBezTo>
                    <a:pt x="98" y="105"/>
                    <a:pt x="98" y="105"/>
                    <a:pt x="98" y="105"/>
                  </a:cubicBezTo>
                  <a:cubicBezTo>
                    <a:pt x="98" y="105"/>
                    <a:pt x="98" y="105"/>
                    <a:pt x="98" y="105"/>
                  </a:cubicBezTo>
                  <a:cubicBezTo>
                    <a:pt x="86" y="107"/>
                    <a:pt x="75" y="113"/>
                    <a:pt x="64" y="119"/>
                  </a:cubicBezTo>
                  <a:cubicBezTo>
                    <a:pt x="51" y="126"/>
                    <a:pt x="37" y="133"/>
                    <a:pt x="23" y="133"/>
                  </a:cubicBezTo>
                  <a:cubicBezTo>
                    <a:pt x="17" y="133"/>
                    <a:pt x="11" y="132"/>
                    <a:pt x="5" y="129"/>
                  </a:cubicBezTo>
                  <a:cubicBezTo>
                    <a:pt x="5" y="129"/>
                    <a:pt x="5" y="129"/>
                    <a:pt x="5" y="129"/>
                  </a:cubicBezTo>
                  <a:close/>
                  <a:moveTo>
                    <a:pt x="104" y="127"/>
                  </a:moveTo>
                  <a:cubicBezTo>
                    <a:pt x="106" y="127"/>
                    <a:pt x="107" y="127"/>
                    <a:pt x="108" y="128"/>
                  </a:cubicBezTo>
                  <a:cubicBezTo>
                    <a:pt x="111" y="129"/>
                    <a:pt x="113" y="129"/>
                    <a:pt x="116" y="128"/>
                  </a:cubicBezTo>
                  <a:cubicBezTo>
                    <a:pt x="118" y="123"/>
                    <a:pt x="118" y="117"/>
                    <a:pt x="115" y="113"/>
                  </a:cubicBezTo>
                  <a:cubicBezTo>
                    <a:pt x="113" y="110"/>
                    <a:pt x="109" y="107"/>
                    <a:pt x="105" y="107"/>
                  </a:cubicBezTo>
                  <a:cubicBezTo>
                    <a:pt x="102" y="111"/>
                    <a:pt x="102" y="121"/>
                    <a:pt x="104" y="127"/>
                  </a:cubicBezTo>
                  <a:close/>
                  <a:moveTo>
                    <a:pt x="89" y="110"/>
                  </a:moveTo>
                  <a:cubicBezTo>
                    <a:pt x="81" y="112"/>
                    <a:pt x="73" y="117"/>
                    <a:pt x="65" y="121"/>
                  </a:cubicBezTo>
                  <a:cubicBezTo>
                    <a:pt x="61" y="123"/>
                    <a:pt x="57" y="125"/>
                    <a:pt x="53" y="127"/>
                  </a:cubicBezTo>
                  <a:cubicBezTo>
                    <a:pt x="60" y="126"/>
                    <a:pt x="67" y="122"/>
                    <a:pt x="74" y="118"/>
                  </a:cubicBezTo>
                  <a:cubicBezTo>
                    <a:pt x="79" y="115"/>
                    <a:pt x="84" y="112"/>
                    <a:pt x="89" y="110"/>
                  </a:cubicBezTo>
                  <a:close/>
                  <a:moveTo>
                    <a:pt x="2" y="121"/>
                  </a:moveTo>
                  <a:cubicBezTo>
                    <a:pt x="2" y="123"/>
                    <a:pt x="3" y="125"/>
                    <a:pt x="4" y="127"/>
                  </a:cubicBezTo>
                  <a:cubicBezTo>
                    <a:pt x="3" y="127"/>
                    <a:pt x="3" y="125"/>
                    <a:pt x="3" y="124"/>
                  </a:cubicBezTo>
                  <a:cubicBezTo>
                    <a:pt x="3" y="123"/>
                    <a:pt x="4" y="122"/>
                    <a:pt x="3" y="121"/>
                  </a:cubicBezTo>
                  <a:cubicBezTo>
                    <a:pt x="3" y="121"/>
                    <a:pt x="3" y="121"/>
                    <a:pt x="2" y="121"/>
                  </a:cubicBezTo>
                  <a:close/>
                  <a:moveTo>
                    <a:pt x="116" y="108"/>
                  </a:moveTo>
                  <a:cubicBezTo>
                    <a:pt x="117" y="109"/>
                    <a:pt x="118" y="110"/>
                    <a:pt x="118" y="111"/>
                  </a:cubicBezTo>
                  <a:cubicBezTo>
                    <a:pt x="120" y="115"/>
                    <a:pt x="122" y="118"/>
                    <a:pt x="120" y="123"/>
                  </a:cubicBezTo>
                  <a:cubicBezTo>
                    <a:pt x="122" y="122"/>
                    <a:pt x="123" y="121"/>
                    <a:pt x="123" y="119"/>
                  </a:cubicBezTo>
                  <a:cubicBezTo>
                    <a:pt x="123" y="115"/>
                    <a:pt x="119" y="110"/>
                    <a:pt x="116" y="108"/>
                  </a:cubicBezTo>
                  <a:close/>
                  <a:moveTo>
                    <a:pt x="102" y="108"/>
                  </a:moveTo>
                  <a:cubicBezTo>
                    <a:pt x="103" y="103"/>
                    <a:pt x="103" y="103"/>
                    <a:pt x="103" y="103"/>
                  </a:cubicBezTo>
                  <a:cubicBezTo>
                    <a:pt x="104" y="92"/>
                    <a:pt x="109" y="82"/>
                    <a:pt x="114" y="72"/>
                  </a:cubicBezTo>
                  <a:cubicBezTo>
                    <a:pt x="121" y="60"/>
                    <a:pt x="127" y="47"/>
                    <a:pt x="128" y="32"/>
                  </a:cubicBezTo>
                  <a:cubicBezTo>
                    <a:pt x="130" y="32"/>
                    <a:pt x="130" y="32"/>
                    <a:pt x="130" y="32"/>
                  </a:cubicBezTo>
                  <a:cubicBezTo>
                    <a:pt x="131" y="51"/>
                    <a:pt x="122" y="68"/>
                    <a:pt x="114" y="84"/>
                  </a:cubicBezTo>
                  <a:cubicBezTo>
                    <a:pt x="110" y="90"/>
                    <a:pt x="107" y="97"/>
                    <a:pt x="104" y="103"/>
                  </a:cubicBezTo>
                  <a:lnTo>
                    <a:pt x="102" y="108"/>
                  </a:lnTo>
                  <a:close/>
                  <a:moveTo>
                    <a:pt x="128" y="44"/>
                  </a:moveTo>
                  <a:cubicBezTo>
                    <a:pt x="125" y="54"/>
                    <a:pt x="120" y="63"/>
                    <a:pt x="116" y="72"/>
                  </a:cubicBezTo>
                  <a:cubicBezTo>
                    <a:pt x="111" y="81"/>
                    <a:pt x="107" y="89"/>
                    <a:pt x="105" y="97"/>
                  </a:cubicBezTo>
                  <a:cubicBezTo>
                    <a:pt x="108" y="92"/>
                    <a:pt x="110" y="88"/>
                    <a:pt x="112" y="83"/>
                  </a:cubicBezTo>
                  <a:cubicBezTo>
                    <a:pt x="119" y="71"/>
                    <a:pt x="126" y="58"/>
                    <a:pt x="128" y="44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836613" y="1031195"/>
            <a:ext cx="5943600" cy="4572000"/>
          </a:xfrm>
          <a:solidFill>
            <a:schemeClr val="accent2">
              <a:lumMod val="40000"/>
              <a:lumOff val="60000"/>
            </a:schemeClr>
          </a:solidFill>
          <a:ln w="38100">
            <a:solidFill>
              <a:schemeClr val="bg1"/>
            </a:solidFill>
          </a:ln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92891" y="3555521"/>
            <a:ext cx="3840480" cy="2168517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B156B-59AE-415F-B24B-8756D48BB977}" type="slidenum">
              <a:rPr/>
              <a:t>‹#›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99945-0A15-4715-AB6C-F5E56CF20F70}" type="datetimeFigureOut">
              <a:rPr lang="en-US"/>
              <a:t>12/13/2025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59575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B156B-59AE-415F-B24B-8756D48BB977}" type="slidenum">
              <a:rPr/>
              <a:t>‹#›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99945-0A15-4715-AB6C-F5E56CF20F70}" type="datetimeFigureOut">
              <a:rPr lang="en-US"/>
              <a:t>12/13/2025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47936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624268" y="304800"/>
            <a:ext cx="1729531" cy="56769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304800"/>
            <a:ext cx="8633671" cy="56769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B156B-59AE-415F-B24B-8756D48BB977}" type="slidenum">
              <a:rPr/>
              <a:t>‹#›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99945-0A15-4715-AB6C-F5E56CF20F70}" type="datetimeFigureOut">
              <a:rPr lang="en-US"/>
              <a:t>12/13/2025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05803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5212" y="304800"/>
            <a:ext cx="10058402" cy="12192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5214" y="1752600"/>
            <a:ext cx="10058400" cy="4229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5213" y="6019801"/>
            <a:ext cx="7620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022B156B-59AE-415F-B24B-8756D48BB97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79613" y="6019801"/>
            <a:ext cx="594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75611" y="6019801"/>
            <a:ext cx="139626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4CF99945-0A15-4715-AB6C-F5E56CF20F70}" type="datetimeFigureOut">
              <a:rPr lang="en-US" smtClean="0"/>
              <a:pPr/>
              <a:t>12/13/2025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630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61" r:id="rId9"/>
    <p:sldLayoutId id="2147483662" r:id="rId10"/>
    <p:sldLayoutId id="2147483656" r:id="rId11"/>
    <p:sldLayoutId id="2147483657" r:id="rId12"/>
    <p:sldLayoutId id="2147483658" r:id="rId13"/>
    <p:sldLayoutId id="2147483659" r:id="rId1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18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0664" indent="-283464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F26B43"/>
          </p15:clr>
        </p15:guide>
        <p15:guide id="2" orient="horz" pos="21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code.visualstudio.com/docs/languages/cpp" TargetMode="Externa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85225" y="1752600"/>
            <a:ext cx="6858002" cy="1828800"/>
          </a:xfrm>
        </p:spPr>
        <p:txBody>
          <a:bodyPr>
            <a:normAutofit/>
          </a:bodyPr>
          <a:lstStyle/>
          <a:p>
            <a:r>
              <a:rPr lang="en-US" sz="7200" dirty="0"/>
              <a:t>C++ </a:t>
            </a:r>
            <a:r>
              <a:rPr lang="zh-CN" altLang="en-US" sz="7200" dirty="0">
                <a:latin typeface="STKaiti" panose="02010600040101010101" pitchFamily="2" charset="-122"/>
                <a:ea typeface="STKaiti" panose="02010600040101010101" pitchFamily="2" charset="-122"/>
              </a:rPr>
              <a:t>新经典</a:t>
            </a:r>
            <a:endParaRPr lang="en-US" sz="7200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>
                <a:latin typeface="STKaiti" panose="02010600040101010101" pitchFamily="2" charset="-122"/>
                <a:ea typeface="STKaiti" panose="02010600040101010101" pitchFamily="2" charset="-122"/>
              </a:rPr>
              <a:t>作者：王健伟</a:t>
            </a:r>
            <a:endParaRPr lang="en-US" altLang="zh-CN" dirty="0"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r>
              <a:rPr lang="zh-CN" altLang="en-US" dirty="0">
                <a:latin typeface="STKaiti" panose="02010600040101010101" pitchFamily="2" charset="-122"/>
                <a:ea typeface="STKaiti" panose="02010600040101010101" pitchFamily="2" charset="-122"/>
              </a:rPr>
              <a:t>清华大学出版社</a:t>
            </a:r>
            <a:endParaRPr lang="en-US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1907AA-B2F4-7B1C-205E-74C23223DF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9832" y="1390763"/>
            <a:ext cx="2798257" cy="407647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B39791E-BFB2-E866-7B82-54D4DC98FF7D}"/>
              </a:ext>
            </a:extLst>
          </p:cNvPr>
          <p:cNvSpPr txBox="1">
            <a:spLocks/>
          </p:cNvSpPr>
          <p:nvPr/>
        </p:nvSpPr>
        <p:spPr>
          <a:xfrm>
            <a:off x="1673256" y="5467236"/>
            <a:ext cx="6858002" cy="914400"/>
          </a:xfrm>
          <a:prstGeom prst="rect">
            <a:avLst/>
          </a:prstGeom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  <a:softEdge rad="38100"/>
          </a:effectLst>
          <a:scene3d>
            <a:camera prst="orthographicFront"/>
            <a:lightRig rig="threePt" dir="t"/>
          </a:scene3d>
          <a:sp3d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001 </a:t>
            </a:r>
            <a:r>
              <a:rPr lang="zh-CN" altLang="en-US" dirty="0">
                <a:latin typeface="STKaiti" panose="02010600040101010101" pitchFamily="2" charset="-122"/>
                <a:ea typeface="STKaiti" panose="02010600040101010101" pitchFamily="2" charset="-122"/>
              </a:rPr>
              <a:t>开篇</a:t>
            </a:r>
            <a:endParaRPr lang="en-US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9675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76178" y="323963"/>
            <a:ext cx="6858002" cy="1066800"/>
          </a:xfrm>
        </p:spPr>
        <p:txBody>
          <a:bodyPr>
            <a:normAutofit/>
          </a:bodyPr>
          <a:lstStyle/>
          <a:p>
            <a:r>
              <a:rPr lang="en-US" sz="6000" dirty="0"/>
              <a:t>C++ </a:t>
            </a:r>
            <a:r>
              <a:rPr lang="zh-CN" altLang="en-US" sz="6000" dirty="0">
                <a:latin typeface="STKaiti" panose="02010600040101010101" pitchFamily="2" charset="-122"/>
                <a:ea typeface="STKaiti" panose="02010600040101010101" pitchFamily="2" charset="-122"/>
              </a:rPr>
              <a:t>新经典</a:t>
            </a:r>
            <a:endParaRPr lang="en-US" sz="6000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725247" y="400163"/>
            <a:ext cx="3077870" cy="914400"/>
          </a:xfrm>
        </p:spPr>
        <p:txBody>
          <a:bodyPr/>
          <a:lstStyle/>
          <a:p>
            <a:r>
              <a:rPr lang="zh-CN" altLang="en-US" dirty="0">
                <a:latin typeface="STKaiti" panose="02010600040101010101" pitchFamily="2" charset="-122"/>
                <a:ea typeface="STKaiti" panose="02010600040101010101" pitchFamily="2" charset="-122"/>
              </a:rPr>
              <a:t>作者：王健伟</a:t>
            </a:r>
            <a:endParaRPr lang="en-US" altLang="zh-CN" dirty="0"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r>
              <a:rPr lang="zh-CN" altLang="en-US" dirty="0">
                <a:latin typeface="STKaiti" panose="02010600040101010101" pitchFamily="2" charset="-122"/>
                <a:ea typeface="STKaiti" panose="02010600040101010101" pitchFamily="2" charset="-122"/>
              </a:rPr>
              <a:t>清华大学出版社</a:t>
            </a:r>
            <a:endParaRPr lang="en-US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1907AA-B2F4-7B1C-205E-74C23223DF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9044" y="1390764"/>
            <a:ext cx="2559045" cy="372799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B39791E-BFB2-E866-7B82-54D4DC98FF7D}"/>
              </a:ext>
            </a:extLst>
          </p:cNvPr>
          <p:cNvSpPr txBox="1">
            <a:spLocks/>
          </p:cNvSpPr>
          <p:nvPr/>
        </p:nvSpPr>
        <p:spPr>
          <a:xfrm>
            <a:off x="325315" y="5590261"/>
            <a:ext cx="8584517" cy="914400"/>
          </a:xfrm>
          <a:prstGeom prst="rect">
            <a:avLst/>
          </a:prstGeom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  <a:softEdge rad="38100"/>
          </a:effectLst>
          <a:scene3d>
            <a:camera prst="orthographicFront"/>
            <a:lightRig rig="threePt" dir="t"/>
          </a:scene3d>
          <a:sp3d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 anchorCtr="0">
            <a:normAutofit fontScale="6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002 </a:t>
            </a:r>
            <a:r>
              <a:rPr lang="en-US" altLang="zh-CN" dirty="0">
                <a:latin typeface="STKaiti" panose="02010600040101010101" pitchFamily="2" charset="-122"/>
                <a:ea typeface="STKaiti" panose="02010600040101010101" pitchFamily="2" charset="-122"/>
              </a:rPr>
              <a:t>C</a:t>
            </a:r>
            <a:r>
              <a:rPr lang="zh-CN" altLang="en-US" dirty="0">
                <a:latin typeface="STKaiti" panose="02010600040101010101" pitchFamily="2" charset="-122"/>
                <a:ea typeface="STKaiti" panose="02010600040101010101" pitchFamily="2" charset="-122"/>
              </a:rPr>
              <a:t>的常量、变量、整型、实型和字符型</a:t>
            </a:r>
            <a:endParaRPr lang="en-US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B10E721-5A52-F1B4-FA2E-17377C9320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2019" y="1390763"/>
            <a:ext cx="7055339" cy="38054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74514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76178" y="323963"/>
            <a:ext cx="6858002" cy="1066800"/>
          </a:xfrm>
        </p:spPr>
        <p:txBody>
          <a:bodyPr>
            <a:normAutofit/>
          </a:bodyPr>
          <a:lstStyle/>
          <a:p>
            <a:r>
              <a:rPr lang="en-US" sz="6000" dirty="0"/>
              <a:t>C++ </a:t>
            </a:r>
            <a:r>
              <a:rPr lang="zh-CN" altLang="en-US" sz="6000" dirty="0">
                <a:latin typeface="STKaiti" panose="02010600040101010101" pitchFamily="2" charset="-122"/>
                <a:ea typeface="STKaiti" panose="02010600040101010101" pitchFamily="2" charset="-122"/>
              </a:rPr>
              <a:t>新经典</a:t>
            </a:r>
            <a:endParaRPr lang="en-US" sz="6000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725247" y="400163"/>
            <a:ext cx="3077870" cy="914400"/>
          </a:xfrm>
        </p:spPr>
        <p:txBody>
          <a:bodyPr/>
          <a:lstStyle/>
          <a:p>
            <a:r>
              <a:rPr lang="zh-CN" altLang="en-US" dirty="0">
                <a:latin typeface="STKaiti" panose="02010600040101010101" pitchFamily="2" charset="-122"/>
                <a:ea typeface="STKaiti" panose="02010600040101010101" pitchFamily="2" charset="-122"/>
              </a:rPr>
              <a:t>作者：王健伟</a:t>
            </a:r>
            <a:endParaRPr lang="en-US" altLang="zh-CN" dirty="0"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r>
              <a:rPr lang="zh-CN" altLang="en-US" dirty="0">
                <a:latin typeface="STKaiti" panose="02010600040101010101" pitchFamily="2" charset="-122"/>
                <a:ea typeface="STKaiti" panose="02010600040101010101" pitchFamily="2" charset="-122"/>
              </a:rPr>
              <a:t>清华大学出版社</a:t>
            </a:r>
            <a:endParaRPr lang="en-US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1907AA-B2F4-7B1C-205E-74C23223DF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9044" y="1390764"/>
            <a:ext cx="2559045" cy="372799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B39791E-BFB2-E866-7B82-54D4DC98FF7D}"/>
              </a:ext>
            </a:extLst>
          </p:cNvPr>
          <p:cNvSpPr txBox="1">
            <a:spLocks/>
          </p:cNvSpPr>
          <p:nvPr/>
        </p:nvSpPr>
        <p:spPr>
          <a:xfrm>
            <a:off x="980388" y="5590261"/>
            <a:ext cx="7929444" cy="914400"/>
          </a:xfrm>
          <a:prstGeom prst="rect">
            <a:avLst/>
          </a:prstGeom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  <a:softEdge rad="38100"/>
          </a:effectLst>
          <a:scene3d>
            <a:camera prst="orthographicFront"/>
            <a:lightRig rig="threePt" dir="t"/>
          </a:scene3d>
          <a:sp3d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 anchorCtr="0">
            <a:normAutofit fontScale="6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003 </a:t>
            </a:r>
            <a:r>
              <a:rPr lang="zh-CN" altLang="en-US" dirty="0">
                <a:latin typeface="STKaiti" panose="02010600040101010101" pitchFamily="2" charset="-122"/>
                <a:ea typeface="STKaiti" panose="02010600040101010101" pitchFamily="2" charset="-122"/>
              </a:rPr>
              <a:t>在</a:t>
            </a:r>
            <a:r>
              <a:rPr lang="en-US" altLang="zh-CN" dirty="0">
                <a:latin typeface="STKaiti" panose="02010600040101010101" pitchFamily="2" charset="-122"/>
                <a:ea typeface="STKaiti" panose="02010600040101010101" pitchFamily="2" charset="-122"/>
              </a:rPr>
              <a:t>VS Code</a:t>
            </a:r>
            <a:r>
              <a:rPr lang="zh-CN" altLang="en-US" dirty="0">
                <a:latin typeface="STKaiti" panose="02010600040101010101" pitchFamily="2" charset="-122"/>
                <a:ea typeface="STKaiti" panose="02010600040101010101" pitchFamily="2" charset="-122"/>
              </a:rPr>
              <a:t>中配置</a:t>
            </a:r>
            <a:r>
              <a:rPr lang="en-US" altLang="zh-CN" dirty="0">
                <a:latin typeface="STKaiti" panose="02010600040101010101" pitchFamily="2" charset="-122"/>
                <a:ea typeface="STKaiti" panose="02010600040101010101" pitchFamily="2" charset="-122"/>
              </a:rPr>
              <a:t>C/C++</a:t>
            </a:r>
            <a:r>
              <a:rPr lang="zh-CN" altLang="en-US" dirty="0">
                <a:latin typeface="STKaiti" panose="02010600040101010101" pitchFamily="2" charset="-122"/>
                <a:ea typeface="STKaiti" panose="02010600040101010101" pitchFamily="2" charset="-122"/>
              </a:rPr>
              <a:t>编程环境</a:t>
            </a:r>
            <a:endParaRPr lang="en-US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A1EF02E-6A4A-016E-2302-0BAE0742D8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9222" y="2497717"/>
            <a:ext cx="3087485" cy="67630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DA04916-6191-E1A9-7608-A835E58BD5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4728" y="1390763"/>
            <a:ext cx="3210373" cy="392484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2526CCA-C9BE-C3BE-A8CD-09B9725CFA50}"/>
              </a:ext>
            </a:extLst>
          </p:cNvPr>
          <p:cNvSpPr txBox="1"/>
          <p:nvPr/>
        </p:nvSpPr>
        <p:spPr>
          <a:xfrm>
            <a:off x="730048" y="3352012"/>
            <a:ext cx="4046659" cy="276999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hlinkClick r:id="rId5"/>
              </a:rPr>
              <a:t>https://code.visualstudio.com/docs/languages/cpp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900502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87784" y="0"/>
            <a:ext cx="8246396" cy="1390763"/>
          </a:xfrm>
        </p:spPr>
        <p:txBody>
          <a:bodyPr>
            <a:normAutofit/>
          </a:bodyPr>
          <a:lstStyle/>
          <a:p>
            <a:pPr algn="ctr"/>
            <a:r>
              <a:rPr lang="en-US" sz="8800" dirty="0"/>
              <a:t>C++ </a:t>
            </a:r>
            <a:r>
              <a:rPr lang="zh-CN" altLang="en-US" sz="8800" dirty="0">
                <a:latin typeface="STKaiti" panose="02010600040101010101" pitchFamily="2" charset="-122"/>
                <a:ea typeface="STKaiti" panose="02010600040101010101" pitchFamily="2" charset="-122"/>
              </a:rPr>
              <a:t>新经典</a:t>
            </a:r>
            <a:endParaRPr lang="en-US" sz="8800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1907AA-B2F4-7B1C-205E-74C23223DF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9044" y="1390764"/>
            <a:ext cx="2559045" cy="372799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B39791E-BFB2-E866-7B82-54D4DC98FF7D}"/>
              </a:ext>
            </a:extLst>
          </p:cNvPr>
          <p:cNvSpPr txBox="1">
            <a:spLocks/>
          </p:cNvSpPr>
          <p:nvPr/>
        </p:nvSpPr>
        <p:spPr>
          <a:xfrm>
            <a:off x="325315" y="5590261"/>
            <a:ext cx="8584517" cy="914400"/>
          </a:xfrm>
          <a:prstGeom prst="rect">
            <a:avLst/>
          </a:prstGeom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  <a:softEdge rad="38100"/>
          </a:effectLst>
          <a:scene3d>
            <a:camera prst="orthographicFront"/>
            <a:lightRig rig="threePt" dir="t"/>
          </a:scene3d>
          <a:sp3d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 anchorCtr="0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004 </a:t>
            </a:r>
            <a:r>
              <a:rPr lang="en-US" altLang="zh-CN" dirty="0">
                <a:latin typeface="STKaiti" panose="02010600040101010101" pitchFamily="2" charset="-122"/>
                <a:ea typeface="STKaiti" panose="02010600040101010101" pitchFamily="2" charset="-122"/>
              </a:rPr>
              <a:t>C</a:t>
            </a:r>
            <a:r>
              <a:rPr lang="zh-CN" altLang="en-US" dirty="0">
                <a:latin typeface="STKaiti" panose="02010600040101010101" pitchFamily="2" charset="-122"/>
                <a:ea typeface="STKaiti" panose="02010600040101010101" pitchFamily="2" charset="-122"/>
              </a:rPr>
              <a:t>的算术运算符和表达式</a:t>
            </a:r>
            <a:endParaRPr lang="en-US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ABAB06D-7DAE-860A-2513-513ADD2DA6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315" y="1390763"/>
            <a:ext cx="8439150" cy="39909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39148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B1907AA-B2F4-7B1C-205E-74C23223DF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9044" y="1390764"/>
            <a:ext cx="2559045" cy="372799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B39791E-BFB2-E866-7B82-54D4DC98FF7D}"/>
              </a:ext>
            </a:extLst>
          </p:cNvPr>
          <p:cNvSpPr txBox="1">
            <a:spLocks/>
          </p:cNvSpPr>
          <p:nvPr/>
        </p:nvSpPr>
        <p:spPr>
          <a:xfrm>
            <a:off x="325315" y="4952326"/>
            <a:ext cx="11460735" cy="1552335"/>
          </a:xfrm>
          <a:prstGeom prst="rect">
            <a:avLst/>
          </a:prstGeom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  <a:softEdge rad="38100"/>
          </a:effectLst>
          <a:scene3d>
            <a:camera prst="orthographicFront"/>
            <a:lightRig rig="threePt" dir="t"/>
          </a:scene3d>
          <a:sp3d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005 </a:t>
            </a:r>
            <a:r>
              <a:rPr lang="en-US" altLang="zh-CN" dirty="0">
                <a:latin typeface="STKaiti" panose="02010600040101010101" pitchFamily="2" charset="-122"/>
                <a:ea typeface="STKaiti" panose="02010600040101010101" pitchFamily="2" charset="-122"/>
              </a:rPr>
              <a:t>C</a:t>
            </a:r>
            <a:r>
              <a:rPr lang="zh-CN" altLang="en-US" dirty="0">
                <a:latin typeface="STKaiti" panose="02010600040101010101" pitchFamily="2" charset="-122"/>
                <a:ea typeface="STKaiti" panose="02010600040101010101" pitchFamily="2" charset="-122"/>
              </a:rPr>
              <a:t>的赋值运算符和逗号运算符</a:t>
            </a:r>
            <a:endParaRPr lang="en-US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51EB65C-93C6-6201-C5B2-99893729996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932739" y="1981200"/>
            <a:ext cx="7639762" cy="28956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6A3BE0DC-EAAB-0E40-8942-24C4A647DA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7784" y="0"/>
            <a:ext cx="8246396" cy="1390763"/>
          </a:xfrm>
        </p:spPr>
        <p:txBody>
          <a:bodyPr>
            <a:normAutofit/>
          </a:bodyPr>
          <a:lstStyle/>
          <a:p>
            <a:pPr algn="ctr"/>
            <a:r>
              <a:rPr lang="en-US" sz="8800" dirty="0"/>
              <a:t>C++ </a:t>
            </a:r>
            <a:r>
              <a:rPr lang="zh-CN" altLang="en-US" sz="8800" dirty="0">
                <a:latin typeface="STKaiti" panose="02010600040101010101" pitchFamily="2" charset="-122"/>
                <a:ea typeface="STKaiti" panose="02010600040101010101" pitchFamily="2" charset="-122"/>
              </a:rPr>
              <a:t>新经典</a:t>
            </a:r>
            <a:endParaRPr lang="en-US" sz="8800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20424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03373" y="0"/>
            <a:ext cx="7930807" cy="1390763"/>
          </a:xfrm>
        </p:spPr>
        <p:txBody>
          <a:bodyPr>
            <a:normAutofit/>
          </a:bodyPr>
          <a:lstStyle/>
          <a:p>
            <a:pPr algn="ctr"/>
            <a:r>
              <a:rPr lang="en-US" sz="8800" dirty="0"/>
              <a:t>C++ </a:t>
            </a:r>
            <a:r>
              <a:rPr lang="zh-CN" altLang="en-US" sz="8800" dirty="0">
                <a:latin typeface="STKaiti" panose="02010600040101010101" pitchFamily="2" charset="-122"/>
                <a:ea typeface="STKaiti" panose="02010600040101010101" pitchFamily="2" charset="-122"/>
              </a:rPr>
              <a:t>新经典</a:t>
            </a:r>
            <a:endParaRPr lang="en-US" sz="8800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1907AA-B2F4-7B1C-205E-74C23223DF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9044" y="1390764"/>
            <a:ext cx="2559045" cy="372799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B39791E-BFB2-E866-7B82-54D4DC98FF7D}"/>
              </a:ext>
            </a:extLst>
          </p:cNvPr>
          <p:cNvSpPr txBox="1">
            <a:spLocks/>
          </p:cNvSpPr>
          <p:nvPr/>
        </p:nvSpPr>
        <p:spPr>
          <a:xfrm>
            <a:off x="325315" y="5348835"/>
            <a:ext cx="11549747" cy="1155826"/>
          </a:xfrm>
          <a:prstGeom prst="rect">
            <a:avLst/>
          </a:prstGeom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  <a:softEdge rad="38100"/>
          </a:effectLst>
          <a:scene3d>
            <a:camera prst="orthographicFront"/>
            <a:lightRig rig="threePt" dir="t"/>
          </a:scene3d>
          <a:sp3d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000" dirty="0"/>
              <a:t>006 </a:t>
            </a:r>
            <a:r>
              <a:rPr lang="en-US" altLang="zh-CN" sz="6000" dirty="0">
                <a:latin typeface="STKaiti" panose="02010600040101010101" pitchFamily="2" charset="-122"/>
                <a:ea typeface="STKaiti" panose="02010600040101010101" pitchFamily="2" charset="-122"/>
              </a:rPr>
              <a:t>C</a:t>
            </a:r>
            <a:r>
              <a:rPr lang="zh-CN" altLang="en-US" sz="6000" dirty="0">
                <a:latin typeface="STKaiti" panose="02010600040101010101" pitchFamily="2" charset="-122"/>
                <a:ea typeface="STKaiti" panose="02010600040101010101" pitchFamily="2" charset="-122"/>
              </a:rPr>
              <a:t>的语句和程序的基本结构</a:t>
            </a:r>
            <a:endParaRPr lang="en-US" sz="6000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C76560F-A86C-F6B2-2FE3-822B0C0430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777" y="1314563"/>
            <a:ext cx="6607338" cy="410249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24690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76178" y="323963"/>
            <a:ext cx="6858002" cy="1066800"/>
          </a:xfrm>
        </p:spPr>
        <p:txBody>
          <a:bodyPr>
            <a:normAutofit/>
          </a:bodyPr>
          <a:lstStyle/>
          <a:p>
            <a:r>
              <a:rPr lang="en-US" sz="6000" dirty="0"/>
              <a:t>C++ </a:t>
            </a:r>
            <a:r>
              <a:rPr lang="zh-CN" altLang="en-US" sz="6000" dirty="0">
                <a:latin typeface="STKaiti" panose="02010600040101010101" pitchFamily="2" charset="-122"/>
                <a:ea typeface="STKaiti" panose="02010600040101010101" pitchFamily="2" charset="-122"/>
              </a:rPr>
              <a:t>新经典</a:t>
            </a:r>
            <a:endParaRPr lang="en-US" sz="6000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725247" y="400163"/>
            <a:ext cx="3077870" cy="914400"/>
          </a:xfrm>
        </p:spPr>
        <p:txBody>
          <a:bodyPr/>
          <a:lstStyle/>
          <a:p>
            <a:r>
              <a:rPr lang="zh-CN" altLang="en-US" dirty="0">
                <a:latin typeface="STKaiti" panose="02010600040101010101" pitchFamily="2" charset="-122"/>
                <a:ea typeface="STKaiti" panose="02010600040101010101" pitchFamily="2" charset="-122"/>
              </a:rPr>
              <a:t>作者：王健伟</a:t>
            </a:r>
            <a:endParaRPr lang="en-US" altLang="zh-CN" dirty="0"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r>
              <a:rPr lang="zh-CN" altLang="en-US" dirty="0">
                <a:latin typeface="STKaiti" panose="02010600040101010101" pitchFamily="2" charset="-122"/>
                <a:ea typeface="STKaiti" panose="02010600040101010101" pitchFamily="2" charset="-122"/>
              </a:rPr>
              <a:t>清华大学出版社</a:t>
            </a:r>
            <a:endParaRPr lang="en-US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1907AA-B2F4-7B1C-205E-74C23223DF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9044" y="1390764"/>
            <a:ext cx="2559045" cy="372799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B39791E-BFB2-E866-7B82-54D4DC98FF7D}"/>
              </a:ext>
            </a:extLst>
          </p:cNvPr>
          <p:cNvSpPr txBox="1">
            <a:spLocks/>
          </p:cNvSpPr>
          <p:nvPr/>
        </p:nvSpPr>
        <p:spPr>
          <a:xfrm>
            <a:off x="325315" y="5590261"/>
            <a:ext cx="8584517" cy="914400"/>
          </a:xfrm>
          <a:prstGeom prst="rect">
            <a:avLst/>
          </a:prstGeom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  <a:softEdge rad="38100"/>
          </a:effectLst>
          <a:scene3d>
            <a:camera prst="orthographicFront"/>
            <a:lightRig rig="threePt" dir="t"/>
          </a:scene3d>
          <a:sp3d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007 </a:t>
            </a:r>
            <a:r>
              <a:rPr lang="en-US" altLang="zh-CN" dirty="0">
                <a:latin typeface="STKaiti" panose="02010600040101010101" pitchFamily="2" charset="-122"/>
                <a:ea typeface="STKaiti" panose="02010600040101010101" pitchFamily="2" charset="-122"/>
              </a:rPr>
              <a:t>C</a:t>
            </a:r>
            <a:r>
              <a:rPr lang="zh-CN" altLang="en-US" dirty="0">
                <a:latin typeface="STKaiti" panose="02010600040101010101" pitchFamily="2" charset="-122"/>
                <a:ea typeface="STKaiti" panose="02010600040101010101" pitchFamily="2" charset="-122"/>
              </a:rPr>
              <a:t>的数据的输出与输入</a:t>
            </a:r>
            <a:endParaRPr lang="en-US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30001CE-EF97-F773-0CF8-A2040D8723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142" y="1466963"/>
            <a:ext cx="8006862" cy="37222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51706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76178" y="323963"/>
            <a:ext cx="6858002" cy="1066800"/>
          </a:xfrm>
        </p:spPr>
        <p:txBody>
          <a:bodyPr>
            <a:normAutofit/>
          </a:bodyPr>
          <a:lstStyle/>
          <a:p>
            <a:r>
              <a:rPr lang="en-US" sz="6000" dirty="0"/>
              <a:t>C++ </a:t>
            </a:r>
            <a:r>
              <a:rPr lang="zh-CN" altLang="en-US" sz="6000" dirty="0">
                <a:latin typeface="STKaiti" panose="02010600040101010101" pitchFamily="2" charset="-122"/>
                <a:ea typeface="STKaiti" panose="02010600040101010101" pitchFamily="2" charset="-122"/>
              </a:rPr>
              <a:t>新经典</a:t>
            </a:r>
            <a:endParaRPr lang="en-US" sz="6000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725247" y="400163"/>
            <a:ext cx="3077870" cy="914400"/>
          </a:xfrm>
        </p:spPr>
        <p:txBody>
          <a:bodyPr/>
          <a:lstStyle/>
          <a:p>
            <a:r>
              <a:rPr lang="zh-CN" altLang="en-US" dirty="0">
                <a:latin typeface="STKaiti" panose="02010600040101010101" pitchFamily="2" charset="-122"/>
                <a:ea typeface="STKaiti" panose="02010600040101010101" pitchFamily="2" charset="-122"/>
              </a:rPr>
              <a:t>作者：王健伟</a:t>
            </a:r>
            <a:endParaRPr lang="en-US" altLang="zh-CN" dirty="0"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r>
              <a:rPr lang="zh-CN" altLang="en-US" dirty="0">
                <a:latin typeface="STKaiti" panose="02010600040101010101" pitchFamily="2" charset="-122"/>
                <a:ea typeface="STKaiti" panose="02010600040101010101" pitchFamily="2" charset="-122"/>
              </a:rPr>
              <a:t>清华大学出版社</a:t>
            </a:r>
            <a:endParaRPr lang="en-US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1907AA-B2F4-7B1C-205E-74C23223DF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9044" y="1390764"/>
            <a:ext cx="2559045" cy="372799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B39791E-BFB2-E866-7B82-54D4DC98FF7D}"/>
              </a:ext>
            </a:extLst>
          </p:cNvPr>
          <p:cNvSpPr txBox="1">
            <a:spLocks/>
          </p:cNvSpPr>
          <p:nvPr/>
        </p:nvSpPr>
        <p:spPr>
          <a:xfrm>
            <a:off x="325315" y="5533705"/>
            <a:ext cx="8584517" cy="1000332"/>
          </a:xfrm>
          <a:prstGeom prst="rect">
            <a:avLst/>
          </a:prstGeom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  <a:softEdge rad="38100"/>
          </a:effectLst>
          <a:scene3d>
            <a:camera prst="orthographicFront"/>
            <a:lightRig rig="threePt" dir="t"/>
          </a:scene3d>
          <a:sp3d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 anchorCtr="0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008 </a:t>
            </a:r>
            <a:r>
              <a:rPr lang="zh-CN" altLang="en-US" dirty="0">
                <a:latin typeface="STKaiti" panose="02010600040101010101" pitchFamily="2" charset="-122"/>
                <a:ea typeface="STKaiti" panose="02010600040101010101" pitchFamily="2" charset="-122"/>
              </a:rPr>
              <a:t>关系运算符、关系表达式与</a:t>
            </a:r>
            <a:endParaRPr lang="en-US" altLang="zh-CN" dirty="0"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pPr algn="ctr"/>
            <a:r>
              <a:rPr lang="zh-CN" altLang="en-US" dirty="0">
                <a:latin typeface="STKaiti" panose="02010600040101010101" pitchFamily="2" charset="-122"/>
                <a:ea typeface="STKaiti" panose="02010600040101010101" pitchFamily="2" charset="-122"/>
              </a:rPr>
              <a:t>逻辑运算符、逻辑表达式</a:t>
            </a:r>
            <a:endParaRPr lang="en-US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A9AD61-2D7A-47DD-619D-DE361A3DAC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459" y="1466963"/>
            <a:ext cx="8665373" cy="384975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32D9EC8-F2BC-F446-8B18-ECDB981187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04" y="103160"/>
            <a:ext cx="2120630" cy="44160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22720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76178" y="323963"/>
            <a:ext cx="6858002" cy="1066800"/>
          </a:xfrm>
        </p:spPr>
        <p:txBody>
          <a:bodyPr>
            <a:normAutofit/>
          </a:bodyPr>
          <a:lstStyle/>
          <a:p>
            <a:r>
              <a:rPr lang="en-US" sz="6000" dirty="0"/>
              <a:t>C++ </a:t>
            </a:r>
            <a:r>
              <a:rPr lang="zh-CN" altLang="en-US" sz="6000" dirty="0">
                <a:latin typeface="STKaiti" panose="02010600040101010101" pitchFamily="2" charset="-122"/>
                <a:ea typeface="STKaiti" panose="02010600040101010101" pitchFamily="2" charset="-122"/>
              </a:rPr>
              <a:t>新经典</a:t>
            </a:r>
            <a:endParaRPr lang="en-US" sz="6000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725247" y="400163"/>
            <a:ext cx="3077870" cy="914400"/>
          </a:xfrm>
        </p:spPr>
        <p:txBody>
          <a:bodyPr/>
          <a:lstStyle/>
          <a:p>
            <a:r>
              <a:rPr lang="zh-CN" altLang="en-US" dirty="0">
                <a:latin typeface="STKaiti" panose="02010600040101010101" pitchFamily="2" charset="-122"/>
                <a:ea typeface="STKaiti" panose="02010600040101010101" pitchFamily="2" charset="-122"/>
              </a:rPr>
              <a:t>作者：王健伟</a:t>
            </a:r>
            <a:endParaRPr lang="en-US" altLang="zh-CN" dirty="0"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r>
              <a:rPr lang="zh-CN" altLang="en-US" dirty="0">
                <a:latin typeface="STKaiti" panose="02010600040101010101" pitchFamily="2" charset="-122"/>
                <a:ea typeface="STKaiti" panose="02010600040101010101" pitchFamily="2" charset="-122"/>
              </a:rPr>
              <a:t>清华大学出版社</a:t>
            </a:r>
            <a:endParaRPr lang="en-US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1907AA-B2F4-7B1C-205E-74C23223DF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9044" y="1390764"/>
            <a:ext cx="2559045" cy="372799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B39791E-BFB2-E866-7B82-54D4DC98FF7D}"/>
              </a:ext>
            </a:extLst>
          </p:cNvPr>
          <p:cNvSpPr txBox="1">
            <a:spLocks/>
          </p:cNvSpPr>
          <p:nvPr/>
        </p:nvSpPr>
        <p:spPr>
          <a:xfrm>
            <a:off x="325315" y="5533705"/>
            <a:ext cx="8584517" cy="1000332"/>
          </a:xfrm>
          <a:prstGeom prst="rect">
            <a:avLst/>
          </a:prstGeom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  <a:softEdge rad="38100"/>
          </a:effectLst>
          <a:scene3d>
            <a:camera prst="orthographicFront"/>
            <a:lightRig rig="threePt" dir="t"/>
          </a:scene3d>
          <a:sp3d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 anchorCtr="0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009 </a:t>
            </a:r>
            <a:r>
              <a:rPr lang="en-US" altLang="zh-CN" dirty="0">
                <a:latin typeface="STKaiti" panose="02010600040101010101" pitchFamily="2" charset="-122"/>
                <a:ea typeface="STKaiti" panose="02010600040101010101" pitchFamily="2" charset="-122"/>
              </a:rPr>
              <a:t>if</a:t>
            </a:r>
            <a:r>
              <a:rPr lang="zh-CN" altLang="en-US" dirty="0">
                <a:latin typeface="STKaiti" panose="02010600040101010101" pitchFamily="2" charset="-122"/>
                <a:ea typeface="STKaiti" panose="02010600040101010101" pitchFamily="2" charset="-122"/>
              </a:rPr>
              <a:t>语句的三种形式与嵌套</a:t>
            </a:r>
            <a:endParaRPr lang="en-US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32D9EC8-F2BC-F446-8B18-ECDB981187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04" y="103160"/>
            <a:ext cx="2120630" cy="44160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CBD1308-944F-5B9D-58DD-61FFC4952E27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5000"/>
          </a:blip>
          <a:stretch>
            <a:fillRect/>
          </a:stretch>
        </p:blipFill>
        <p:spPr>
          <a:xfrm>
            <a:off x="638824" y="1294793"/>
            <a:ext cx="8066812" cy="40661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36368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76178" y="323963"/>
            <a:ext cx="6858002" cy="1066800"/>
          </a:xfrm>
        </p:spPr>
        <p:txBody>
          <a:bodyPr>
            <a:normAutofit/>
          </a:bodyPr>
          <a:lstStyle/>
          <a:p>
            <a:r>
              <a:rPr lang="en-US" sz="6000" dirty="0"/>
              <a:t>C++ </a:t>
            </a:r>
            <a:r>
              <a:rPr lang="zh-CN" altLang="en-US" sz="6000" dirty="0">
                <a:latin typeface="STKaiti" panose="02010600040101010101" pitchFamily="2" charset="-122"/>
                <a:ea typeface="STKaiti" panose="02010600040101010101" pitchFamily="2" charset="-122"/>
              </a:rPr>
              <a:t>新经典</a:t>
            </a:r>
            <a:endParaRPr lang="en-US" sz="6000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725247" y="400163"/>
            <a:ext cx="3077870" cy="914400"/>
          </a:xfrm>
        </p:spPr>
        <p:txBody>
          <a:bodyPr/>
          <a:lstStyle/>
          <a:p>
            <a:r>
              <a:rPr lang="zh-CN" altLang="en-US" dirty="0">
                <a:latin typeface="STKaiti" panose="02010600040101010101" pitchFamily="2" charset="-122"/>
                <a:ea typeface="STKaiti" panose="02010600040101010101" pitchFamily="2" charset="-122"/>
              </a:rPr>
              <a:t>作者：王健伟</a:t>
            </a:r>
            <a:endParaRPr lang="en-US" altLang="zh-CN" dirty="0"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r>
              <a:rPr lang="zh-CN" altLang="en-US" dirty="0">
                <a:latin typeface="STKaiti" panose="02010600040101010101" pitchFamily="2" charset="-122"/>
                <a:ea typeface="STKaiti" panose="02010600040101010101" pitchFamily="2" charset="-122"/>
              </a:rPr>
              <a:t>清华大学出版社</a:t>
            </a:r>
            <a:endParaRPr lang="en-US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1907AA-B2F4-7B1C-205E-74C23223DF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9044" y="1390764"/>
            <a:ext cx="2559045" cy="372799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B39791E-BFB2-E866-7B82-54D4DC98FF7D}"/>
              </a:ext>
            </a:extLst>
          </p:cNvPr>
          <p:cNvSpPr txBox="1">
            <a:spLocks/>
          </p:cNvSpPr>
          <p:nvPr/>
        </p:nvSpPr>
        <p:spPr>
          <a:xfrm>
            <a:off x="325315" y="5533705"/>
            <a:ext cx="8584517" cy="1000332"/>
          </a:xfrm>
          <a:prstGeom prst="rect">
            <a:avLst/>
          </a:prstGeom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  <a:softEdge rad="38100"/>
          </a:effectLst>
          <a:scene3d>
            <a:camera prst="orthographicFront"/>
            <a:lightRig rig="threePt" dir="t"/>
          </a:scene3d>
          <a:sp3d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 anchorCtr="0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010 </a:t>
            </a:r>
            <a:r>
              <a:rPr lang="zh-CN" altLang="en-US" dirty="0"/>
              <a:t>条件运算符和</a:t>
            </a:r>
            <a:r>
              <a:rPr lang="en-US" altLang="zh-CN" dirty="0">
                <a:latin typeface="STKaiti" panose="02010600040101010101" pitchFamily="2" charset="-122"/>
                <a:ea typeface="STKaiti" panose="02010600040101010101" pitchFamily="2" charset="-122"/>
              </a:rPr>
              <a:t>switch</a:t>
            </a:r>
            <a:r>
              <a:rPr lang="zh-CN" altLang="en-US" dirty="0">
                <a:latin typeface="STKaiti" panose="02010600040101010101" pitchFamily="2" charset="-122"/>
                <a:ea typeface="STKaiti" panose="02010600040101010101" pitchFamily="2" charset="-122"/>
              </a:rPr>
              <a:t>语句</a:t>
            </a:r>
            <a:endParaRPr lang="en-US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32D9EC8-F2BC-F446-8B18-ECDB981187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04" y="103160"/>
            <a:ext cx="2120630" cy="44160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36952FF-D88A-D93B-7074-30728EB1EA08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5000"/>
          </a:blip>
          <a:stretch>
            <a:fillRect/>
          </a:stretch>
        </p:blipFill>
        <p:spPr>
          <a:xfrm>
            <a:off x="374746" y="1314563"/>
            <a:ext cx="8485654" cy="405221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41236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76178" y="323963"/>
            <a:ext cx="6858002" cy="1066800"/>
          </a:xfrm>
        </p:spPr>
        <p:txBody>
          <a:bodyPr>
            <a:normAutofit/>
          </a:bodyPr>
          <a:lstStyle/>
          <a:p>
            <a:r>
              <a:rPr lang="en-US" sz="6000" dirty="0"/>
              <a:t>C++ </a:t>
            </a:r>
            <a:r>
              <a:rPr lang="zh-CN" altLang="en-US" sz="6000" dirty="0">
                <a:latin typeface="STKaiti" panose="02010600040101010101" pitchFamily="2" charset="-122"/>
                <a:ea typeface="STKaiti" panose="02010600040101010101" pitchFamily="2" charset="-122"/>
              </a:rPr>
              <a:t>新经典</a:t>
            </a:r>
            <a:endParaRPr lang="en-US" sz="6000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725247" y="400163"/>
            <a:ext cx="3077870" cy="914400"/>
          </a:xfrm>
        </p:spPr>
        <p:txBody>
          <a:bodyPr/>
          <a:lstStyle/>
          <a:p>
            <a:r>
              <a:rPr lang="zh-CN" altLang="en-US" dirty="0">
                <a:latin typeface="STKaiti" panose="02010600040101010101" pitchFamily="2" charset="-122"/>
                <a:ea typeface="STKaiti" panose="02010600040101010101" pitchFamily="2" charset="-122"/>
              </a:rPr>
              <a:t>作者：王健伟</a:t>
            </a:r>
            <a:endParaRPr lang="en-US" altLang="zh-CN" dirty="0"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r>
              <a:rPr lang="zh-CN" altLang="en-US" dirty="0">
                <a:latin typeface="STKaiti" panose="02010600040101010101" pitchFamily="2" charset="-122"/>
                <a:ea typeface="STKaiti" panose="02010600040101010101" pitchFamily="2" charset="-122"/>
              </a:rPr>
              <a:t>清华大学出版社</a:t>
            </a:r>
            <a:endParaRPr lang="en-US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1907AA-B2F4-7B1C-205E-74C23223DF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9044" y="1390764"/>
            <a:ext cx="2559045" cy="372799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B39791E-BFB2-E866-7B82-54D4DC98FF7D}"/>
              </a:ext>
            </a:extLst>
          </p:cNvPr>
          <p:cNvSpPr txBox="1">
            <a:spLocks/>
          </p:cNvSpPr>
          <p:nvPr/>
        </p:nvSpPr>
        <p:spPr>
          <a:xfrm>
            <a:off x="325315" y="5533705"/>
            <a:ext cx="8584517" cy="1000332"/>
          </a:xfrm>
          <a:prstGeom prst="rect">
            <a:avLst/>
          </a:prstGeom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  <a:softEdge rad="38100"/>
          </a:effectLst>
          <a:scene3d>
            <a:camera prst="orthographicFront"/>
            <a:lightRig rig="threePt" dir="t"/>
          </a:scene3d>
          <a:sp3d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011 </a:t>
            </a:r>
            <a:r>
              <a:rPr lang="zh-CN" altLang="en-US" dirty="0"/>
              <a:t>循环控制语句 </a:t>
            </a:r>
            <a:r>
              <a:rPr lang="en-US" altLang="zh-CN" dirty="0" err="1"/>
              <a:t>goto</a:t>
            </a:r>
            <a:endParaRPr lang="en-US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32D9EC8-F2BC-F446-8B18-ECDB981187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04" y="103160"/>
            <a:ext cx="2120630" cy="44160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E25CD21-BBD2-E3BF-9A41-F4F3F9B0CF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7174" y="1241623"/>
            <a:ext cx="6138322" cy="402627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17318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76178" y="323963"/>
            <a:ext cx="6858002" cy="1066800"/>
          </a:xfrm>
        </p:spPr>
        <p:txBody>
          <a:bodyPr>
            <a:normAutofit/>
          </a:bodyPr>
          <a:lstStyle/>
          <a:p>
            <a:r>
              <a:rPr lang="en-US" sz="6000" dirty="0"/>
              <a:t>C++ </a:t>
            </a:r>
            <a:r>
              <a:rPr lang="zh-CN" altLang="en-US" sz="6000" dirty="0">
                <a:latin typeface="STKaiti" panose="02010600040101010101" pitchFamily="2" charset="-122"/>
                <a:ea typeface="STKaiti" panose="02010600040101010101" pitchFamily="2" charset="-122"/>
              </a:rPr>
              <a:t>新经典</a:t>
            </a:r>
            <a:endParaRPr lang="en-US" sz="6000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725247" y="400163"/>
            <a:ext cx="3077870" cy="914400"/>
          </a:xfrm>
        </p:spPr>
        <p:txBody>
          <a:bodyPr/>
          <a:lstStyle/>
          <a:p>
            <a:r>
              <a:rPr lang="zh-CN" altLang="en-US" dirty="0">
                <a:latin typeface="STKaiti" panose="02010600040101010101" pitchFamily="2" charset="-122"/>
                <a:ea typeface="STKaiti" panose="02010600040101010101" pitchFamily="2" charset="-122"/>
              </a:rPr>
              <a:t>作者：王健伟</a:t>
            </a:r>
            <a:endParaRPr lang="en-US" altLang="zh-CN" dirty="0"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r>
              <a:rPr lang="zh-CN" altLang="en-US" dirty="0">
                <a:latin typeface="STKaiti" panose="02010600040101010101" pitchFamily="2" charset="-122"/>
                <a:ea typeface="STKaiti" panose="02010600040101010101" pitchFamily="2" charset="-122"/>
              </a:rPr>
              <a:t>清华大学出版社</a:t>
            </a:r>
            <a:endParaRPr lang="en-US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1907AA-B2F4-7B1C-205E-74C23223DF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9044" y="1390764"/>
            <a:ext cx="2559045" cy="372799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B39791E-BFB2-E866-7B82-54D4DC98FF7D}"/>
              </a:ext>
            </a:extLst>
          </p:cNvPr>
          <p:cNvSpPr txBox="1">
            <a:spLocks/>
          </p:cNvSpPr>
          <p:nvPr/>
        </p:nvSpPr>
        <p:spPr>
          <a:xfrm>
            <a:off x="325315" y="5533705"/>
            <a:ext cx="8584517" cy="1000332"/>
          </a:xfrm>
          <a:prstGeom prst="rect">
            <a:avLst/>
          </a:prstGeom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  <a:softEdge rad="38100"/>
          </a:effectLst>
          <a:scene3d>
            <a:camera prst="orthographicFront"/>
            <a:lightRig rig="threePt" dir="t"/>
          </a:scene3d>
          <a:sp3d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012 </a:t>
            </a:r>
            <a:r>
              <a:rPr lang="zh-CN" altLang="en-US" dirty="0"/>
              <a:t>循环控制语句 </a:t>
            </a:r>
            <a:r>
              <a:rPr lang="en-US" altLang="zh-CN" dirty="0"/>
              <a:t>while</a:t>
            </a:r>
            <a:endParaRPr lang="en-US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32D9EC8-F2BC-F446-8B18-ECDB981187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04" y="103160"/>
            <a:ext cx="2120630" cy="44160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E25CD21-BBD2-E3BF-9A41-F4F3F9B0CF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7174" y="1241623"/>
            <a:ext cx="6138322" cy="402627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64974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76178" y="323963"/>
            <a:ext cx="6858002" cy="1066800"/>
          </a:xfrm>
        </p:spPr>
        <p:txBody>
          <a:bodyPr>
            <a:normAutofit/>
          </a:bodyPr>
          <a:lstStyle/>
          <a:p>
            <a:r>
              <a:rPr lang="en-US" sz="6000" dirty="0"/>
              <a:t>C++ </a:t>
            </a:r>
            <a:r>
              <a:rPr lang="zh-CN" altLang="en-US" sz="6000" dirty="0">
                <a:latin typeface="STKaiti" panose="02010600040101010101" pitchFamily="2" charset="-122"/>
                <a:ea typeface="STKaiti" panose="02010600040101010101" pitchFamily="2" charset="-122"/>
              </a:rPr>
              <a:t>新经典</a:t>
            </a:r>
            <a:endParaRPr lang="en-US" sz="6000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725247" y="400163"/>
            <a:ext cx="3077870" cy="914400"/>
          </a:xfrm>
        </p:spPr>
        <p:txBody>
          <a:bodyPr/>
          <a:lstStyle/>
          <a:p>
            <a:r>
              <a:rPr lang="zh-CN" altLang="en-US" dirty="0">
                <a:latin typeface="STKaiti" panose="02010600040101010101" pitchFamily="2" charset="-122"/>
                <a:ea typeface="STKaiti" panose="02010600040101010101" pitchFamily="2" charset="-122"/>
              </a:rPr>
              <a:t>作者：王健伟</a:t>
            </a:r>
            <a:endParaRPr lang="en-US" altLang="zh-CN" dirty="0"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r>
              <a:rPr lang="zh-CN" altLang="en-US" dirty="0">
                <a:latin typeface="STKaiti" panose="02010600040101010101" pitchFamily="2" charset="-122"/>
                <a:ea typeface="STKaiti" panose="02010600040101010101" pitchFamily="2" charset="-122"/>
              </a:rPr>
              <a:t>清华大学出版社</a:t>
            </a:r>
            <a:endParaRPr lang="en-US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1907AA-B2F4-7B1C-205E-74C23223DF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9044" y="1390764"/>
            <a:ext cx="2559045" cy="372799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B39791E-BFB2-E866-7B82-54D4DC98FF7D}"/>
              </a:ext>
            </a:extLst>
          </p:cNvPr>
          <p:cNvSpPr txBox="1">
            <a:spLocks/>
          </p:cNvSpPr>
          <p:nvPr/>
        </p:nvSpPr>
        <p:spPr>
          <a:xfrm>
            <a:off x="325315" y="5533705"/>
            <a:ext cx="8584517" cy="1000332"/>
          </a:xfrm>
          <a:prstGeom prst="rect">
            <a:avLst/>
          </a:prstGeom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  <a:softEdge rad="38100"/>
          </a:effectLst>
          <a:scene3d>
            <a:camera prst="orthographicFront"/>
            <a:lightRig rig="threePt" dir="t"/>
          </a:scene3d>
          <a:sp3d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013 </a:t>
            </a:r>
            <a:r>
              <a:rPr lang="zh-CN" altLang="en-US" dirty="0"/>
              <a:t>循环控制语句 </a:t>
            </a:r>
            <a:r>
              <a:rPr lang="en-US" altLang="zh-CN" dirty="0"/>
              <a:t>for</a:t>
            </a:r>
            <a:endParaRPr lang="en-US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32D9EC8-F2BC-F446-8B18-ECDB981187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04" y="103160"/>
            <a:ext cx="2120630" cy="44160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2A8F840-462C-F26E-B996-073AF92CDB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0743" y="1314563"/>
            <a:ext cx="6177041" cy="392082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12834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76178" y="323963"/>
            <a:ext cx="6858002" cy="1066800"/>
          </a:xfrm>
        </p:spPr>
        <p:txBody>
          <a:bodyPr>
            <a:normAutofit/>
          </a:bodyPr>
          <a:lstStyle/>
          <a:p>
            <a:r>
              <a:rPr lang="en-US" sz="6000" dirty="0"/>
              <a:t>C++ </a:t>
            </a:r>
            <a:r>
              <a:rPr lang="zh-CN" altLang="en-US" sz="6000" dirty="0">
                <a:latin typeface="STKaiti" panose="02010600040101010101" pitchFamily="2" charset="-122"/>
                <a:ea typeface="STKaiti" panose="02010600040101010101" pitchFamily="2" charset="-122"/>
              </a:rPr>
              <a:t>新经典</a:t>
            </a:r>
            <a:endParaRPr lang="en-US" sz="6000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725247" y="400163"/>
            <a:ext cx="3077870" cy="914400"/>
          </a:xfrm>
        </p:spPr>
        <p:txBody>
          <a:bodyPr/>
          <a:lstStyle/>
          <a:p>
            <a:r>
              <a:rPr lang="zh-CN" altLang="en-US" dirty="0">
                <a:latin typeface="STKaiti" panose="02010600040101010101" pitchFamily="2" charset="-122"/>
                <a:ea typeface="STKaiti" panose="02010600040101010101" pitchFamily="2" charset="-122"/>
              </a:rPr>
              <a:t>作者：王健伟</a:t>
            </a:r>
            <a:endParaRPr lang="en-US" altLang="zh-CN" dirty="0"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r>
              <a:rPr lang="zh-CN" altLang="en-US" dirty="0">
                <a:latin typeface="STKaiti" panose="02010600040101010101" pitchFamily="2" charset="-122"/>
                <a:ea typeface="STKaiti" panose="02010600040101010101" pitchFamily="2" charset="-122"/>
              </a:rPr>
              <a:t>清华大学出版社</a:t>
            </a:r>
            <a:endParaRPr lang="en-US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1907AA-B2F4-7B1C-205E-74C23223DF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9044" y="1390764"/>
            <a:ext cx="2559045" cy="372799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B39791E-BFB2-E866-7B82-54D4DC98FF7D}"/>
              </a:ext>
            </a:extLst>
          </p:cNvPr>
          <p:cNvSpPr txBox="1">
            <a:spLocks/>
          </p:cNvSpPr>
          <p:nvPr/>
        </p:nvSpPr>
        <p:spPr>
          <a:xfrm>
            <a:off x="325315" y="5533705"/>
            <a:ext cx="8584517" cy="1000332"/>
          </a:xfrm>
          <a:prstGeom prst="rect">
            <a:avLst/>
          </a:prstGeom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  <a:softEdge rad="38100"/>
          </a:effectLst>
          <a:scene3d>
            <a:camera prst="orthographicFront"/>
            <a:lightRig rig="threePt" dir="t"/>
          </a:scene3d>
          <a:sp3d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 anchorCtr="0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014 </a:t>
            </a:r>
            <a:r>
              <a:rPr lang="zh-CN" altLang="en-US" dirty="0"/>
              <a:t>循环的嵌套</a:t>
            </a:r>
            <a:r>
              <a:rPr lang="en-US" altLang="zh-CN" dirty="0"/>
              <a:t>, break</a:t>
            </a:r>
            <a:r>
              <a:rPr lang="en-US" altLang="zh-CN"/>
              <a:t>, continue</a:t>
            </a:r>
            <a:endParaRPr lang="en-US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32D9EC8-F2BC-F446-8B18-ECDB981187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04" y="103160"/>
            <a:ext cx="2120630" cy="44160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2CF773E-9CFD-E967-CA41-EE31393A5E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6178" y="1300454"/>
            <a:ext cx="5720445" cy="39086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07964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76178" y="323963"/>
            <a:ext cx="6858002" cy="1066800"/>
          </a:xfrm>
        </p:spPr>
        <p:txBody>
          <a:bodyPr>
            <a:normAutofit/>
          </a:bodyPr>
          <a:lstStyle/>
          <a:p>
            <a:r>
              <a:rPr lang="en-US" sz="6000" dirty="0"/>
              <a:t>C++ </a:t>
            </a:r>
            <a:r>
              <a:rPr lang="zh-CN" altLang="en-US" sz="6000" dirty="0">
                <a:latin typeface="STKaiti" panose="02010600040101010101" pitchFamily="2" charset="-122"/>
                <a:ea typeface="STKaiti" panose="02010600040101010101" pitchFamily="2" charset="-122"/>
              </a:rPr>
              <a:t>新经典</a:t>
            </a:r>
            <a:endParaRPr lang="en-US" sz="6000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725247" y="400163"/>
            <a:ext cx="3077870" cy="914400"/>
          </a:xfrm>
        </p:spPr>
        <p:txBody>
          <a:bodyPr/>
          <a:lstStyle/>
          <a:p>
            <a:r>
              <a:rPr lang="zh-CN" altLang="en-US" dirty="0">
                <a:latin typeface="STKaiti" panose="02010600040101010101" pitchFamily="2" charset="-122"/>
                <a:ea typeface="STKaiti" panose="02010600040101010101" pitchFamily="2" charset="-122"/>
              </a:rPr>
              <a:t>作者：王健伟</a:t>
            </a:r>
            <a:endParaRPr lang="en-US" altLang="zh-CN" dirty="0"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r>
              <a:rPr lang="zh-CN" altLang="en-US" dirty="0">
                <a:latin typeface="STKaiti" panose="02010600040101010101" pitchFamily="2" charset="-122"/>
                <a:ea typeface="STKaiti" panose="02010600040101010101" pitchFamily="2" charset="-122"/>
              </a:rPr>
              <a:t>清华大学出版社</a:t>
            </a:r>
            <a:endParaRPr lang="en-US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1907AA-B2F4-7B1C-205E-74C23223DF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9044" y="1390764"/>
            <a:ext cx="2559045" cy="372799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B39791E-BFB2-E866-7B82-54D4DC98FF7D}"/>
              </a:ext>
            </a:extLst>
          </p:cNvPr>
          <p:cNvSpPr txBox="1">
            <a:spLocks/>
          </p:cNvSpPr>
          <p:nvPr/>
        </p:nvSpPr>
        <p:spPr>
          <a:xfrm>
            <a:off x="325315" y="5533705"/>
            <a:ext cx="8584517" cy="1000332"/>
          </a:xfrm>
          <a:prstGeom prst="rect">
            <a:avLst/>
          </a:prstGeom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  <a:softEdge rad="38100"/>
          </a:effectLst>
          <a:scene3d>
            <a:camera prst="orthographicFront"/>
            <a:lightRig rig="threePt" dir="t"/>
          </a:scene3d>
          <a:sp3d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015 </a:t>
            </a:r>
            <a:r>
              <a:rPr lang="zh-CN" altLang="en-US" dirty="0"/>
              <a:t>数组 </a:t>
            </a:r>
            <a:r>
              <a:rPr lang="en-US" altLang="zh-CN" dirty="0"/>
              <a:t>– </a:t>
            </a:r>
            <a:r>
              <a:rPr lang="zh-CN" altLang="en-US" dirty="0"/>
              <a:t>一维数组</a:t>
            </a:r>
            <a:endParaRPr lang="en-US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32D9EC8-F2BC-F446-8B18-ECDB981187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04" y="103160"/>
            <a:ext cx="2120630" cy="44160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8884ABC-057E-C58D-7FE9-884AC17501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4347" y="1314563"/>
            <a:ext cx="4936529" cy="413482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51202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76178" y="323963"/>
            <a:ext cx="6858002" cy="1066800"/>
          </a:xfrm>
        </p:spPr>
        <p:txBody>
          <a:bodyPr>
            <a:normAutofit/>
          </a:bodyPr>
          <a:lstStyle/>
          <a:p>
            <a:r>
              <a:rPr lang="en-US" sz="6000" dirty="0"/>
              <a:t>C++ </a:t>
            </a:r>
            <a:r>
              <a:rPr lang="zh-CN" altLang="en-US" sz="6000" dirty="0">
                <a:latin typeface="STKaiti" panose="02010600040101010101" pitchFamily="2" charset="-122"/>
                <a:ea typeface="STKaiti" panose="02010600040101010101" pitchFamily="2" charset="-122"/>
              </a:rPr>
              <a:t>新经典</a:t>
            </a:r>
            <a:endParaRPr lang="en-US" sz="6000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725247" y="400163"/>
            <a:ext cx="3077870" cy="914400"/>
          </a:xfrm>
        </p:spPr>
        <p:txBody>
          <a:bodyPr/>
          <a:lstStyle/>
          <a:p>
            <a:r>
              <a:rPr lang="zh-CN" altLang="en-US" dirty="0">
                <a:latin typeface="STKaiti" panose="02010600040101010101" pitchFamily="2" charset="-122"/>
                <a:ea typeface="STKaiti" panose="02010600040101010101" pitchFamily="2" charset="-122"/>
              </a:rPr>
              <a:t>作者：王健伟</a:t>
            </a:r>
            <a:endParaRPr lang="en-US" altLang="zh-CN" dirty="0"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r>
              <a:rPr lang="zh-CN" altLang="en-US" dirty="0">
                <a:latin typeface="STKaiti" panose="02010600040101010101" pitchFamily="2" charset="-122"/>
                <a:ea typeface="STKaiti" panose="02010600040101010101" pitchFamily="2" charset="-122"/>
              </a:rPr>
              <a:t>清华大学出版社</a:t>
            </a:r>
            <a:endParaRPr lang="en-US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1907AA-B2F4-7B1C-205E-74C23223DF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9044" y="1390764"/>
            <a:ext cx="2559045" cy="372799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B39791E-BFB2-E866-7B82-54D4DC98FF7D}"/>
              </a:ext>
            </a:extLst>
          </p:cNvPr>
          <p:cNvSpPr txBox="1">
            <a:spLocks/>
          </p:cNvSpPr>
          <p:nvPr/>
        </p:nvSpPr>
        <p:spPr>
          <a:xfrm>
            <a:off x="325315" y="5533705"/>
            <a:ext cx="8584517" cy="1000332"/>
          </a:xfrm>
          <a:prstGeom prst="rect">
            <a:avLst/>
          </a:prstGeom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  <a:softEdge rad="38100"/>
          </a:effectLst>
          <a:scene3d>
            <a:camera prst="orthographicFront"/>
            <a:lightRig rig="threePt" dir="t"/>
          </a:scene3d>
          <a:sp3d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016 </a:t>
            </a:r>
            <a:r>
              <a:rPr lang="zh-CN" altLang="en-US" dirty="0"/>
              <a:t>数组 </a:t>
            </a:r>
            <a:r>
              <a:rPr lang="en-US" altLang="zh-CN" dirty="0"/>
              <a:t>– </a:t>
            </a:r>
            <a:r>
              <a:rPr lang="zh-CN" altLang="en-US" dirty="0"/>
              <a:t>二维数组</a:t>
            </a:r>
            <a:endParaRPr lang="en-US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32D9EC8-F2BC-F446-8B18-ECDB981187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04" y="103160"/>
            <a:ext cx="2120630" cy="44160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5363EB9-E0AC-FD11-EEF3-7E00D9E692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6108" y="1314563"/>
            <a:ext cx="4705451" cy="40520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77032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2944" y="103160"/>
            <a:ext cx="7051236" cy="1079117"/>
          </a:xfrm>
        </p:spPr>
        <p:txBody>
          <a:bodyPr>
            <a:normAutofit/>
          </a:bodyPr>
          <a:lstStyle/>
          <a:p>
            <a:r>
              <a:rPr lang="en-US" sz="6000" dirty="0"/>
              <a:t>C++ </a:t>
            </a:r>
            <a:r>
              <a:rPr lang="zh-CN" altLang="en-US" sz="6000" dirty="0">
                <a:latin typeface="STKaiti" panose="02010600040101010101" pitchFamily="2" charset="-122"/>
                <a:ea typeface="STKaiti" panose="02010600040101010101" pitchFamily="2" charset="-122"/>
              </a:rPr>
              <a:t>新经典</a:t>
            </a:r>
            <a:endParaRPr lang="en-US" sz="6000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725247" y="400163"/>
            <a:ext cx="3077870" cy="914400"/>
          </a:xfrm>
        </p:spPr>
        <p:txBody>
          <a:bodyPr/>
          <a:lstStyle/>
          <a:p>
            <a:r>
              <a:rPr lang="zh-CN" altLang="en-US" dirty="0">
                <a:latin typeface="STKaiti" panose="02010600040101010101" pitchFamily="2" charset="-122"/>
                <a:ea typeface="STKaiti" panose="02010600040101010101" pitchFamily="2" charset="-122"/>
              </a:rPr>
              <a:t>作者：王健伟</a:t>
            </a:r>
            <a:endParaRPr lang="en-US" altLang="zh-CN" dirty="0"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r>
              <a:rPr lang="zh-CN" altLang="en-US" dirty="0">
                <a:latin typeface="STKaiti" panose="02010600040101010101" pitchFamily="2" charset="-122"/>
                <a:ea typeface="STKaiti" panose="02010600040101010101" pitchFamily="2" charset="-122"/>
              </a:rPr>
              <a:t>清华大学出版社</a:t>
            </a:r>
            <a:endParaRPr lang="en-US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1907AA-B2F4-7B1C-205E-74C23223DF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9044" y="1390764"/>
            <a:ext cx="2559045" cy="372799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B39791E-BFB2-E866-7B82-54D4DC98FF7D}"/>
              </a:ext>
            </a:extLst>
          </p:cNvPr>
          <p:cNvSpPr txBox="1">
            <a:spLocks/>
          </p:cNvSpPr>
          <p:nvPr/>
        </p:nvSpPr>
        <p:spPr>
          <a:xfrm>
            <a:off x="83704" y="5754508"/>
            <a:ext cx="11237888" cy="1000332"/>
          </a:xfrm>
          <a:prstGeom prst="rect">
            <a:avLst/>
          </a:prstGeom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  <a:softEdge rad="38100"/>
          </a:effectLst>
          <a:scene3d>
            <a:camera prst="orthographicFront"/>
            <a:lightRig rig="threePt" dir="t"/>
          </a:scene3d>
          <a:sp3d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华文隶书" panose="02010800040101010101" pitchFamily="2" charset="-122"/>
                <a:ea typeface="华文隶书" panose="02010800040101010101" pitchFamily="2" charset="-122"/>
              </a:rPr>
              <a:t>数组 </a:t>
            </a:r>
            <a:r>
              <a:rPr lang="en-US" altLang="zh-CN" dirty="0">
                <a:latin typeface="华文隶书" panose="02010800040101010101" pitchFamily="2" charset="-122"/>
                <a:ea typeface="华文隶书" panose="02010800040101010101" pitchFamily="2" charset="-122"/>
              </a:rPr>
              <a:t>- </a:t>
            </a:r>
            <a:r>
              <a:rPr lang="zh-CN" altLang="en-US" dirty="0">
                <a:latin typeface="华文隶书" panose="02010800040101010101" pitchFamily="2" charset="-122"/>
                <a:ea typeface="华文隶书" panose="02010800040101010101" pitchFamily="2" charset="-122"/>
              </a:rPr>
              <a:t>字符数组</a:t>
            </a:r>
            <a:r>
              <a:rPr lang="en-US" altLang="zh-CN" dirty="0">
                <a:latin typeface="华文隶书" panose="02010800040101010101" pitchFamily="2" charset="-122"/>
                <a:ea typeface="华文隶书" panose="02010800040101010101" pitchFamily="2" charset="-122"/>
              </a:rPr>
              <a:t>- 1 &amp; 2</a:t>
            </a:r>
            <a:r>
              <a:rPr lang="zh-CN" altLang="en-US" dirty="0">
                <a:latin typeface="华文隶书" panose="02010800040101010101" pitchFamily="2" charset="-122"/>
                <a:ea typeface="华文隶书" panose="02010800040101010101" pitchFamily="2" charset="-122"/>
              </a:rPr>
              <a:t> 定义与初始化</a:t>
            </a:r>
            <a:endParaRPr lang="en-US" dirty="0"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9FDAC87-A4AF-AE8D-27EE-EE7A71C728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4019" y="1258478"/>
            <a:ext cx="7579404" cy="434104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5809C70-4C8E-14CC-5E0B-1821E8625786}"/>
              </a:ext>
            </a:extLst>
          </p:cNvPr>
          <p:cNvSpPr txBox="1"/>
          <p:nvPr/>
        </p:nvSpPr>
        <p:spPr>
          <a:xfrm>
            <a:off x="18854" y="-3038"/>
            <a:ext cx="1791092" cy="1200329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/>
            <a:r>
              <a:rPr lang="en-US" sz="7200" b="1" dirty="0">
                <a:latin typeface="Franklin Gothic Heavy" panose="020B0903020102020204" pitchFamily="34" charset="0"/>
              </a:rPr>
              <a:t>017</a:t>
            </a:r>
          </a:p>
        </p:txBody>
      </p:sp>
    </p:spTree>
    <p:extLst>
      <p:ext uri="{BB962C8B-B14F-4D97-AF65-F5344CB8AC3E}">
        <p14:creationId xmlns:p14="http://schemas.microsoft.com/office/powerpoint/2010/main" val="441214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C4512-7F86-E76A-EC37-201651F4B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37193-8A91-6774-28AB-660664D2F5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2944" y="103160"/>
            <a:ext cx="7051236" cy="1079117"/>
          </a:xfrm>
        </p:spPr>
        <p:txBody>
          <a:bodyPr>
            <a:normAutofit/>
          </a:bodyPr>
          <a:lstStyle/>
          <a:p>
            <a:r>
              <a:rPr lang="en-US" sz="6000" dirty="0"/>
              <a:t>C++ </a:t>
            </a:r>
            <a:r>
              <a:rPr lang="zh-CN" altLang="en-US" sz="6000" dirty="0">
                <a:latin typeface="STKaiti" panose="02010600040101010101" pitchFamily="2" charset="-122"/>
                <a:ea typeface="STKaiti" panose="02010600040101010101" pitchFamily="2" charset="-122"/>
              </a:rPr>
              <a:t>新经典</a:t>
            </a:r>
            <a:endParaRPr lang="en-US" sz="6000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62547E-F88D-9A63-F1E7-FEABB78F28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9044" y="1390764"/>
            <a:ext cx="2559045" cy="372799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B221A52-D088-7A48-7D5C-F9BAC30AEB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27" y="1267974"/>
            <a:ext cx="8020894" cy="440881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D352FF52-9E42-176D-BCCA-5137963A9BED}"/>
              </a:ext>
            </a:extLst>
          </p:cNvPr>
          <p:cNvSpPr txBox="1">
            <a:spLocks/>
          </p:cNvSpPr>
          <p:nvPr/>
        </p:nvSpPr>
        <p:spPr>
          <a:xfrm>
            <a:off x="83704" y="5754508"/>
            <a:ext cx="11237888" cy="1000332"/>
          </a:xfrm>
          <a:prstGeom prst="rect">
            <a:avLst/>
          </a:prstGeom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  <a:softEdge rad="38100"/>
          </a:effectLst>
          <a:scene3d>
            <a:camera prst="orthographicFront"/>
            <a:lightRig rig="threePt" dir="t"/>
          </a:scene3d>
          <a:sp3d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华文隶书" panose="02010800040101010101" pitchFamily="2" charset="-122"/>
                <a:ea typeface="华文隶书" panose="02010800040101010101" pitchFamily="2" charset="-122"/>
              </a:rPr>
              <a:t>数组 </a:t>
            </a:r>
            <a:r>
              <a:rPr lang="en-US" altLang="zh-CN" dirty="0">
                <a:latin typeface="华文隶书" panose="02010800040101010101" pitchFamily="2" charset="-122"/>
                <a:ea typeface="华文隶书" panose="02010800040101010101" pitchFamily="2" charset="-122"/>
              </a:rPr>
              <a:t>- </a:t>
            </a:r>
            <a:r>
              <a:rPr lang="zh-CN" altLang="en-US" dirty="0">
                <a:latin typeface="华文隶书" panose="02010800040101010101" pitchFamily="2" charset="-122"/>
                <a:ea typeface="华文隶书" panose="02010800040101010101" pitchFamily="2" charset="-122"/>
              </a:rPr>
              <a:t>字符数组</a:t>
            </a:r>
            <a:r>
              <a:rPr lang="en-US" altLang="zh-CN" dirty="0">
                <a:latin typeface="华文隶书" panose="02010800040101010101" pitchFamily="2" charset="-122"/>
                <a:ea typeface="华文隶书" panose="02010800040101010101" pitchFamily="2" charset="-122"/>
              </a:rPr>
              <a:t>- 3</a:t>
            </a:r>
            <a:r>
              <a:rPr lang="zh-CN" altLang="en-US" dirty="0">
                <a:latin typeface="华文隶书" panose="02010800040101010101" pitchFamily="2" charset="-122"/>
                <a:ea typeface="华文隶书" panose="02010800040101010101" pitchFamily="2" charset="-122"/>
              </a:rPr>
              <a:t> 字符串与结束标记</a:t>
            </a:r>
            <a:endParaRPr lang="en-US" dirty="0"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25E87B-743D-6B89-83E7-130F261AD657}"/>
              </a:ext>
            </a:extLst>
          </p:cNvPr>
          <p:cNvSpPr txBox="1"/>
          <p:nvPr/>
        </p:nvSpPr>
        <p:spPr>
          <a:xfrm>
            <a:off x="18854" y="-3038"/>
            <a:ext cx="1791092" cy="1200329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/>
            <a:r>
              <a:rPr lang="en-US" sz="7200" b="1" dirty="0">
                <a:latin typeface="Franklin Gothic Heavy" panose="020B0903020102020204" pitchFamily="34" charset="0"/>
              </a:rPr>
              <a:t>018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EF2B9E60-914F-F746-2AB6-D15C0EC5B8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5696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E2770-8E14-D03A-3C67-1100EC215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53C94FB-71D0-92C8-00C6-4448526FC8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873" y="1408839"/>
            <a:ext cx="2559045" cy="372799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F621A4B-64E9-A851-208E-11EACB8CB7B6}"/>
              </a:ext>
            </a:extLst>
          </p:cNvPr>
          <p:cNvSpPr txBox="1"/>
          <p:nvPr/>
        </p:nvSpPr>
        <p:spPr>
          <a:xfrm>
            <a:off x="18854" y="9558"/>
            <a:ext cx="2319744" cy="144655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/>
            <a:r>
              <a:rPr lang="en-US" sz="8800" b="1" dirty="0">
                <a:latin typeface="Franklin Gothic Heavy" panose="020B0903020102020204" pitchFamily="34" charset="0"/>
              </a:rPr>
              <a:t>019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73EE31-C63A-3983-C832-2C5DCFBC10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8394" y="1182277"/>
            <a:ext cx="7169870" cy="404722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82425DC-1B36-1CB1-0485-7479507C74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4917" y="0"/>
            <a:ext cx="7619263" cy="1182277"/>
          </a:xfrm>
        </p:spPr>
        <p:txBody>
          <a:bodyPr>
            <a:normAutofit/>
          </a:bodyPr>
          <a:lstStyle/>
          <a:p>
            <a:pPr algn="ctr"/>
            <a:r>
              <a:rPr lang="en-US" sz="7200" dirty="0"/>
              <a:t>C++ </a:t>
            </a:r>
            <a:r>
              <a:rPr lang="zh-CN" altLang="en-US" sz="7200" dirty="0">
                <a:latin typeface="STKaiti" panose="02010600040101010101" pitchFamily="2" charset="-122"/>
                <a:ea typeface="STKaiti" panose="02010600040101010101" pitchFamily="2" charset="-122"/>
              </a:rPr>
              <a:t>新经典</a:t>
            </a:r>
            <a:endParaRPr lang="en-US" sz="7200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A161CE8-4CEF-E975-0AA4-117B853651C3}"/>
              </a:ext>
            </a:extLst>
          </p:cNvPr>
          <p:cNvSpPr txBox="1">
            <a:spLocks/>
          </p:cNvSpPr>
          <p:nvPr/>
        </p:nvSpPr>
        <p:spPr>
          <a:xfrm>
            <a:off x="83704" y="5363393"/>
            <a:ext cx="11779220" cy="1391447"/>
          </a:xfrm>
          <a:prstGeom prst="rect">
            <a:avLst/>
          </a:prstGeom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  <a:softEdge rad="38100"/>
          </a:effectLst>
          <a:scene3d>
            <a:camera prst="orthographicFront"/>
            <a:lightRig rig="threePt" dir="t"/>
          </a:scene3d>
          <a:sp3d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>
                <a:latin typeface="华文隶书" panose="02010800040101010101" pitchFamily="2" charset="-122"/>
                <a:ea typeface="华文隶书" panose="02010800040101010101" pitchFamily="2" charset="-122"/>
              </a:rPr>
              <a:t>6.</a:t>
            </a:r>
            <a:r>
              <a:rPr lang="zh-CN" altLang="en-US" dirty="0">
                <a:latin typeface="华文隶书" panose="02010800040101010101" pitchFamily="2" charset="-122"/>
                <a:ea typeface="华文隶书" panose="02010800040101010101" pitchFamily="2" charset="-122"/>
              </a:rPr>
              <a:t>数组 </a:t>
            </a:r>
            <a:r>
              <a:rPr lang="en-US" altLang="zh-CN" dirty="0">
                <a:latin typeface="华文隶书" panose="02010800040101010101" pitchFamily="2" charset="-122"/>
                <a:ea typeface="华文隶书" panose="02010800040101010101" pitchFamily="2" charset="-122"/>
              </a:rPr>
              <a:t>– 6.3 </a:t>
            </a:r>
            <a:r>
              <a:rPr lang="zh-CN" altLang="en-US" dirty="0">
                <a:latin typeface="华文隶书" panose="02010800040101010101" pitchFamily="2" charset="-122"/>
                <a:ea typeface="华文隶书" panose="02010800040101010101" pitchFamily="2" charset="-122"/>
              </a:rPr>
              <a:t>字符数组</a:t>
            </a:r>
            <a:r>
              <a:rPr lang="en-US" altLang="zh-CN" dirty="0">
                <a:latin typeface="华文隶书" panose="02010800040101010101" pitchFamily="2" charset="-122"/>
                <a:ea typeface="华文隶书" panose="02010800040101010101" pitchFamily="2" charset="-122"/>
              </a:rPr>
              <a:t>- 6.3.4</a:t>
            </a:r>
            <a:r>
              <a:rPr lang="zh-CN" altLang="en-US" dirty="0">
                <a:latin typeface="华文隶书" panose="02010800040101010101" pitchFamily="2" charset="-122"/>
                <a:ea typeface="华文隶书" panose="02010800040101010101" pitchFamily="2" charset="-122"/>
              </a:rPr>
              <a:t> 输入</a:t>
            </a:r>
            <a:r>
              <a:rPr lang="en-US" altLang="zh-CN" dirty="0">
                <a:latin typeface="华文隶书" panose="02010800040101010101" pitchFamily="2" charset="-122"/>
                <a:ea typeface="华文隶书" panose="02010800040101010101" pitchFamily="2" charset="-122"/>
              </a:rPr>
              <a:t>/</a:t>
            </a:r>
            <a:r>
              <a:rPr lang="zh-CN" altLang="en-US" dirty="0">
                <a:latin typeface="华文隶书" panose="02010800040101010101" pitchFamily="2" charset="-122"/>
                <a:ea typeface="华文隶书" panose="02010800040101010101" pitchFamily="2" charset="-122"/>
              </a:rPr>
              <a:t>输出</a:t>
            </a:r>
            <a:endParaRPr lang="en-US" dirty="0"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16147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04806-D488-753D-6CAB-8408816BD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9B940A0-B157-85E0-0D00-6E86A34356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873" y="1408839"/>
            <a:ext cx="2559045" cy="372799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FA6AC7D-192E-F28B-107C-AE7D47806D6A}"/>
              </a:ext>
            </a:extLst>
          </p:cNvPr>
          <p:cNvSpPr txBox="1"/>
          <p:nvPr/>
        </p:nvSpPr>
        <p:spPr>
          <a:xfrm>
            <a:off x="18853" y="-1124"/>
            <a:ext cx="2252709" cy="144655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/>
            <a:r>
              <a:rPr lang="en-US" sz="8800" b="1" dirty="0">
                <a:latin typeface="Franklin Gothic Heavy" panose="020B0903020102020204" pitchFamily="34" charset="0"/>
              </a:rPr>
              <a:t>020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DBB73F-9D3B-099B-1EC7-CB40A71D99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4110" y="1113150"/>
            <a:ext cx="6663222" cy="440937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33FC42D-A318-F5CE-5F38-36C7B7AE6C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4917" y="0"/>
            <a:ext cx="7619263" cy="1182277"/>
          </a:xfrm>
        </p:spPr>
        <p:txBody>
          <a:bodyPr>
            <a:normAutofit/>
          </a:bodyPr>
          <a:lstStyle/>
          <a:p>
            <a:pPr algn="ctr"/>
            <a:r>
              <a:rPr lang="en-US" sz="7200" dirty="0"/>
              <a:t>C++ </a:t>
            </a:r>
            <a:r>
              <a:rPr lang="zh-CN" altLang="en-US" sz="7200" dirty="0">
                <a:latin typeface="STKaiti" panose="02010600040101010101" pitchFamily="2" charset="-122"/>
                <a:ea typeface="STKaiti" panose="02010600040101010101" pitchFamily="2" charset="-122"/>
              </a:rPr>
              <a:t>新经典</a:t>
            </a:r>
            <a:endParaRPr lang="en-US" sz="7200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DD0005-F76C-6749-7397-30A589A22A10}"/>
              </a:ext>
            </a:extLst>
          </p:cNvPr>
          <p:cNvSpPr txBox="1"/>
          <p:nvPr/>
        </p:nvSpPr>
        <p:spPr>
          <a:xfrm>
            <a:off x="4831492" y="1826285"/>
            <a:ext cx="4616278" cy="144655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r>
              <a:rPr lang="en-US" altLang="zh-CN" sz="4400" b="1" dirty="0"/>
              <a:t>puts()</a:t>
            </a:r>
            <a:r>
              <a:rPr lang="zh-CN" altLang="en-US" sz="4400" b="1" dirty="0"/>
              <a:t>：将一个字符串输出到屏幕</a:t>
            </a:r>
            <a:endParaRPr lang="en-US" sz="4400" b="1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EF7569E-899D-B72D-1C84-579CCAEE6C60}"/>
              </a:ext>
            </a:extLst>
          </p:cNvPr>
          <p:cNvSpPr txBox="1">
            <a:spLocks/>
          </p:cNvSpPr>
          <p:nvPr/>
        </p:nvSpPr>
        <p:spPr>
          <a:xfrm>
            <a:off x="83703" y="5086001"/>
            <a:ext cx="11943539" cy="1182277"/>
          </a:xfrm>
          <a:prstGeom prst="rect">
            <a:avLst/>
          </a:prstGeom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  <a:softEdge rad="38100"/>
          </a:effectLst>
          <a:scene3d>
            <a:camera prst="orthographicFront"/>
            <a:lightRig rig="threePt" dir="t"/>
          </a:scene3d>
          <a:sp3d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 anchorCtr="0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>
                <a:latin typeface="华文隶书" panose="02010800040101010101" pitchFamily="2" charset="-122"/>
                <a:ea typeface="华文隶书" panose="02010800040101010101" pitchFamily="2" charset="-122"/>
              </a:rPr>
              <a:t>6. </a:t>
            </a:r>
            <a:r>
              <a:rPr lang="zh-CN" altLang="en-US" dirty="0">
                <a:latin typeface="华文隶书" panose="02010800040101010101" pitchFamily="2" charset="-122"/>
                <a:ea typeface="华文隶书" panose="02010800040101010101" pitchFamily="2" charset="-122"/>
              </a:rPr>
              <a:t>数组 </a:t>
            </a:r>
            <a:r>
              <a:rPr lang="en-US" altLang="zh-CN" dirty="0">
                <a:latin typeface="华文隶书" panose="02010800040101010101" pitchFamily="2" charset="-122"/>
                <a:ea typeface="华文隶书" panose="02010800040101010101" pitchFamily="2" charset="-122"/>
              </a:rPr>
              <a:t>– 6.3 </a:t>
            </a:r>
            <a:r>
              <a:rPr lang="zh-CN" altLang="en-US" dirty="0">
                <a:latin typeface="华文隶书" panose="02010800040101010101" pitchFamily="2" charset="-122"/>
                <a:ea typeface="华文隶书" panose="02010800040101010101" pitchFamily="2" charset="-122"/>
              </a:rPr>
              <a:t>字符数组</a:t>
            </a:r>
            <a:r>
              <a:rPr lang="en-US" altLang="zh-CN" dirty="0">
                <a:latin typeface="华文隶书" panose="02010800040101010101" pitchFamily="2" charset="-122"/>
                <a:ea typeface="华文隶书" panose="02010800040101010101" pitchFamily="2" charset="-122"/>
              </a:rPr>
              <a:t>- 6.3.5</a:t>
            </a:r>
            <a:r>
              <a:rPr lang="zh-CN" altLang="en-US" dirty="0">
                <a:latin typeface="华文隶书" panose="02010800040101010101" pitchFamily="2" charset="-122"/>
                <a:ea typeface="华文隶书" panose="02010800040101010101" pitchFamily="2" charset="-122"/>
              </a:rPr>
              <a:t> 字符串处理函数</a:t>
            </a:r>
            <a:r>
              <a:rPr lang="en-US" altLang="zh-CN" dirty="0">
                <a:latin typeface="华文隶书" panose="02010800040101010101" pitchFamily="2" charset="-122"/>
                <a:ea typeface="华文隶书" panose="02010800040101010101" pitchFamily="2" charset="-122"/>
              </a:rPr>
              <a:t>-1</a:t>
            </a:r>
            <a:endParaRPr lang="en-US" dirty="0"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40415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2982D-E6F2-06B4-F8B8-E96EB52AE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061B1B7-040E-B6AE-B042-1961948F2C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873" y="1408839"/>
            <a:ext cx="2559045" cy="372799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0D7C018-140E-D022-52BB-70D62D2160E8}"/>
              </a:ext>
            </a:extLst>
          </p:cNvPr>
          <p:cNvSpPr txBox="1"/>
          <p:nvPr/>
        </p:nvSpPr>
        <p:spPr>
          <a:xfrm>
            <a:off x="18853" y="-1124"/>
            <a:ext cx="2252709" cy="144655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/>
            <a:r>
              <a:rPr lang="en-US" sz="8800" b="1" dirty="0">
                <a:latin typeface="Franklin Gothic Heavy" panose="020B0903020102020204" pitchFamily="34" charset="0"/>
              </a:rPr>
              <a:t>021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D0B210-40D2-A0E4-8C66-8C58604D17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4110" y="1113150"/>
            <a:ext cx="6663222" cy="440937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3EEACDC-A97B-F5A1-8870-CAD79249C3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4917" y="0"/>
            <a:ext cx="7619263" cy="1182277"/>
          </a:xfrm>
        </p:spPr>
        <p:txBody>
          <a:bodyPr>
            <a:normAutofit/>
          </a:bodyPr>
          <a:lstStyle/>
          <a:p>
            <a:pPr algn="ctr"/>
            <a:r>
              <a:rPr lang="en-US" sz="7200" dirty="0"/>
              <a:t>C++ </a:t>
            </a:r>
            <a:r>
              <a:rPr lang="zh-CN" altLang="en-US" sz="7200" dirty="0">
                <a:latin typeface="STKaiti" panose="02010600040101010101" pitchFamily="2" charset="-122"/>
                <a:ea typeface="STKaiti" panose="02010600040101010101" pitchFamily="2" charset="-122"/>
              </a:rPr>
              <a:t>新经典</a:t>
            </a:r>
            <a:endParaRPr lang="en-US" sz="7200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1C3561-7C9F-DF7B-BEA5-4E4FB3D19387}"/>
              </a:ext>
            </a:extLst>
          </p:cNvPr>
          <p:cNvSpPr txBox="1"/>
          <p:nvPr/>
        </p:nvSpPr>
        <p:spPr>
          <a:xfrm>
            <a:off x="3070371" y="2164839"/>
            <a:ext cx="7902429" cy="769441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r>
              <a:rPr lang="en-US" altLang="zh-CN" sz="4400" b="1" dirty="0"/>
              <a:t>strcat(charstr1, charstr2)</a:t>
            </a:r>
            <a:endParaRPr lang="en-US" sz="4400" b="1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1B0031A-DA94-9A82-8F89-8E2C1CA381F0}"/>
              </a:ext>
            </a:extLst>
          </p:cNvPr>
          <p:cNvSpPr txBox="1">
            <a:spLocks/>
          </p:cNvSpPr>
          <p:nvPr/>
        </p:nvSpPr>
        <p:spPr>
          <a:xfrm>
            <a:off x="83703" y="5000031"/>
            <a:ext cx="11943539" cy="1182277"/>
          </a:xfrm>
          <a:prstGeom prst="rect">
            <a:avLst/>
          </a:prstGeom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  <a:softEdge rad="38100"/>
          </a:effectLst>
          <a:scene3d>
            <a:camera prst="orthographicFront"/>
            <a:lightRig rig="threePt" dir="t"/>
          </a:scene3d>
          <a:sp3d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 anchorCtr="0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>
                <a:latin typeface="华文隶书" panose="02010800040101010101" pitchFamily="2" charset="-122"/>
                <a:ea typeface="华文隶书" panose="02010800040101010101" pitchFamily="2" charset="-122"/>
              </a:rPr>
              <a:t>6. </a:t>
            </a:r>
            <a:r>
              <a:rPr lang="zh-CN" altLang="en-US" dirty="0">
                <a:latin typeface="华文隶书" panose="02010800040101010101" pitchFamily="2" charset="-122"/>
                <a:ea typeface="华文隶书" panose="02010800040101010101" pitchFamily="2" charset="-122"/>
              </a:rPr>
              <a:t>数组 </a:t>
            </a:r>
            <a:r>
              <a:rPr lang="en-US" altLang="zh-CN" dirty="0">
                <a:latin typeface="华文隶书" panose="02010800040101010101" pitchFamily="2" charset="-122"/>
                <a:ea typeface="华文隶书" panose="02010800040101010101" pitchFamily="2" charset="-122"/>
              </a:rPr>
              <a:t>– 6.3 </a:t>
            </a:r>
            <a:r>
              <a:rPr lang="zh-CN" altLang="en-US" dirty="0">
                <a:latin typeface="华文隶书" panose="02010800040101010101" pitchFamily="2" charset="-122"/>
                <a:ea typeface="华文隶书" panose="02010800040101010101" pitchFamily="2" charset="-122"/>
              </a:rPr>
              <a:t>字符数组</a:t>
            </a:r>
            <a:r>
              <a:rPr lang="en-US" altLang="zh-CN" dirty="0">
                <a:latin typeface="华文隶书" panose="02010800040101010101" pitchFamily="2" charset="-122"/>
                <a:ea typeface="华文隶书" panose="02010800040101010101" pitchFamily="2" charset="-122"/>
              </a:rPr>
              <a:t>- 6.3.5</a:t>
            </a:r>
            <a:r>
              <a:rPr lang="zh-CN" altLang="en-US" dirty="0">
                <a:latin typeface="华文隶书" panose="02010800040101010101" pitchFamily="2" charset="-122"/>
                <a:ea typeface="华文隶书" panose="02010800040101010101" pitchFamily="2" charset="-122"/>
              </a:rPr>
              <a:t> 字符串处理函数</a:t>
            </a:r>
            <a:r>
              <a:rPr lang="en-US" altLang="zh-CN" dirty="0">
                <a:latin typeface="华文隶书" panose="02010800040101010101" pitchFamily="2" charset="-122"/>
                <a:ea typeface="华文隶书" panose="02010800040101010101" pitchFamily="2" charset="-122"/>
              </a:rPr>
              <a:t>-2</a:t>
            </a:r>
            <a:endParaRPr lang="en-US" dirty="0"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55694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39E58F-529F-8EF0-3DBD-9F915BE44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72A821B-DAF4-DD0F-F5D2-04560B5125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873" y="1408839"/>
            <a:ext cx="2559045" cy="372799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A773E07-0836-73B8-29F7-E1AC0732276E}"/>
              </a:ext>
            </a:extLst>
          </p:cNvPr>
          <p:cNvSpPr txBox="1"/>
          <p:nvPr/>
        </p:nvSpPr>
        <p:spPr>
          <a:xfrm>
            <a:off x="18853" y="-1124"/>
            <a:ext cx="2252709" cy="144655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/>
            <a:r>
              <a:rPr lang="en-US" sz="8800" b="1" dirty="0">
                <a:latin typeface="Franklin Gothic Heavy" panose="020B0903020102020204" pitchFamily="34" charset="0"/>
              </a:rPr>
              <a:t>022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F140F4D-0A21-40A8-E9AD-4CC04C5BD7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4110" y="1113150"/>
            <a:ext cx="6663222" cy="440937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590B055-CEE0-3911-CACE-2A6CFEE57E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4917" y="0"/>
            <a:ext cx="7619263" cy="1182277"/>
          </a:xfrm>
        </p:spPr>
        <p:txBody>
          <a:bodyPr>
            <a:normAutofit/>
          </a:bodyPr>
          <a:lstStyle/>
          <a:p>
            <a:pPr algn="ctr"/>
            <a:r>
              <a:rPr lang="en-US" sz="7200" dirty="0"/>
              <a:t>C++ </a:t>
            </a:r>
            <a:r>
              <a:rPr lang="zh-CN" altLang="en-US" sz="7200" dirty="0">
                <a:latin typeface="STKaiti" panose="02010600040101010101" pitchFamily="2" charset="-122"/>
                <a:ea typeface="STKaiti" panose="02010600040101010101" pitchFamily="2" charset="-122"/>
              </a:rPr>
              <a:t>新经典</a:t>
            </a:r>
            <a:endParaRPr lang="en-US" sz="7200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5EE05C-E234-6DC2-5AFF-3542D69C19F8}"/>
              </a:ext>
            </a:extLst>
          </p:cNvPr>
          <p:cNvSpPr txBox="1"/>
          <p:nvPr/>
        </p:nvSpPr>
        <p:spPr>
          <a:xfrm>
            <a:off x="3070371" y="2164839"/>
            <a:ext cx="7902429" cy="769441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r>
              <a:rPr lang="en-US" altLang="zh-CN" sz="4400" b="1" dirty="0"/>
              <a:t>strcpy(charstr1, str2)</a:t>
            </a:r>
            <a:endParaRPr lang="en-US" sz="4400" b="1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BA3B09F-735A-840D-C844-7ACFA4FB474D}"/>
              </a:ext>
            </a:extLst>
          </p:cNvPr>
          <p:cNvSpPr txBox="1">
            <a:spLocks/>
          </p:cNvSpPr>
          <p:nvPr/>
        </p:nvSpPr>
        <p:spPr>
          <a:xfrm>
            <a:off x="83703" y="4913534"/>
            <a:ext cx="11943539" cy="1182277"/>
          </a:xfrm>
          <a:prstGeom prst="rect">
            <a:avLst/>
          </a:prstGeom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  <a:softEdge rad="38100"/>
          </a:effectLst>
          <a:scene3d>
            <a:camera prst="orthographicFront"/>
            <a:lightRig rig="threePt" dir="t"/>
          </a:scene3d>
          <a:sp3d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 anchorCtr="0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>
                <a:latin typeface="华文隶书" panose="02010800040101010101" pitchFamily="2" charset="-122"/>
                <a:ea typeface="华文隶书" panose="02010800040101010101" pitchFamily="2" charset="-122"/>
              </a:rPr>
              <a:t>6. </a:t>
            </a:r>
            <a:r>
              <a:rPr lang="zh-CN" altLang="en-US" dirty="0">
                <a:latin typeface="华文隶书" panose="02010800040101010101" pitchFamily="2" charset="-122"/>
                <a:ea typeface="华文隶书" panose="02010800040101010101" pitchFamily="2" charset="-122"/>
              </a:rPr>
              <a:t>数组 </a:t>
            </a:r>
            <a:r>
              <a:rPr lang="en-US" altLang="zh-CN" dirty="0">
                <a:latin typeface="华文隶书" panose="02010800040101010101" pitchFamily="2" charset="-122"/>
                <a:ea typeface="华文隶书" panose="02010800040101010101" pitchFamily="2" charset="-122"/>
              </a:rPr>
              <a:t>– 6.3 </a:t>
            </a:r>
            <a:r>
              <a:rPr lang="zh-CN" altLang="en-US" dirty="0">
                <a:latin typeface="华文隶书" panose="02010800040101010101" pitchFamily="2" charset="-122"/>
                <a:ea typeface="华文隶书" panose="02010800040101010101" pitchFamily="2" charset="-122"/>
              </a:rPr>
              <a:t>字符数组</a:t>
            </a:r>
            <a:r>
              <a:rPr lang="en-US" altLang="zh-CN" dirty="0">
                <a:latin typeface="华文隶书" panose="02010800040101010101" pitchFamily="2" charset="-122"/>
                <a:ea typeface="华文隶书" panose="02010800040101010101" pitchFamily="2" charset="-122"/>
              </a:rPr>
              <a:t>- 6.3.5</a:t>
            </a:r>
            <a:r>
              <a:rPr lang="zh-CN" altLang="en-US" dirty="0">
                <a:latin typeface="华文隶书" panose="02010800040101010101" pitchFamily="2" charset="-122"/>
                <a:ea typeface="华文隶书" panose="02010800040101010101" pitchFamily="2" charset="-122"/>
              </a:rPr>
              <a:t> 字符串处理函数</a:t>
            </a:r>
            <a:r>
              <a:rPr lang="en-US" altLang="zh-CN" dirty="0">
                <a:latin typeface="华文隶书" panose="02010800040101010101" pitchFamily="2" charset="-122"/>
                <a:ea typeface="华文隶书" panose="02010800040101010101" pitchFamily="2" charset="-122"/>
              </a:rPr>
              <a:t>-3</a:t>
            </a:r>
            <a:endParaRPr lang="en-US" dirty="0"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01589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9EAC9-66C8-CD77-E74D-E8DAE831C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D53B27E-165F-BF44-953C-424A96E168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873" y="1408839"/>
            <a:ext cx="2559045" cy="372799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9FBCD10-AABA-D061-D519-66F2B8811A5F}"/>
              </a:ext>
            </a:extLst>
          </p:cNvPr>
          <p:cNvSpPr txBox="1"/>
          <p:nvPr/>
        </p:nvSpPr>
        <p:spPr>
          <a:xfrm>
            <a:off x="18853" y="-1124"/>
            <a:ext cx="2252709" cy="144655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/>
            <a:r>
              <a:rPr lang="en-US" sz="8800" b="1" dirty="0">
                <a:latin typeface="Franklin Gothic Heavy" panose="020B0903020102020204" pitchFamily="34" charset="0"/>
              </a:rPr>
              <a:t>023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F705ABC-7195-89A3-3E6B-509BFB03A4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4110" y="1113150"/>
            <a:ext cx="6663222" cy="440937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26FF39B-71C5-BFD3-5D4A-63866E1F65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4917" y="0"/>
            <a:ext cx="7619263" cy="1182277"/>
          </a:xfrm>
        </p:spPr>
        <p:txBody>
          <a:bodyPr>
            <a:normAutofit/>
          </a:bodyPr>
          <a:lstStyle/>
          <a:p>
            <a:pPr algn="ctr"/>
            <a:r>
              <a:rPr lang="en-US" sz="7200" dirty="0"/>
              <a:t>C++ </a:t>
            </a:r>
            <a:r>
              <a:rPr lang="zh-CN" altLang="en-US" sz="7200" dirty="0">
                <a:latin typeface="STKaiti" panose="02010600040101010101" pitchFamily="2" charset="-122"/>
                <a:ea typeface="STKaiti" panose="02010600040101010101" pitchFamily="2" charset="-122"/>
              </a:rPr>
              <a:t>新经典</a:t>
            </a:r>
            <a:endParaRPr lang="en-US" sz="7200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61D14E-1E83-CE45-6AAA-62DC32C028DE}"/>
              </a:ext>
            </a:extLst>
          </p:cNvPr>
          <p:cNvSpPr txBox="1"/>
          <p:nvPr/>
        </p:nvSpPr>
        <p:spPr>
          <a:xfrm>
            <a:off x="3070371" y="1826285"/>
            <a:ext cx="7902429" cy="144655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CN" sz="4400" b="1" dirty="0"/>
              <a:t>strcmp(str1, charstr2)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CN" sz="4400" b="1" dirty="0"/>
              <a:t>strlen(charstr)</a:t>
            </a:r>
            <a:endParaRPr lang="en-US" sz="4400" b="1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8075C1E-D1EB-48C3-331B-745D52137A79}"/>
              </a:ext>
            </a:extLst>
          </p:cNvPr>
          <p:cNvSpPr txBox="1">
            <a:spLocks/>
          </p:cNvSpPr>
          <p:nvPr/>
        </p:nvSpPr>
        <p:spPr>
          <a:xfrm>
            <a:off x="83703" y="4942366"/>
            <a:ext cx="11943539" cy="1182277"/>
          </a:xfrm>
          <a:prstGeom prst="rect">
            <a:avLst/>
          </a:prstGeom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  <a:softEdge rad="38100"/>
          </a:effectLst>
          <a:scene3d>
            <a:camera prst="orthographicFront"/>
            <a:lightRig rig="threePt" dir="t"/>
          </a:scene3d>
          <a:sp3d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 anchorCtr="0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>
                <a:latin typeface="华文隶书" panose="02010800040101010101" pitchFamily="2" charset="-122"/>
                <a:ea typeface="华文隶书" panose="02010800040101010101" pitchFamily="2" charset="-122"/>
              </a:rPr>
              <a:t>6. </a:t>
            </a:r>
            <a:r>
              <a:rPr lang="zh-CN" altLang="en-US" dirty="0">
                <a:latin typeface="华文隶书" panose="02010800040101010101" pitchFamily="2" charset="-122"/>
                <a:ea typeface="华文隶书" panose="02010800040101010101" pitchFamily="2" charset="-122"/>
              </a:rPr>
              <a:t>数组 </a:t>
            </a:r>
            <a:r>
              <a:rPr lang="en-US" altLang="zh-CN" dirty="0">
                <a:latin typeface="华文隶书" panose="02010800040101010101" pitchFamily="2" charset="-122"/>
                <a:ea typeface="华文隶书" panose="02010800040101010101" pitchFamily="2" charset="-122"/>
              </a:rPr>
              <a:t>– 6.3 </a:t>
            </a:r>
            <a:r>
              <a:rPr lang="zh-CN" altLang="en-US" dirty="0">
                <a:latin typeface="华文隶书" panose="02010800040101010101" pitchFamily="2" charset="-122"/>
                <a:ea typeface="华文隶书" panose="02010800040101010101" pitchFamily="2" charset="-122"/>
              </a:rPr>
              <a:t>字符数组</a:t>
            </a:r>
            <a:r>
              <a:rPr lang="en-US" altLang="zh-CN" dirty="0">
                <a:latin typeface="华文隶书" panose="02010800040101010101" pitchFamily="2" charset="-122"/>
                <a:ea typeface="华文隶书" panose="02010800040101010101" pitchFamily="2" charset="-122"/>
              </a:rPr>
              <a:t>- 6.3.5</a:t>
            </a:r>
            <a:r>
              <a:rPr lang="zh-CN" altLang="en-US" dirty="0">
                <a:latin typeface="华文隶书" panose="02010800040101010101" pitchFamily="2" charset="-122"/>
                <a:ea typeface="华文隶书" panose="02010800040101010101" pitchFamily="2" charset="-122"/>
              </a:rPr>
              <a:t> 字符串处理函数</a:t>
            </a:r>
            <a:r>
              <a:rPr lang="en-US" altLang="zh-CN" dirty="0">
                <a:latin typeface="华文隶书" panose="02010800040101010101" pitchFamily="2" charset="-122"/>
                <a:ea typeface="华文隶书" panose="02010800040101010101" pitchFamily="2" charset="-122"/>
              </a:rPr>
              <a:t>-4</a:t>
            </a:r>
            <a:endParaRPr lang="en-US" dirty="0"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96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62C0F-40BA-F59C-6B00-9297F954E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2AEE4B6-C461-34B3-6B5E-64BAE5E227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7088" y="296562"/>
            <a:ext cx="7978106" cy="626487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25C59C6-3365-E777-BD81-F791914EEF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873" y="1408839"/>
            <a:ext cx="2559045" cy="372799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16A3815-3B60-04C7-118A-DA715C26A17A}"/>
              </a:ext>
            </a:extLst>
          </p:cNvPr>
          <p:cNvSpPr txBox="1"/>
          <p:nvPr/>
        </p:nvSpPr>
        <p:spPr>
          <a:xfrm>
            <a:off x="18853" y="-1124"/>
            <a:ext cx="2252709" cy="144655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/>
            <a:r>
              <a:rPr lang="en-US" sz="8800" b="1" dirty="0">
                <a:latin typeface="Franklin Gothic Heavy" panose="020B0903020102020204" pitchFamily="34" charset="0"/>
              </a:rPr>
              <a:t>024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9B0D73-0822-A0E1-C930-2919DB3FCC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4917" y="0"/>
            <a:ext cx="7619263" cy="1182277"/>
          </a:xfrm>
        </p:spPr>
        <p:txBody>
          <a:bodyPr>
            <a:normAutofit/>
          </a:bodyPr>
          <a:lstStyle/>
          <a:p>
            <a:pPr algn="ctr"/>
            <a:r>
              <a:rPr lang="en-US" sz="7200" dirty="0"/>
              <a:t>C++ </a:t>
            </a:r>
            <a:r>
              <a:rPr lang="zh-CN" altLang="en-US" sz="7200" dirty="0">
                <a:latin typeface="STKaiti" panose="02010600040101010101" pitchFamily="2" charset="-122"/>
                <a:ea typeface="STKaiti" panose="02010600040101010101" pitchFamily="2" charset="-122"/>
              </a:rPr>
              <a:t>新经典</a:t>
            </a:r>
            <a:endParaRPr lang="en-US" sz="7200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28A760E-6764-A29B-4FA8-9A40B27DDFD5}"/>
              </a:ext>
            </a:extLst>
          </p:cNvPr>
          <p:cNvSpPr txBox="1">
            <a:spLocks/>
          </p:cNvSpPr>
          <p:nvPr/>
        </p:nvSpPr>
        <p:spPr>
          <a:xfrm>
            <a:off x="83703" y="4942366"/>
            <a:ext cx="11943539" cy="1182277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>
                <a:latin typeface="华文隶书" panose="02010800040101010101" pitchFamily="2" charset="-122"/>
                <a:ea typeface="华文隶书" panose="02010800040101010101" pitchFamily="2" charset="-122"/>
              </a:rPr>
              <a:t>7. </a:t>
            </a:r>
            <a:r>
              <a:rPr lang="zh-CN" altLang="en-US" dirty="0">
                <a:latin typeface="华文隶书" panose="02010800040101010101" pitchFamily="2" charset="-122"/>
                <a:ea typeface="华文隶书" panose="02010800040101010101" pitchFamily="2" charset="-122"/>
              </a:rPr>
              <a:t>函数 </a:t>
            </a:r>
            <a:r>
              <a:rPr lang="en-US" altLang="zh-CN" dirty="0">
                <a:latin typeface="华文隶书" panose="02010800040101010101" pitchFamily="2" charset="-122"/>
                <a:ea typeface="华文隶书" panose="02010800040101010101" pitchFamily="2" charset="-122"/>
              </a:rPr>
              <a:t>– 7.1 </a:t>
            </a:r>
            <a:r>
              <a:rPr lang="zh-CN" altLang="en-US" dirty="0">
                <a:latin typeface="华文隶书" panose="02010800040101010101" pitchFamily="2" charset="-122"/>
                <a:ea typeface="华文隶书" panose="02010800040101010101" pitchFamily="2" charset="-122"/>
              </a:rPr>
              <a:t>概念和定义</a:t>
            </a:r>
            <a:r>
              <a:rPr lang="en-US" altLang="zh-CN" dirty="0">
                <a:latin typeface="华文隶书" panose="02010800040101010101" pitchFamily="2" charset="-122"/>
                <a:ea typeface="华文隶书" panose="02010800040101010101" pitchFamily="2" charset="-122"/>
              </a:rPr>
              <a:t>- 7.1.1</a:t>
            </a:r>
            <a:r>
              <a:rPr lang="zh-CN" altLang="en-US" dirty="0">
                <a:latin typeface="华文隶书" panose="02010800040101010101" pitchFamily="2" charset="-122"/>
                <a:ea typeface="华文隶书" panose="02010800040101010101" pitchFamily="2" charset="-122"/>
              </a:rPr>
              <a:t> 基本概念</a:t>
            </a:r>
            <a:endParaRPr lang="en-US" dirty="0"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78665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10EDF-B137-C12F-2B81-30A890770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F9295D7-A5E8-7B70-E364-0C78F6D17E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7820" y="44506"/>
            <a:ext cx="8067022" cy="657536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589F16F-D20B-2755-5D3D-AF3AED1D14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873" y="1408839"/>
            <a:ext cx="2559045" cy="372799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344FB1E-FAD8-21EB-DD07-754839B31872}"/>
              </a:ext>
            </a:extLst>
          </p:cNvPr>
          <p:cNvSpPr txBox="1"/>
          <p:nvPr/>
        </p:nvSpPr>
        <p:spPr>
          <a:xfrm>
            <a:off x="18853" y="-1124"/>
            <a:ext cx="2252709" cy="144655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/>
            <a:r>
              <a:rPr lang="en-US" sz="8800" b="1" dirty="0">
                <a:latin typeface="Franklin Gothic Heavy" panose="020B0903020102020204" pitchFamily="34" charset="0"/>
              </a:rPr>
              <a:t>025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23DEB8-A406-6387-5893-CA7686EF36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4917" y="0"/>
            <a:ext cx="7619263" cy="1182277"/>
          </a:xfrm>
        </p:spPr>
        <p:txBody>
          <a:bodyPr>
            <a:normAutofit/>
          </a:bodyPr>
          <a:lstStyle/>
          <a:p>
            <a:pPr algn="ctr"/>
            <a:r>
              <a:rPr lang="en-US" sz="7200" dirty="0"/>
              <a:t>C++ </a:t>
            </a:r>
            <a:r>
              <a:rPr lang="zh-CN" altLang="en-US" sz="7200" dirty="0">
                <a:latin typeface="STKaiti" panose="02010600040101010101" pitchFamily="2" charset="-122"/>
                <a:ea typeface="STKaiti" panose="02010600040101010101" pitchFamily="2" charset="-122"/>
              </a:rPr>
              <a:t>新经典</a:t>
            </a:r>
            <a:endParaRPr lang="en-US" sz="7200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102855A-640E-6F59-FECE-6BEAE2574B29}"/>
              </a:ext>
            </a:extLst>
          </p:cNvPr>
          <p:cNvSpPr txBox="1">
            <a:spLocks/>
          </p:cNvSpPr>
          <p:nvPr/>
        </p:nvSpPr>
        <p:spPr>
          <a:xfrm>
            <a:off x="83703" y="4942366"/>
            <a:ext cx="11943539" cy="1182277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 anchor="ctr" anchorCtr="0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>
                <a:latin typeface="华文隶书" panose="02010800040101010101" pitchFamily="2" charset="-122"/>
                <a:ea typeface="华文隶书" panose="02010800040101010101" pitchFamily="2" charset="-122"/>
              </a:rPr>
              <a:t>7. </a:t>
            </a:r>
            <a:r>
              <a:rPr lang="zh-CN" altLang="en-US" dirty="0">
                <a:latin typeface="华文隶书" panose="02010800040101010101" pitchFamily="2" charset="-122"/>
                <a:ea typeface="华文隶书" panose="02010800040101010101" pitchFamily="2" charset="-122"/>
              </a:rPr>
              <a:t>函数 </a:t>
            </a:r>
            <a:r>
              <a:rPr lang="en-US" altLang="zh-CN" dirty="0">
                <a:latin typeface="华文隶书" panose="02010800040101010101" pitchFamily="2" charset="-122"/>
                <a:ea typeface="华文隶书" panose="02010800040101010101" pitchFamily="2" charset="-122"/>
              </a:rPr>
              <a:t>– 7.1 </a:t>
            </a:r>
            <a:r>
              <a:rPr lang="zh-CN" altLang="en-US" dirty="0">
                <a:latin typeface="华文隶书" panose="02010800040101010101" pitchFamily="2" charset="-122"/>
                <a:ea typeface="华文隶书" panose="02010800040101010101" pitchFamily="2" charset="-122"/>
              </a:rPr>
              <a:t>概念和定义</a:t>
            </a:r>
            <a:r>
              <a:rPr lang="en-US" altLang="zh-CN" dirty="0">
                <a:latin typeface="华文隶书" panose="02010800040101010101" pitchFamily="2" charset="-122"/>
                <a:ea typeface="华文隶书" panose="02010800040101010101" pitchFamily="2" charset="-122"/>
              </a:rPr>
              <a:t>- 7.1.2</a:t>
            </a:r>
            <a:r>
              <a:rPr lang="zh-CN" altLang="en-US" dirty="0">
                <a:latin typeface="华文隶书" panose="02010800040101010101" pitchFamily="2" charset="-122"/>
                <a:ea typeface="华文隶书" panose="02010800040101010101" pitchFamily="2" charset="-122"/>
              </a:rPr>
              <a:t> 定义与返回值</a:t>
            </a:r>
            <a:endParaRPr lang="en-US" dirty="0"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04114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4DDFB-374A-B0C2-9C71-5FEB05674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3CA19A2-E5D4-5FDD-F7FC-E9E9AF31A1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1938" y="351296"/>
            <a:ext cx="7619263" cy="615540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CE50051-DDBB-DB75-6C81-A9BC5132C7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873" y="1408839"/>
            <a:ext cx="2559045" cy="372799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4F626D2-7865-82A7-55B7-488AD80A7D14}"/>
              </a:ext>
            </a:extLst>
          </p:cNvPr>
          <p:cNvSpPr txBox="1"/>
          <p:nvPr/>
        </p:nvSpPr>
        <p:spPr>
          <a:xfrm>
            <a:off x="18853" y="-1124"/>
            <a:ext cx="2252709" cy="144655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/>
            <a:r>
              <a:rPr lang="en-US" sz="8800" b="1" dirty="0">
                <a:latin typeface="Franklin Gothic Heavy" panose="020B0903020102020204" pitchFamily="34" charset="0"/>
              </a:rPr>
              <a:t>026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73A250-A292-56ED-F566-D03B94F2F1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4917" y="0"/>
            <a:ext cx="7619263" cy="1182277"/>
          </a:xfrm>
        </p:spPr>
        <p:txBody>
          <a:bodyPr>
            <a:normAutofit/>
          </a:bodyPr>
          <a:lstStyle/>
          <a:p>
            <a:pPr algn="ctr"/>
            <a:r>
              <a:rPr lang="en-US" sz="7200" dirty="0"/>
              <a:t>C++ </a:t>
            </a:r>
            <a:r>
              <a:rPr lang="zh-CN" altLang="en-US" sz="7200" dirty="0">
                <a:latin typeface="STKaiti" panose="02010600040101010101" pitchFamily="2" charset="-122"/>
                <a:ea typeface="STKaiti" panose="02010600040101010101" pitchFamily="2" charset="-122"/>
              </a:rPr>
              <a:t>新经典</a:t>
            </a:r>
            <a:endParaRPr lang="en-US" sz="7200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0382E05-E82D-5564-F64C-184726AA0435}"/>
              </a:ext>
            </a:extLst>
          </p:cNvPr>
          <p:cNvSpPr txBox="1">
            <a:spLocks/>
          </p:cNvSpPr>
          <p:nvPr/>
        </p:nvSpPr>
        <p:spPr>
          <a:xfrm>
            <a:off x="92588" y="4930190"/>
            <a:ext cx="11943539" cy="1182277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6000" dirty="0">
                <a:latin typeface="华文隶书" panose="02010800040101010101" pitchFamily="2" charset="-122"/>
                <a:ea typeface="华文隶书" panose="02010800040101010101" pitchFamily="2" charset="-122"/>
              </a:rPr>
              <a:t>7. </a:t>
            </a:r>
            <a:r>
              <a:rPr lang="zh-CN" altLang="en-US" sz="6000" dirty="0">
                <a:latin typeface="华文隶书" panose="02010800040101010101" pitchFamily="2" charset="-122"/>
                <a:ea typeface="华文隶书" panose="02010800040101010101" pitchFamily="2" charset="-122"/>
              </a:rPr>
              <a:t>函数 </a:t>
            </a:r>
            <a:r>
              <a:rPr lang="en-US" altLang="zh-CN" sz="6000" dirty="0">
                <a:latin typeface="华文隶书" panose="02010800040101010101" pitchFamily="2" charset="-122"/>
                <a:ea typeface="华文隶书" panose="02010800040101010101" pitchFamily="2" charset="-122"/>
              </a:rPr>
              <a:t>– 7.2 </a:t>
            </a:r>
            <a:r>
              <a:rPr lang="zh-CN" altLang="en-US" sz="6000" dirty="0">
                <a:latin typeface="华文隶书" panose="02010800040101010101" pitchFamily="2" charset="-122"/>
                <a:ea typeface="华文隶书" panose="02010800040101010101" pitchFamily="2" charset="-122"/>
              </a:rPr>
              <a:t>调用</a:t>
            </a:r>
            <a:r>
              <a:rPr lang="en-US" altLang="zh-CN" sz="6000" dirty="0">
                <a:latin typeface="华文隶书" panose="02010800040101010101" pitchFamily="2" charset="-122"/>
                <a:ea typeface="华文隶书" panose="02010800040101010101" pitchFamily="2" charset="-122"/>
              </a:rPr>
              <a:t>- 7.2.1&amp;2</a:t>
            </a:r>
            <a:r>
              <a:rPr lang="zh-CN" altLang="en-US" sz="6000" dirty="0">
                <a:latin typeface="华文隶书" panose="02010800040101010101" pitchFamily="2" charset="-122"/>
                <a:ea typeface="华文隶书" panose="02010800040101010101" pitchFamily="2" charset="-122"/>
              </a:rPr>
              <a:t> 调用方式</a:t>
            </a:r>
            <a:endParaRPr lang="en-US" sz="6000" dirty="0"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22576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32F86-AE49-E874-E9C4-58F27D478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2B9AA9B-579E-C614-CDFB-8151E6AA45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8582" y="292836"/>
            <a:ext cx="8712050" cy="612666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6AE0191-B36E-A64B-04B5-FB7FF58098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873" y="1408839"/>
            <a:ext cx="2559045" cy="372799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4C27A72-9720-F89A-56B7-04A68A68CC0D}"/>
              </a:ext>
            </a:extLst>
          </p:cNvPr>
          <p:cNvSpPr txBox="1"/>
          <p:nvPr/>
        </p:nvSpPr>
        <p:spPr>
          <a:xfrm>
            <a:off x="18853" y="-1124"/>
            <a:ext cx="2252709" cy="144655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/>
            <a:r>
              <a:rPr lang="en-US" sz="8800" b="1" dirty="0">
                <a:latin typeface="Franklin Gothic Heavy" panose="020B0903020102020204" pitchFamily="34" charset="0"/>
              </a:rPr>
              <a:t>027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CE5F06-97F5-005B-995E-BE51008FB1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4917" y="0"/>
            <a:ext cx="7619263" cy="1182277"/>
          </a:xfrm>
        </p:spPr>
        <p:txBody>
          <a:bodyPr>
            <a:normAutofit/>
          </a:bodyPr>
          <a:lstStyle/>
          <a:p>
            <a:pPr algn="ctr"/>
            <a:r>
              <a:rPr lang="en-US" sz="7200" dirty="0"/>
              <a:t>C++ </a:t>
            </a:r>
            <a:r>
              <a:rPr lang="zh-CN" altLang="en-US" sz="7200" dirty="0">
                <a:latin typeface="STKaiti" panose="02010600040101010101" pitchFamily="2" charset="-122"/>
                <a:ea typeface="STKaiti" panose="02010600040101010101" pitchFamily="2" charset="-122"/>
              </a:rPr>
              <a:t>新经典</a:t>
            </a:r>
            <a:endParaRPr lang="en-US" sz="7200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B5EC43B-F6A7-BE37-F3CC-7E0AD79354A0}"/>
              </a:ext>
            </a:extLst>
          </p:cNvPr>
          <p:cNvSpPr txBox="1">
            <a:spLocks/>
          </p:cNvSpPr>
          <p:nvPr/>
        </p:nvSpPr>
        <p:spPr>
          <a:xfrm>
            <a:off x="83703" y="4942366"/>
            <a:ext cx="11943539" cy="1182277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6000" dirty="0">
                <a:latin typeface="华文隶书" panose="02010800040101010101" pitchFamily="2" charset="-122"/>
                <a:ea typeface="华文隶书" panose="02010800040101010101" pitchFamily="2" charset="-122"/>
              </a:rPr>
              <a:t>7. </a:t>
            </a:r>
            <a:r>
              <a:rPr lang="zh-CN" altLang="en-US" sz="6000" dirty="0">
                <a:latin typeface="华文隶书" panose="02010800040101010101" pitchFamily="2" charset="-122"/>
                <a:ea typeface="华文隶书" panose="02010800040101010101" pitchFamily="2" charset="-122"/>
              </a:rPr>
              <a:t>函数 </a:t>
            </a:r>
            <a:r>
              <a:rPr lang="en-US" altLang="zh-CN" sz="6000" dirty="0">
                <a:latin typeface="华文隶书" panose="02010800040101010101" pitchFamily="2" charset="-122"/>
                <a:ea typeface="华文隶书" panose="02010800040101010101" pitchFamily="2" charset="-122"/>
              </a:rPr>
              <a:t>– 7.2 </a:t>
            </a:r>
            <a:r>
              <a:rPr lang="zh-CN" altLang="en-US" sz="6000" dirty="0">
                <a:latin typeface="华文隶书" panose="02010800040101010101" pitchFamily="2" charset="-122"/>
                <a:ea typeface="华文隶书" panose="02010800040101010101" pitchFamily="2" charset="-122"/>
              </a:rPr>
              <a:t>调用</a:t>
            </a:r>
            <a:r>
              <a:rPr lang="en-US" altLang="zh-CN" sz="6000" dirty="0">
                <a:latin typeface="华文隶书" panose="02010800040101010101" pitchFamily="2" charset="-122"/>
                <a:ea typeface="华文隶书" panose="02010800040101010101" pitchFamily="2" charset="-122"/>
              </a:rPr>
              <a:t>- 7.2.3</a:t>
            </a:r>
            <a:r>
              <a:rPr lang="zh-CN" altLang="en-US" sz="6000" dirty="0">
                <a:latin typeface="华文隶书" panose="02010800040101010101" pitchFamily="2" charset="-122"/>
                <a:ea typeface="华文隶书" panose="02010800040101010101" pitchFamily="2" charset="-122"/>
              </a:rPr>
              <a:t> 嵌套调用</a:t>
            </a:r>
            <a:endParaRPr lang="en-US" sz="6000" dirty="0"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83172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99C45-BE08-0ADA-FA69-36BB8EF94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E58DA19-520C-1889-F4DE-6E189CEF95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7210" y="416199"/>
            <a:ext cx="8915326" cy="612464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1D0E2CF-1FB4-DB2D-48CE-DEEAD61175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873" y="1408839"/>
            <a:ext cx="2559045" cy="372799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0286490-4B2B-79F5-F963-B2A2C4DA27D0}"/>
              </a:ext>
            </a:extLst>
          </p:cNvPr>
          <p:cNvSpPr txBox="1"/>
          <p:nvPr/>
        </p:nvSpPr>
        <p:spPr>
          <a:xfrm>
            <a:off x="18853" y="-1124"/>
            <a:ext cx="2252709" cy="144655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/>
            <a:r>
              <a:rPr lang="en-US" sz="8800" b="1" dirty="0">
                <a:latin typeface="Franklin Gothic Heavy" panose="020B0903020102020204" pitchFamily="34" charset="0"/>
              </a:rPr>
              <a:t>028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020064-CC26-3F57-65A2-B65E28B0AF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4917" y="0"/>
            <a:ext cx="7619263" cy="1182277"/>
          </a:xfrm>
        </p:spPr>
        <p:txBody>
          <a:bodyPr>
            <a:normAutofit/>
          </a:bodyPr>
          <a:lstStyle/>
          <a:p>
            <a:pPr algn="ctr"/>
            <a:r>
              <a:rPr lang="en-US" sz="7200" dirty="0"/>
              <a:t>C++ </a:t>
            </a:r>
            <a:r>
              <a:rPr lang="zh-CN" altLang="en-US" sz="7200" dirty="0">
                <a:latin typeface="STKaiti" panose="02010600040101010101" pitchFamily="2" charset="-122"/>
                <a:ea typeface="STKaiti" panose="02010600040101010101" pitchFamily="2" charset="-122"/>
              </a:rPr>
              <a:t>新经典</a:t>
            </a:r>
            <a:endParaRPr lang="en-US" sz="7200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01DA8C7-7C37-BE4B-582C-2244DA8585B5}"/>
              </a:ext>
            </a:extLst>
          </p:cNvPr>
          <p:cNvSpPr txBox="1">
            <a:spLocks/>
          </p:cNvSpPr>
          <p:nvPr/>
        </p:nvSpPr>
        <p:spPr>
          <a:xfrm>
            <a:off x="83703" y="4942366"/>
            <a:ext cx="11943539" cy="1182277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6000" dirty="0">
                <a:latin typeface="华文隶书" panose="02010800040101010101" pitchFamily="2" charset="-122"/>
                <a:ea typeface="华文隶书" panose="02010800040101010101" pitchFamily="2" charset="-122"/>
              </a:rPr>
              <a:t>7. </a:t>
            </a:r>
            <a:r>
              <a:rPr lang="zh-CN" altLang="en-US" sz="6000" dirty="0">
                <a:latin typeface="华文隶书" panose="02010800040101010101" pitchFamily="2" charset="-122"/>
                <a:ea typeface="华文隶书" panose="02010800040101010101" pitchFamily="2" charset="-122"/>
              </a:rPr>
              <a:t>函数 </a:t>
            </a:r>
            <a:r>
              <a:rPr lang="en-US" altLang="zh-CN" sz="6000" dirty="0">
                <a:latin typeface="华文隶书" panose="02010800040101010101" pitchFamily="2" charset="-122"/>
                <a:ea typeface="华文隶书" panose="02010800040101010101" pitchFamily="2" charset="-122"/>
              </a:rPr>
              <a:t>– 7.3 </a:t>
            </a:r>
            <a:r>
              <a:rPr lang="zh-CN" altLang="en-US" sz="6000" dirty="0">
                <a:latin typeface="华文隶书" panose="02010800040101010101" pitchFamily="2" charset="-122"/>
                <a:ea typeface="华文隶书" panose="02010800040101010101" pitchFamily="2" charset="-122"/>
              </a:rPr>
              <a:t>递归调用 </a:t>
            </a:r>
            <a:r>
              <a:rPr lang="en-US" altLang="zh-CN" sz="6000" dirty="0">
                <a:latin typeface="华文隶书" panose="02010800040101010101" pitchFamily="2" charset="-122"/>
                <a:ea typeface="华文隶书" panose="02010800040101010101" pitchFamily="2" charset="-122"/>
              </a:rPr>
              <a:t>- 7.3.1</a:t>
            </a:r>
            <a:r>
              <a:rPr lang="zh-CN" altLang="en-US" sz="6000" dirty="0">
                <a:latin typeface="华文隶书" panose="02010800040101010101" pitchFamily="2" charset="-122"/>
                <a:ea typeface="华文隶书" panose="02010800040101010101" pitchFamily="2" charset="-122"/>
              </a:rPr>
              <a:t> 定义</a:t>
            </a:r>
            <a:endParaRPr lang="en-US" sz="6000" dirty="0"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04483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F98C3-CB79-A2BF-954C-2C332E954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74326DA-3EB8-6554-C51F-1FC7D99F9A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4279" y="436970"/>
            <a:ext cx="8706546" cy="585863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5AA6696-CF23-3398-34E2-D7234CD29C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873" y="1408839"/>
            <a:ext cx="2559045" cy="372799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11B0F2B-0E73-D3BE-6205-10A1D1C8B90C}"/>
              </a:ext>
            </a:extLst>
          </p:cNvPr>
          <p:cNvSpPr txBox="1"/>
          <p:nvPr/>
        </p:nvSpPr>
        <p:spPr>
          <a:xfrm>
            <a:off x="18853" y="-1124"/>
            <a:ext cx="2252709" cy="144655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/>
            <a:r>
              <a:rPr lang="en-US" sz="8800" b="1" dirty="0">
                <a:latin typeface="Franklin Gothic Heavy" panose="020B0903020102020204" pitchFamily="34" charset="0"/>
              </a:rPr>
              <a:t>029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C61DC5-C2C1-D440-97E2-F3E8812C92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4917" y="0"/>
            <a:ext cx="7619263" cy="1182277"/>
          </a:xfrm>
        </p:spPr>
        <p:txBody>
          <a:bodyPr>
            <a:normAutofit/>
          </a:bodyPr>
          <a:lstStyle/>
          <a:p>
            <a:pPr algn="ctr"/>
            <a:r>
              <a:rPr lang="en-US" sz="7200" dirty="0"/>
              <a:t>C++ </a:t>
            </a:r>
            <a:r>
              <a:rPr lang="zh-CN" altLang="en-US" sz="7200" dirty="0">
                <a:latin typeface="STKaiti" panose="02010600040101010101" pitchFamily="2" charset="-122"/>
                <a:ea typeface="STKaiti" panose="02010600040101010101" pitchFamily="2" charset="-122"/>
              </a:rPr>
              <a:t>新经典</a:t>
            </a:r>
            <a:endParaRPr lang="en-US" sz="7200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73C61BE-9E0E-F1D3-9F1D-8FE905B21429}"/>
              </a:ext>
            </a:extLst>
          </p:cNvPr>
          <p:cNvSpPr txBox="1">
            <a:spLocks/>
          </p:cNvSpPr>
          <p:nvPr/>
        </p:nvSpPr>
        <p:spPr>
          <a:xfrm>
            <a:off x="83703" y="4942366"/>
            <a:ext cx="11943539" cy="1182277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6000" dirty="0">
                <a:latin typeface="华文隶书" panose="02010800040101010101" pitchFamily="2" charset="-122"/>
                <a:ea typeface="华文隶书" panose="02010800040101010101" pitchFamily="2" charset="-122"/>
              </a:rPr>
              <a:t>7. </a:t>
            </a:r>
            <a:r>
              <a:rPr lang="zh-CN" altLang="en-US" sz="6000" dirty="0">
                <a:latin typeface="华文隶书" panose="02010800040101010101" pitchFamily="2" charset="-122"/>
                <a:ea typeface="华文隶书" panose="02010800040101010101" pitchFamily="2" charset="-122"/>
              </a:rPr>
              <a:t>函数 </a:t>
            </a:r>
            <a:r>
              <a:rPr lang="en-US" altLang="zh-CN" sz="6000" dirty="0">
                <a:latin typeface="华文隶书" panose="02010800040101010101" pitchFamily="2" charset="-122"/>
                <a:ea typeface="华文隶书" panose="02010800040101010101" pitchFamily="2" charset="-122"/>
              </a:rPr>
              <a:t>– 7.3 </a:t>
            </a:r>
            <a:r>
              <a:rPr lang="zh-CN" altLang="en-US" sz="6000" dirty="0">
                <a:latin typeface="华文隶书" panose="02010800040101010101" pitchFamily="2" charset="-122"/>
                <a:ea typeface="华文隶书" panose="02010800040101010101" pitchFamily="2" charset="-122"/>
              </a:rPr>
              <a:t>递归调用 </a:t>
            </a:r>
            <a:r>
              <a:rPr lang="en-US" altLang="zh-CN" sz="6000" dirty="0">
                <a:latin typeface="华文隶书" panose="02010800040101010101" pitchFamily="2" charset="-122"/>
                <a:ea typeface="华文隶书" panose="02010800040101010101" pitchFamily="2" charset="-122"/>
              </a:rPr>
              <a:t>- 7.3.2</a:t>
            </a:r>
            <a:r>
              <a:rPr lang="zh-CN" altLang="en-US" sz="6000" dirty="0">
                <a:latin typeface="华文隶书" panose="02010800040101010101" pitchFamily="2" charset="-122"/>
                <a:ea typeface="华文隶书" panose="02010800040101010101" pitchFamily="2" charset="-122"/>
              </a:rPr>
              <a:t> 出口</a:t>
            </a:r>
            <a:endParaRPr lang="en-US" sz="6000" dirty="0"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14255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0BE09-3DA2-E2A5-ECB4-6D392CF18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A65C669-A7C2-C5C2-AF00-2F7BC4B458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2114" y="473384"/>
            <a:ext cx="9043313" cy="604070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5B5E767-C88F-FD67-BEBF-14CCA33D90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873" y="1408839"/>
            <a:ext cx="2559045" cy="372799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B06A6FA-9032-D261-F0CD-5FA28DDBE269}"/>
              </a:ext>
            </a:extLst>
          </p:cNvPr>
          <p:cNvSpPr txBox="1"/>
          <p:nvPr/>
        </p:nvSpPr>
        <p:spPr>
          <a:xfrm>
            <a:off x="18853" y="-1124"/>
            <a:ext cx="2252709" cy="144655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/>
            <a:r>
              <a:rPr lang="en-US" sz="8800" b="1" dirty="0">
                <a:latin typeface="Franklin Gothic Heavy" panose="020B0903020102020204" pitchFamily="34" charset="0"/>
              </a:rPr>
              <a:t>030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B973F4-A1EB-E405-D8A1-8EC01EADA2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4917" y="0"/>
            <a:ext cx="7619263" cy="1182277"/>
          </a:xfrm>
        </p:spPr>
        <p:txBody>
          <a:bodyPr>
            <a:normAutofit/>
          </a:bodyPr>
          <a:lstStyle/>
          <a:p>
            <a:pPr algn="ctr"/>
            <a:r>
              <a:rPr lang="en-US" sz="7200" dirty="0"/>
              <a:t>C++ </a:t>
            </a:r>
            <a:r>
              <a:rPr lang="zh-CN" altLang="en-US" sz="7200" dirty="0">
                <a:latin typeface="STKaiti" panose="02010600040101010101" pitchFamily="2" charset="-122"/>
                <a:ea typeface="STKaiti" panose="02010600040101010101" pitchFamily="2" charset="-122"/>
              </a:rPr>
              <a:t>新经典</a:t>
            </a:r>
            <a:endParaRPr lang="en-US" sz="7200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CE42738-2F02-A068-4C3E-96E8A9A72BE3}"/>
              </a:ext>
            </a:extLst>
          </p:cNvPr>
          <p:cNvSpPr txBox="1">
            <a:spLocks/>
          </p:cNvSpPr>
          <p:nvPr/>
        </p:nvSpPr>
        <p:spPr>
          <a:xfrm>
            <a:off x="83703" y="4942366"/>
            <a:ext cx="11943539" cy="1182277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6000" dirty="0">
                <a:latin typeface="华文隶书" panose="02010800040101010101" pitchFamily="2" charset="-122"/>
                <a:ea typeface="华文隶书" panose="02010800040101010101" pitchFamily="2" charset="-122"/>
              </a:rPr>
              <a:t>7. </a:t>
            </a:r>
            <a:r>
              <a:rPr lang="zh-CN" altLang="en-US" sz="6000" dirty="0">
                <a:latin typeface="华文隶书" panose="02010800040101010101" pitchFamily="2" charset="-122"/>
                <a:ea typeface="华文隶书" panose="02010800040101010101" pitchFamily="2" charset="-122"/>
              </a:rPr>
              <a:t>函数 </a:t>
            </a:r>
            <a:r>
              <a:rPr lang="en-US" altLang="zh-CN" sz="6000" dirty="0">
                <a:latin typeface="华文隶书" panose="02010800040101010101" pitchFamily="2" charset="-122"/>
                <a:ea typeface="华文隶书" panose="02010800040101010101" pitchFamily="2" charset="-122"/>
              </a:rPr>
              <a:t>– 7.3 </a:t>
            </a:r>
            <a:r>
              <a:rPr lang="zh-CN" altLang="en-US" sz="6000" dirty="0">
                <a:latin typeface="华文隶书" panose="02010800040101010101" pitchFamily="2" charset="-122"/>
                <a:ea typeface="华文隶书" panose="02010800040101010101" pitchFamily="2" charset="-122"/>
              </a:rPr>
              <a:t>递归调用 </a:t>
            </a:r>
            <a:r>
              <a:rPr lang="en-US" altLang="zh-CN" sz="6000" dirty="0">
                <a:latin typeface="华文隶书" panose="02010800040101010101" pitchFamily="2" charset="-122"/>
                <a:ea typeface="华文隶书" panose="02010800040101010101" pitchFamily="2" charset="-122"/>
              </a:rPr>
              <a:t>- 7.3.3&amp;4</a:t>
            </a:r>
            <a:r>
              <a:rPr lang="zh-CN" altLang="en-US" sz="6000" dirty="0">
                <a:latin typeface="华文隶书" panose="02010800040101010101" pitchFamily="2" charset="-122"/>
                <a:ea typeface="华文隶书" panose="02010800040101010101" pitchFamily="2" charset="-122"/>
              </a:rPr>
              <a:t> 讨论</a:t>
            </a:r>
            <a:endParaRPr lang="en-US" sz="6000" dirty="0"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  <p:pic>
        <p:nvPicPr>
          <p:cNvPr id="1026" name="Picture 2" descr="汉诺塔问题详解-CSDN博客">
            <a:extLst>
              <a:ext uri="{FF2B5EF4-FFF2-40B4-BE49-F238E27FC236}">
                <a16:creationId xmlns:a16="http://schemas.microsoft.com/office/drawing/2014/main" id="{A358E389-FC20-E369-218F-A091584AFB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3770" y="1063289"/>
            <a:ext cx="4922011" cy="21306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9267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C165D-DBA5-A377-E18A-36DF0C23A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E96F262-073C-C764-74CD-03B6C29C9D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4917" y="337426"/>
            <a:ext cx="9513791" cy="581179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11A3BE3-E704-A5F4-548D-709A13CD7A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873" y="1408839"/>
            <a:ext cx="2559045" cy="372799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E3CA58A-2531-ED3F-486B-C40164F7D979}"/>
              </a:ext>
            </a:extLst>
          </p:cNvPr>
          <p:cNvSpPr txBox="1"/>
          <p:nvPr/>
        </p:nvSpPr>
        <p:spPr>
          <a:xfrm>
            <a:off x="18853" y="-1124"/>
            <a:ext cx="2252709" cy="144655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/>
            <a:r>
              <a:rPr lang="en-US" sz="8800" b="1" dirty="0">
                <a:latin typeface="Franklin Gothic Heavy" panose="020B0903020102020204" pitchFamily="34" charset="0"/>
              </a:rPr>
              <a:t>031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8DD702-A065-DF6B-6385-90E4ACDDE2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4917" y="0"/>
            <a:ext cx="7619263" cy="1182277"/>
          </a:xfrm>
        </p:spPr>
        <p:txBody>
          <a:bodyPr>
            <a:normAutofit/>
          </a:bodyPr>
          <a:lstStyle/>
          <a:p>
            <a:pPr algn="ctr"/>
            <a:r>
              <a:rPr lang="en-US" sz="7200" dirty="0"/>
              <a:t>C++ </a:t>
            </a:r>
            <a:r>
              <a:rPr lang="zh-CN" altLang="en-US" sz="7200" dirty="0">
                <a:latin typeface="STKaiti" panose="02010600040101010101" pitchFamily="2" charset="-122"/>
                <a:ea typeface="STKaiti" panose="02010600040101010101" pitchFamily="2" charset="-122"/>
              </a:rPr>
              <a:t>新经典</a:t>
            </a:r>
            <a:endParaRPr lang="en-US" sz="7200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6731F8C-BF5A-0EE1-889D-0F769709A8F9}"/>
              </a:ext>
            </a:extLst>
          </p:cNvPr>
          <p:cNvSpPr txBox="1">
            <a:spLocks/>
          </p:cNvSpPr>
          <p:nvPr/>
        </p:nvSpPr>
        <p:spPr>
          <a:xfrm>
            <a:off x="83703" y="4942366"/>
            <a:ext cx="11943539" cy="1822576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6000" dirty="0">
                <a:latin typeface="华文隶书" panose="02010800040101010101" pitchFamily="2" charset="-122"/>
                <a:ea typeface="华文隶书" panose="02010800040101010101" pitchFamily="2" charset="-122"/>
              </a:rPr>
              <a:t>7. </a:t>
            </a:r>
            <a:r>
              <a:rPr lang="zh-CN" altLang="en-US" sz="6000" dirty="0">
                <a:latin typeface="华文隶书" panose="02010800040101010101" pitchFamily="2" charset="-122"/>
                <a:ea typeface="华文隶书" panose="02010800040101010101" pitchFamily="2" charset="-122"/>
              </a:rPr>
              <a:t>函数 </a:t>
            </a:r>
            <a:r>
              <a:rPr lang="en-US" altLang="zh-CN" sz="6000" dirty="0">
                <a:latin typeface="华文隶书" panose="02010800040101010101" pitchFamily="2" charset="-122"/>
                <a:ea typeface="华文隶书" panose="02010800040101010101" pitchFamily="2" charset="-122"/>
              </a:rPr>
              <a:t>– 7.4 </a:t>
            </a:r>
            <a:r>
              <a:rPr lang="zh-CN" altLang="en-US" sz="6000" dirty="0">
                <a:latin typeface="华文隶书" panose="02010800040101010101" pitchFamily="2" charset="-122"/>
                <a:ea typeface="华文隶书" panose="02010800040101010101" pitchFamily="2" charset="-122"/>
              </a:rPr>
              <a:t>数组作为函数参数</a:t>
            </a:r>
            <a:endParaRPr lang="en-US" altLang="zh-CN" sz="6000" dirty="0">
              <a:latin typeface="华文隶书" panose="02010800040101010101" pitchFamily="2" charset="-122"/>
              <a:ea typeface="华文隶书" panose="02010800040101010101" pitchFamily="2" charset="-122"/>
            </a:endParaRPr>
          </a:p>
          <a:p>
            <a:r>
              <a:rPr lang="en-US" altLang="zh-CN" sz="6000" dirty="0">
                <a:latin typeface="华文隶书" panose="02010800040101010101" pitchFamily="2" charset="-122"/>
                <a:ea typeface="华文隶书" panose="02010800040101010101" pitchFamily="2" charset="-122"/>
              </a:rPr>
              <a:t>- 7.4.1 </a:t>
            </a:r>
            <a:r>
              <a:rPr lang="zh-CN" altLang="en-US" sz="6000" dirty="0">
                <a:latin typeface="华文隶书" panose="02010800040101010101" pitchFamily="2" charset="-122"/>
                <a:ea typeface="华文隶书" panose="02010800040101010101" pitchFamily="2" charset="-122"/>
              </a:rPr>
              <a:t>数组元素作为函数实参</a:t>
            </a:r>
            <a:endParaRPr lang="en-US" sz="6000" dirty="0"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6365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C7067-11AD-20A1-DBF8-E9FE4B3F6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D6B088C-D242-512D-9281-695AD75F3E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6230" y="427810"/>
            <a:ext cx="9234013" cy="575413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1E88BF9-B624-CA58-C311-01ADAD5792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873" y="1408839"/>
            <a:ext cx="2559045" cy="372799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8A73C16-D495-D623-2DDE-C6045C93E68E}"/>
              </a:ext>
            </a:extLst>
          </p:cNvPr>
          <p:cNvSpPr txBox="1"/>
          <p:nvPr/>
        </p:nvSpPr>
        <p:spPr>
          <a:xfrm>
            <a:off x="18853" y="-1124"/>
            <a:ext cx="2252709" cy="144655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/>
            <a:r>
              <a:rPr lang="en-US" sz="8800" b="1" dirty="0">
                <a:latin typeface="Franklin Gothic Heavy" panose="020B0903020102020204" pitchFamily="34" charset="0"/>
              </a:rPr>
              <a:t>032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CD1E3F-24DC-F034-69CA-6588E7C28B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4917" y="0"/>
            <a:ext cx="7619263" cy="1182277"/>
          </a:xfrm>
        </p:spPr>
        <p:txBody>
          <a:bodyPr>
            <a:normAutofit/>
          </a:bodyPr>
          <a:lstStyle/>
          <a:p>
            <a:pPr algn="ctr"/>
            <a:r>
              <a:rPr lang="en-US" sz="7200" dirty="0"/>
              <a:t>C++ </a:t>
            </a:r>
            <a:r>
              <a:rPr lang="zh-CN" altLang="en-US" sz="7200" dirty="0">
                <a:latin typeface="STKaiti" panose="02010600040101010101" pitchFamily="2" charset="-122"/>
                <a:ea typeface="STKaiti" panose="02010600040101010101" pitchFamily="2" charset="-122"/>
              </a:rPr>
              <a:t>新经典</a:t>
            </a:r>
            <a:endParaRPr lang="en-US" sz="7200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2FE9157-D026-656D-B336-C898E861D36D}"/>
              </a:ext>
            </a:extLst>
          </p:cNvPr>
          <p:cNvSpPr txBox="1">
            <a:spLocks/>
          </p:cNvSpPr>
          <p:nvPr/>
        </p:nvSpPr>
        <p:spPr>
          <a:xfrm>
            <a:off x="83703" y="4942366"/>
            <a:ext cx="11943539" cy="1822576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6000" dirty="0">
                <a:latin typeface="华文隶书" panose="02010800040101010101" pitchFamily="2" charset="-122"/>
                <a:ea typeface="华文隶书" panose="02010800040101010101" pitchFamily="2" charset="-122"/>
              </a:rPr>
              <a:t>7. </a:t>
            </a:r>
            <a:r>
              <a:rPr lang="zh-CN" altLang="en-US" sz="6000" dirty="0">
                <a:latin typeface="华文隶书" panose="02010800040101010101" pitchFamily="2" charset="-122"/>
                <a:ea typeface="华文隶书" panose="02010800040101010101" pitchFamily="2" charset="-122"/>
              </a:rPr>
              <a:t>函数 </a:t>
            </a:r>
            <a:r>
              <a:rPr lang="en-US" altLang="zh-CN" sz="6000" dirty="0">
                <a:latin typeface="华文隶书" panose="02010800040101010101" pitchFamily="2" charset="-122"/>
                <a:ea typeface="华文隶书" panose="02010800040101010101" pitchFamily="2" charset="-122"/>
              </a:rPr>
              <a:t>– 7.4 </a:t>
            </a:r>
            <a:r>
              <a:rPr lang="zh-CN" altLang="en-US" sz="6000" dirty="0">
                <a:latin typeface="华文隶书" panose="02010800040101010101" pitchFamily="2" charset="-122"/>
                <a:ea typeface="华文隶书" panose="02010800040101010101" pitchFamily="2" charset="-122"/>
              </a:rPr>
              <a:t>数组作为函数参数</a:t>
            </a:r>
            <a:endParaRPr lang="en-US" altLang="zh-CN" sz="6000" dirty="0">
              <a:latin typeface="华文隶书" panose="02010800040101010101" pitchFamily="2" charset="-122"/>
              <a:ea typeface="华文隶书" panose="02010800040101010101" pitchFamily="2" charset="-122"/>
            </a:endParaRPr>
          </a:p>
          <a:p>
            <a:r>
              <a:rPr lang="en-US" altLang="zh-CN" sz="6000" dirty="0">
                <a:latin typeface="华文隶书" panose="02010800040101010101" pitchFamily="2" charset="-122"/>
                <a:ea typeface="华文隶书" panose="02010800040101010101" pitchFamily="2" charset="-122"/>
              </a:rPr>
              <a:t>- 7.4.2 </a:t>
            </a:r>
            <a:r>
              <a:rPr lang="zh-CN" altLang="en-US" sz="6000" dirty="0">
                <a:latin typeface="华文隶书" panose="02010800040101010101" pitchFamily="2" charset="-122"/>
                <a:ea typeface="华文隶书" panose="02010800040101010101" pitchFamily="2" charset="-122"/>
              </a:rPr>
              <a:t>数组名作为函数实参</a:t>
            </a:r>
            <a:endParaRPr lang="en-US" sz="6000" dirty="0"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24415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A8401-4453-061E-B971-21401930E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2E34198-9B21-1B1A-01A5-B2FD72BC45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1399" y="262990"/>
            <a:ext cx="9718534" cy="618636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6BBEDA6-2CDF-E919-84C2-D498A85B5A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873" y="1408839"/>
            <a:ext cx="2559045" cy="372799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4A9977C-A6D2-EB40-D4BF-369CC85D56C7}"/>
              </a:ext>
            </a:extLst>
          </p:cNvPr>
          <p:cNvSpPr txBox="1"/>
          <p:nvPr/>
        </p:nvSpPr>
        <p:spPr>
          <a:xfrm>
            <a:off x="18853" y="-1124"/>
            <a:ext cx="2252709" cy="144655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/>
            <a:r>
              <a:rPr lang="en-US" sz="8800" b="1" dirty="0">
                <a:latin typeface="Franklin Gothic Heavy" panose="020B0903020102020204" pitchFamily="34" charset="0"/>
              </a:rPr>
              <a:t>033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65C8B1-EBFF-12F6-CAD2-1C04E10D0C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4917" y="0"/>
            <a:ext cx="7619263" cy="1182277"/>
          </a:xfrm>
        </p:spPr>
        <p:txBody>
          <a:bodyPr>
            <a:normAutofit/>
          </a:bodyPr>
          <a:lstStyle/>
          <a:p>
            <a:pPr algn="ctr"/>
            <a:r>
              <a:rPr lang="en-US" sz="7200" dirty="0"/>
              <a:t>C++ </a:t>
            </a:r>
            <a:r>
              <a:rPr lang="zh-CN" altLang="en-US" sz="7200" dirty="0">
                <a:latin typeface="STKaiti" panose="02010600040101010101" pitchFamily="2" charset="-122"/>
                <a:ea typeface="STKaiti" panose="02010600040101010101" pitchFamily="2" charset="-122"/>
              </a:rPr>
              <a:t>新经典</a:t>
            </a:r>
            <a:endParaRPr lang="en-US" sz="7200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6DB3C3A-5A17-B762-3AAF-E972DEB0E51E}"/>
              </a:ext>
            </a:extLst>
          </p:cNvPr>
          <p:cNvSpPr txBox="1">
            <a:spLocks/>
          </p:cNvSpPr>
          <p:nvPr/>
        </p:nvSpPr>
        <p:spPr>
          <a:xfrm>
            <a:off x="83703" y="4942366"/>
            <a:ext cx="11943539" cy="1822576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6000" dirty="0">
                <a:latin typeface="华文隶书" panose="02010800040101010101" pitchFamily="2" charset="-122"/>
                <a:ea typeface="华文隶书" panose="02010800040101010101" pitchFamily="2" charset="-122"/>
              </a:rPr>
              <a:t>7. </a:t>
            </a:r>
            <a:r>
              <a:rPr lang="zh-CN" altLang="en-US" sz="6000" dirty="0">
                <a:latin typeface="华文隶书" panose="02010800040101010101" pitchFamily="2" charset="-122"/>
                <a:ea typeface="华文隶书" panose="02010800040101010101" pitchFamily="2" charset="-122"/>
              </a:rPr>
              <a:t>函数 </a:t>
            </a:r>
            <a:r>
              <a:rPr lang="en-US" altLang="zh-CN" sz="6000" dirty="0">
                <a:latin typeface="华文隶书" panose="02010800040101010101" pitchFamily="2" charset="-122"/>
                <a:ea typeface="华文隶书" panose="02010800040101010101" pitchFamily="2" charset="-122"/>
              </a:rPr>
              <a:t>– 7.4 </a:t>
            </a:r>
            <a:r>
              <a:rPr lang="zh-CN" altLang="en-US" sz="6000" dirty="0">
                <a:latin typeface="华文隶书" panose="02010800040101010101" pitchFamily="2" charset="-122"/>
                <a:ea typeface="华文隶书" panose="02010800040101010101" pitchFamily="2" charset="-122"/>
              </a:rPr>
              <a:t>数组作为函数参数</a:t>
            </a:r>
            <a:endParaRPr lang="en-US" altLang="zh-CN" sz="6000" dirty="0">
              <a:latin typeface="华文隶书" panose="02010800040101010101" pitchFamily="2" charset="-122"/>
              <a:ea typeface="华文隶书" panose="02010800040101010101" pitchFamily="2" charset="-122"/>
            </a:endParaRPr>
          </a:p>
          <a:p>
            <a:r>
              <a:rPr lang="en-US" altLang="zh-CN" sz="6000" dirty="0">
                <a:latin typeface="华文隶书" panose="02010800040101010101" pitchFamily="2" charset="-122"/>
                <a:ea typeface="华文隶书" panose="02010800040101010101" pitchFamily="2" charset="-122"/>
              </a:rPr>
              <a:t>- 7.4.3 </a:t>
            </a:r>
            <a:r>
              <a:rPr lang="zh-CN" altLang="en-US" sz="6000" dirty="0">
                <a:latin typeface="华文隶书" panose="02010800040101010101" pitchFamily="2" charset="-122"/>
                <a:ea typeface="华文隶书" panose="02010800040101010101" pitchFamily="2" charset="-122"/>
              </a:rPr>
              <a:t>多维数组作为函数实参</a:t>
            </a:r>
            <a:endParaRPr lang="en-US" sz="6000" dirty="0"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68557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B2644-03A2-762B-6AF9-766CA5442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397EA94-87A0-4DEB-F99E-3B9C7A64F0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9769" y="299404"/>
            <a:ext cx="8560068" cy="607711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02C4A6A-D7AC-221C-7626-F11E8D1947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873" y="1408839"/>
            <a:ext cx="2559045" cy="372799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DBA88F6-AD23-134D-6BA1-046A6773D449}"/>
              </a:ext>
            </a:extLst>
          </p:cNvPr>
          <p:cNvSpPr txBox="1"/>
          <p:nvPr/>
        </p:nvSpPr>
        <p:spPr>
          <a:xfrm>
            <a:off x="18853" y="-1124"/>
            <a:ext cx="2252709" cy="144655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/>
            <a:r>
              <a:rPr lang="en-US" sz="8800" b="1" dirty="0">
                <a:latin typeface="Franklin Gothic Heavy" panose="020B0903020102020204" pitchFamily="34" charset="0"/>
              </a:rPr>
              <a:t>034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78114D-EFFB-7176-5B75-3BA10214A9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4917" y="0"/>
            <a:ext cx="7619263" cy="1182277"/>
          </a:xfrm>
        </p:spPr>
        <p:txBody>
          <a:bodyPr>
            <a:normAutofit/>
          </a:bodyPr>
          <a:lstStyle/>
          <a:p>
            <a:pPr algn="ctr"/>
            <a:r>
              <a:rPr lang="en-US" sz="7200" dirty="0"/>
              <a:t>C++ </a:t>
            </a:r>
            <a:r>
              <a:rPr lang="zh-CN" altLang="en-US" sz="7200" dirty="0">
                <a:latin typeface="STKaiti" panose="02010600040101010101" pitchFamily="2" charset="-122"/>
                <a:ea typeface="STKaiti" panose="02010600040101010101" pitchFamily="2" charset="-122"/>
              </a:rPr>
              <a:t>新经典</a:t>
            </a:r>
            <a:endParaRPr lang="en-US" sz="7200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83E40C0-359A-20DC-38E5-13AD3AD5A58C}"/>
              </a:ext>
            </a:extLst>
          </p:cNvPr>
          <p:cNvSpPr txBox="1">
            <a:spLocks/>
          </p:cNvSpPr>
          <p:nvPr/>
        </p:nvSpPr>
        <p:spPr>
          <a:xfrm>
            <a:off x="83703" y="4942366"/>
            <a:ext cx="11943539" cy="1822576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6000" dirty="0">
                <a:latin typeface="华文隶书" panose="02010800040101010101" pitchFamily="2" charset="-122"/>
                <a:ea typeface="华文隶书" panose="02010800040101010101" pitchFamily="2" charset="-122"/>
              </a:rPr>
              <a:t>7. </a:t>
            </a:r>
            <a:r>
              <a:rPr lang="zh-CN" altLang="en-US" sz="6000" dirty="0">
                <a:latin typeface="华文隶书" panose="02010800040101010101" pitchFamily="2" charset="-122"/>
                <a:ea typeface="华文隶书" panose="02010800040101010101" pitchFamily="2" charset="-122"/>
              </a:rPr>
              <a:t>函数 </a:t>
            </a:r>
            <a:r>
              <a:rPr lang="en-US" altLang="zh-CN" sz="6000" dirty="0">
                <a:latin typeface="华文隶书" panose="02010800040101010101" pitchFamily="2" charset="-122"/>
                <a:ea typeface="华文隶书" panose="02010800040101010101" pitchFamily="2" charset="-122"/>
              </a:rPr>
              <a:t>– 7.5 </a:t>
            </a:r>
            <a:r>
              <a:rPr lang="zh-CN" altLang="en-US" sz="6000" dirty="0">
                <a:latin typeface="华文隶书" panose="02010800040101010101" pitchFamily="2" charset="-122"/>
                <a:ea typeface="华文隶书" panose="02010800040101010101" pitchFamily="2" charset="-122"/>
              </a:rPr>
              <a:t>局部变量和全局变量</a:t>
            </a:r>
            <a:endParaRPr lang="en-US" altLang="zh-CN" sz="6000" dirty="0">
              <a:latin typeface="华文隶书" panose="02010800040101010101" pitchFamily="2" charset="-122"/>
              <a:ea typeface="华文隶书" panose="02010800040101010101" pitchFamily="2" charset="-122"/>
            </a:endParaRPr>
          </a:p>
          <a:p>
            <a:r>
              <a:rPr lang="en-US" altLang="zh-CN" sz="6000" dirty="0">
                <a:latin typeface="华文隶书" panose="02010800040101010101" pitchFamily="2" charset="-122"/>
                <a:ea typeface="华文隶书" panose="02010800040101010101" pitchFamily="2" charset="-122"/>
              </a:rPr>
              <a:t>- 7.5.1 </a:t>
            </a:r>
            <a:r>
              <a:rPr lang="zh-CN" altLang="en-US" sz="6000" dirty="0">
                <a:latin typeface="华文隶书" panose="02010800040101010101" pitchFamily="2" charset="-122"/>
                <a:ea typeface="华文隶书" panose="02010800040101010101" pitchFamily="2" charset="-122"/>
              </a:rPr>
              <a:t>局部变量</a:t>
            </a:r>
            <a:endParaRPr lang="en-US" sz="6000" dirty="0"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02653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CBB50-EBA3-4364-1299-0A4C001C4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471F1C2-0087-3D65-A5BD-48E393E7EA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7088" y="296989"/>
            <a:ext cx="8618636" cy="595169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8364C6D-E998-5D9A-43DF-95395E0C08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873" y="1408839"/>
            <a:ext cx="2559045" cy="372799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077C533-34AF-A8C2-9525-EF1B80FD37E3}"/>
              </a:ext>
            </a:extLst>
          </p:cNvPr>
          <p:cNvSpPr txBox="1"/>
          <p:nvPr/>
        </p:nvSpPr>
        <p:spPr>
          <a:xfrm>
            <a:off x="18853" y="-1124"/>
            <a:ext cx="2252709" cy="144655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/>
            <a:r>
              <a:rPr lang="en-US" sz="8800" b="1" dirty="0">
                <a:latin typeface="Franklin Gothic Heavy" panose="020B0903020102020204" pitchFamily="34" charset="0"/>
              </a:rPr>
              <a:t>035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4B441F-854B-9119-1D75-62FAEE41BD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4917" y="0"/>
            <a:ext cx="7619263" cy="1182277"/>
          </a:xfrm>
        </p:spPr>
        <p:txBody>
          <a:bodyPr>
            <a:normAutofit/>
          </a:bodyPr>
          <a:lstStyle/>
          <a:p>
            <a:pPr algn="ctr"/>
            <a:r>
              <a:rPr lang="en-US" sz="7200" dirty="0"/>
              <a:t>C++ </a:t>
            </a:r>
            <a:r>
              <a:rPr lang="zh-CN" altLang="en-US" sz="7200" dirty="0">
                <a:latin typeface="STKaiti" panose="02010600040101010101" pitchFamily="2" charset="-122"/>
                <a:ea typeface="STKaiti" panose="02010600040101010101" pitchFamily="2" charset="-122"/>
              </a:rPr>
              <a:t>新经典</a:t>
            </a:r>
            <a:endParaRPr lang="en-US" sz="7200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AE0EC8F-9DEA-47B2-6320-A82940683EE5}"/>
              </a:ext>
            </a:extLst>
          </p:cNvPr>
          <p:cNvSpPr txBox="1">
            <a:spLocks/>
          </p:cNvSpPr>
          <p:nvPr/>
        </p:nvSpPr>
        <p:spPr>
          <a:xfrm>
            <a:off x="83703" y="4942366"/>
            <a:ext cx="11943539" cy="1822576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6000" dirty="0">
                <a:latin typeface="华文隶书" panose="02010800040101010101" pitchFamily="2" charset="-122"/>
                <a:ea typeface="华文隶书" panose="02010800040101010101" pitchFamily="2" charset="-122"/>
              </a:rPr>
              <a:t>7. </a:t>
            </a:r>
            <a:r>
              <a:rPr lang="zh-CN" altLang="en-US" sz="6000" dirty="0">
                <a:latin typeface="华文隶书" panose="02010800040101010101" pitchFamily="2" charset="-122"/>
                <a:ea typeface="华文隶书" panose="02010800040101010101" pitchFamily="2" charset="-122"/>
              </a:rPr>
              <a:t>函数 </a:t>
            </a:r>
            <a:r>
              <a:rPr lang="en-US" altLang="zh-CN" sz="6000" dirty="0">
                <a:latin typeface="华文隶书" panose="02010800040101010101" pitchFamily="2" charset="-122"/>
                <a:ea typeface="华文隶书" panose="02010800040101010101" pitchFamily="2" charset="-122"/>
              </a:rPr>
              <a:t>– 7.5 </a:t>
            </a:r>
            <a:r>
              <a:rPr lang="zh-CN" altLang="en-US" sz="6000" dirty="0">
                <a:latin typeface="华文隶书" panose="02010800040101010101" pitchFamily="2" charset="-122"/>
                <a:ea typeface="华文隶书" panose="02010800040101010101" pitchFamily="2" charset="-122"/>
              </a:rPr>
              <a:t>局部变量和全局变量</a:t>
            </a:r>
            <a:endParaRPr lang="en-US" altLang="zh-CN" sz="6000" dirty="0">
              <a:latin typeface="华文隶书" panose="02010800040101010101" pitchFamily="2" charset="-122"/>
              <a:ea typeface="华文隶书" panose="02010800040101010101" pitchFamily="2" charset="-122"/>
            </a:endParaRPr>
          </a:p>
          <a:p>
            <a:r>
              <a:rPr lang="en-US" altLang="zh-CN" sz="6000" dirty="0">
                <a:latin typeface="华文隶书" panose="02010800040101010101" pitchFamily="2" charset="-122"/>
                <a:ea typeface="华文隶书" panose="02010800040101010101" pitchFamily="2" charset="-122"/>
              </a:rPr>
              <a:t>- 7.5.2 </a:t>
            </a:r>
            <a:r>
              <a:rPr lang="zh-CN" altLang="en-US" sz="6000" dirty="0">
                <a:latin typeface="华文隶书" panose="02010800040101010101" pitchFamily="2" charset="-122"/>
                <a:ea typeface="华文隶书" panose="02010800040101010101" pitchFamily="2" charset="-122"/>
              </a:rPr>
              <a:t>全局变量</a:t>
            </a:r>
            <a:endParaRPr lang="en-US" sz="6000" dirty="0"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23189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Nature Illustration 16x9">
  <a:themeElements>
    <a:clrScheme name="Nature Illustration">
      <a:dk1>
        <a:srgbClr val="9A5315"/>
      </a:dk1>
      <a:lt1>
        <a:srgbClr val="FFFFFF"/>
      </a:lt1>
      <a:dk2>
        <a:srgbClr val="000000"/>
      </a:dk2>
      <a:lt2>
        <a:srgbClr val="D1E5F9"/>
      </a:lt2>
      <a:accent1>
        <a:srgbClr val="F3771A"/>
      </a:accent1>
      <a:accent2>
        <a:srgbClr val="8BBEF1"/>
      </a:accent2>
      <a:accent3>
        <a:srgbClr val="6DC025"/>
      </a:accent3>
      <a:accent4>
        <a:srgbClr val="9A5315"/>
      </a:accent4>
      <a:accent5>
        <a:srgbClr val="F1471F"/>
      </a:accent5>
      <a:accent6>
        <a:srgbClr val="DA6FDF"/>
      </a:accent6>
      <a:hlink>
        <a:srgbClr val="6DC025"/>
      </a:hlink>
      <a:folHlink>
        <a:srgbClr val="9A5315"/>
      </a:folHlink>
    </a:clrScheme>
    <a:fontScheme name="Segoe Print">
      <a:majorFont>
        <a:latin typeface="Segoe Print"/>
        <a:ea typeface=""/>
        <a:cs typeface=""/>
      </a:majorFont>
      <a:minorFont>
        <a:latin typeface="Segoe Prin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3431377.potx" id="{56A48130-F36A-41C3-8C0C-0EF853C6708B}" vid="{0432F83B-7085-406B-BFE7-677E72A6CADA}"/>
    </a:ext>
  </a:extLst>
</a:theme>
</file>

<file path=ppt/theme/theme2.xml><?xml version="1.0" encoding="utf-8"?>
<a:theme xmlns:a="http://schemas.openxmlformats.org/drawingml/2006/main" name="Office Theme">
  <a:themeElements>
    <a:clrScheme name="Nature Illustration">
      <a:dk1>
        <a:srgbClr val="9A5315"/>
      </a:dk1>
      <a:lt1>
        <a:srgbClr val="FFFFFF"/>
      </a:lt1>
      <a:dk2>
        <a:srgbClr val="000000"/>
      </a:dk2>
      <a:lt2>
        <a:srgbClr val="D1E5F9"/>
      </a:lt2>
      <a:accent1>
        <a:srgbClr val="F3771A"/>
      </a:accent1>
      <a:accent2>
        <a:srgbClr val="8BBEF1"/>
      </a:accent2>
      <a:accent3>
        <a:srgbClr val="6DC025"/>
      </a:accent3>
      <a:accent4>
        <a:srgbClr val="9A5315"/>
      </a:accent4>
      <a:accent5>
        <a:srgbClr val="F1471F"/>
      </a:accent5>
      <a:accent6>
        <a:srgbClr val="DA6FDF"/>
      </a:accent6>
      <a:hlink>
        <a:srgbClr val="6DC025"/>
      </a:hlink>
      <a:folHlink>
        <a:srgbClr val="9A5315"/>
      </a:folHlink>
    </a:clrScheme>
    <a:fontScheme name="Segoe Print">
      <a:majorFont>
        <a:latin typeface="Segoe Print"/>
        <a:ea typeface=""/>
        <a:cs typeface=""/>
      </a:majorFont>
      <a:minorFont>
        <a:latin typeface="Segoe Prin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Nature Illustration">
      <a:dk1>
        <a:srgbClr val="9A5315"/>
      </a:dk1>
      <a:lt1>
        <a:srgbClr val="FFFFFF"/>
      </a:lt1>
      <a:dk2>
        <a:srgbClr val="000000"/>
      </a:dk2>
      <a:lt2>
        <a:srgbClr val="D1E5F9"/>
      </a:lt2>
      <a:accent1>
        <a:srgbClr val="F3771A"/>
      </a:accent1>
      <a:accent2>
        <a:srgbClr val="8BBEF1"/>
      </a:accent2>
      <a:accent3>
        <a:srgbClr val="6DC025"/>
      </a:accent3>
      <a:accent4>
        <a:srgbClr val="9A5315"/>
      </a:accent4>
      <a:accent5>
        <a:srgbClr val="F1471F"/>
      </a:accent5>
      <a:accent6>
        <a:srgbClr val="DA6FDF"/>
      </a:accent6>
      <a:hlink>
        <a:srgbClr val="6DC025"/>
      </a:hlink>
      <a:folHlink>
        <a:srgbClr val="9A5315"/>
      </a:folHlink>
    </a:clrScheme>
    <a:fontScheme name="Segoe Print">
      <a:majorFont>
        <a:latin typeface="Segoe Print"/>
        <a:ea typeface=""/>
        <a:cs typeface=""/>
      </a:majorFont>
      <a:minorFont>
        <a:latin typeface="Segoe Prin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Rainbow presentation</Template>
  <TotalTime>6777</TotalTime>
  <Words>641</Words>
  <Application>Microsoft Office PowerPoint</Application>
  <PresentationFormat>Widescreen</PresentationFormat>
  <Paragraphs>129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1" baseType="lpstr">
      <vt:lpstr>STKaiti</vt:lpstr>
      <vt:lpstr>华文隶书</vt:lpstr>
      <vt:lpstr>Arial</vt:lpstr>
      <vt:lpstr>Franklin Gothic Heavy</vt:lpstr>
      <vt:lpstr>Segoe Print</vt:lpstr>
      <vt:lpstr>Nature Illustration 16x9</vt:lpstr>
      <vt:lpstr>C++ 新经典</vt:lpstr>
      <vt:lpstr>C++ 新经典</vt:lpstr>
      <vt:lpstr>C++ 新经典</vt:lpstr>
      <vt:lpstr>C++ 新经典</vt:lpstr>
      <vt:lpstr>C++ 新经典</vt:lpstr>
      <vt:lpstr>C++ 新经典</vt:lpstr>
      <vt:lpstr>C++ 新经典</vt:lpstr>
      <vt:lpstr>C++ 新经典</vt:lpstr>
      <vt:lpstr>C++ 新经典</vt:lpstr>
      <vt:lpstr>C++ 新经典</vt:lpstr>
      <vt:lpstr>C++ 新经典</vt:lpstr>
      <vt:lpstr>C++ 新经典</vt:lpstr>
      <vt:lpstr>C++ 新经典</vt:lpstr>
      <vt:lpstr>C++ 新经典</vt:lpstr>
      <vt:lpstr>C++ 新经典</vt:lpstr>
      <vt:lpstr>C++ 新经典</vt:lpstr>
      <vt:lpstr>C++ 新经典</vt:lpstr>
      <vt:lpstr>C++ 新经典</vt:lpstr>
      <vt:lpstr>C++ 新经典</vt:lpstr>
      <vt:lpstr>C++ 新经典</vt:lpstr>
      <vt:lpstr>C++ 新经典</vt:lpstr>
      <vt:lpstr>C++ 新经典</vt:lpstr>
      <vt:lpstr>C++ 新经典</vt:lpstr>
      <vt:lpstr>C++ 新经典</vt:lpstr>
      <vt:lpstr>C++ 新经典</vt:lpstr>
      <vt:lpstr>C++ 新经典</vt:lpstr>
      <vt:lpstr>C++ 新经典</vt:lpstr>
      <vt:lpstr>C++ 新经典</vt:lpstr>
      <vt:lpstr>C++ 新经典</vt:lpstr>
      <vt:lpstr>C++ 新经典</vt:lpstr>
      <vt:lpstr>C++ 新经典</vt:lpstr>
      <vt:lpstr>C++ 新经典</vt:lpstr>
      <vt:lpstr>C++ 新经典</vt:lpstr>
      <vt:lpstr>C++ 新经典</vt:lpstr>
      <vt:lpstr>C++ 新经典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C++ 新经典</dc:title>
  <dc:creator>Zhao Xiaoqi</dc:creator>
  <cp:lastModifiedBy>Xiaoqi Zhao</cp:lastModifiedBy>
  <cp:revision>50</cp:revision>
  <dcterms:created xsi:type="dcterms:W3CDTF">2023-09-30T18:06:47Z</dcterms:created>
  <dcterms:modified xsi:type="dcterms:W3CDTF">2025-12-14T09:43:11Z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540963-e559-4020-8a90-fe8a502c2801_Enabled">
    <vt:lpwstr>true</vt:lpwstr>
  </property>
  <property fmtid="{D5CDD505-2E9C-101B-9397-08002B2CF9AE}" pid="3" name="MSIP_Label_19540963-e559-4020-8a90-fe8a502c2801_SetDate">
    <vt:lpwstr>2023-09-30T18:12:37Z</vt:lpwstr>
  </property>
  <property fmtid="{D5CDD505-2E9C-101B-9397-08002B2CF9AE}" pid="4" name="MSIP_Label_19540963-e559-4020-8a90-fe8a502c2801_Method">
    <vt:lpwstr>Standard</vt:lpwstr>
  </property>
  <property fmtid="{D5CDD505-2E9C-101B-9397-08002B2CF9AE}" pid="5" name="MSIP_Label_19540963-e559-4020-8a90-fe8a502c2801_Name">
    <vt:lpwstr>19540963-e559-4020-8a90-fe8a502c2801</vt:lpwstr>
  </property>
  <property fmtid="{D5CDD505-2E9C-101B-9397-08002B2CF9AE}" pid="6" name="MSIP_Label_19540963-e559-4020-8a90-fe8a502c2801_SiteId">
    <vt:lpwstr>f25493ae-1c98-41d7-8a33-0be75f5fe603</vt:lpwstr>
  </property>
  <property fmtid="{D5CDD505-2E9C-101B-9397-08002B2CF9AE}" pid="7" name="MSIP_Label_19540963-e559-4020-8a90-fe8a502c2801_ActionId">
    <vt:lpwstr>8fb04f6f-6ae6-4c84-8a80-60587ab7689e</vt:lpwstr>
  </property>
  <property fmtid="{D5CDD505-2E9C-101B-9397-08002B2CF9AE}" pid="8" name="MSIP_Label_19540963-e559-4020-8a90-fe8a502c2801_ContentBits">
    <vt:lpwstr>0</vt:lpwstr>
  </property>
</Properties>
</file>