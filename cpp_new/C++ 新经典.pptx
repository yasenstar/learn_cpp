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3"/>
  </p:notesMasterIdLst>
  <p:handoutMasterIdLst>
    <p:handoutMasterId r:id="rId74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9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  <p14:section name="封面" id="{6D6F9A05-B1CC-4C63-959D-14BF78F87133}">
          <p14:sldIdLst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817" autoAdjust="0"/>
    <p:restoredTop sz="94660"/>
  </p:normalViewPr>
  <p:slideViewPr>
    <p:cSldViewPr snapToGrid="0">
      <p:cViewPr varScale="1">
        <p:scale>
          <a:sx n="95" d="100"/>
          <a:sy n="95" d="100"/>
        </p:scale>
        <p:origin x="99" y="7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12/21/2025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6" y="303230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73363" y="1459315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2410255" y="5192950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17148</TotalTime>
  <Words>1353</Words>
  <Application>Microsoft Office PowerPoint</Application>
  <PresentationFormat>Widescreen</PresentationFormat>
  <Paragraphs>253</Paragraphs>
  <Slides>71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7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110</cp:revision>
  <dcterms:created xsi:type="dcterms:W3CDTF">2023-09-30T18:06:47Z</dcterms:created>
  <dcterms:modified xsi:type="dcterms:W3CDTF">2025-12-21T15:07:41Z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