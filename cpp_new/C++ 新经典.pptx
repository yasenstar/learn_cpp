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57" d="100"/>
          <a:sy n="57" d="100"/>
        </p:scale>
        <p:origin x="66" y="5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373" y="0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5274139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5601</TotalTime>
  <Words>624</Words>
  <Application>Microsoft Office PowerPoint</Application>
  <PresentationFormat>Widescreen</PresentationFormat>
  <Paragraphs>125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48</cp:revision>
  <dcterms:created xsi:type="dcterms:W3CDTF">2023-09-30T18:06:47Z</dcterms:created>
  <dcterms:modified xsi:type="dcterms:W3CDTF">2025-12-13T14:06:50Z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