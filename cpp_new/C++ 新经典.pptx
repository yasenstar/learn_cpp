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99" d="100"/>
          <a:sy n="99" d="100"/>
        </p:scale>
        <p:origin x="94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9/24/2025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9/24/2025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9/24/2025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9/24/2025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006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6D88E9-56D8-C381-46EA-7CE97EA50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6322" y="495530"/>
            <a:ext cx="9008583" cy="50851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162" y="275626"/>
            <a:ext cx="8022211" cy="53086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4375</TotalTime>
  <Words>353</Words>
  <Application>Microsoft Office PowerPoint</Application>
  <PresentationFormat>Widescreen</PresentationFormat>
  <Paragraphs>80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33</cp:revision>
  <dcterms:created xsi:type="dcterms:W3CDTF">2023-09-30T18:06:47Z</dcterms:created>
  <dcterms:modified xsi:type="dcterms:W3CDTF">2025-09-24T13:47:40Z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