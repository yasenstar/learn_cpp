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handoutMasterIdLst>
    <p:handoutMasterId r:id="rId64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语言 - 第十章" id="{5314AB56-4F83-421D-8A88-8E1A8855317A}">
          <p14:sldIdLst/>
        </p14:section>
        <p14:section name="C语言 - 第十一章" id="{5B674738-3F4D-4A3B-8106-250F6BB36055}">
          <p14:sldIdLst/>
        </p14:section>
        <p14:section name="C语言 - 第十二章" id="{B7E07EA1-08AB-4104-A6B4-BCA60D873B9F}">
          <p14:sldIdLst/>
        </p14:section>
        <p14:section name="C++语言 - 第十三章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462" y="2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66814" y="939115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45232" y="1071547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070" y="771332"/>
            <a:ext cx="7082685" cy="46457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48" y="323963"/>
            <a:ext cx="7375967" cy="4838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95" y="544766"/>
            <a:ext cx="7526807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499" y="988911"/>
            <a:ext cx="6376510" cy="43568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28" y="323963"/>
            <a:ext cx="7253485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315" y="78116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08600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00003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3070371" y="1826285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562"/>
            <a:ext cx="7978106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820" y="44506"/>
            <a:ext cx="8067022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51296"/>
            <a:ext cx="7619263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8" y="4930190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82" y="2928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10" y="416199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279" y="436970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17" y="337426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30" y="427810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399" y="262990"/>
            <a:ext cx="9718534" cy="61863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69" y="299404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989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732" y="230622"/>
            <a:ext cx="8165411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71713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597" y="283221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57751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72048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938" y="591138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3" y="5225586"/>
            <a:ext cx="11943539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591138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1194353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29C9D-5D94-47E7-E38F-6055FF7C9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9D4308-DE7F-1F49-C2C5-194A488046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0E1794-BFBE-FEEA-EF33-F0F205CBA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F340101-7915-17A0-F91D-AEE3A8B53DC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B7746C-62E0-8C04-5897-D56C184791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D4BCDAF-F17E-FD31-7975-E8A6ACCC6585}"/>
              </a:ext>
            </a:extLst>
          </p:cNvPr>
          <p:cNvSpPr txBox="1">
            <a:spLocks/>
          </p:cNvSpPr>
          <p:nvPr/>
        </p:nvSpPr>
        <p:spPr>
          <a:xfrm>
            <a:off x="83703" y="5097981"/>
            <a:ext cx="8801351" cy="1692735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19436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709E1F-F4BA-67ED-0FF8-2D17518F0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D0D34-E8EE-4641-6B6F-B67E62ADA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E7440F2-2319-FA69-6880-7B25A9CDE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7AA01D-7814-37E6-0A21-E4C43372E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B6B939-4FD8-5459-E18C-35A5A0D35F1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C3EFBD-43E3-7610-67A9-62DEE584D2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CC76152-54BA-80E4-328B-BFF051695138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07471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9958</TotalTime>
  <Words>1067</Words>
  <Application>Microsoft Office PowerPoint</Application>
  <PresentationFormat>Widescreen</PresentationFormat>
  <Paragraphs>212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7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89</cp:revision>
  <dcterms:created xsi:type="dcterms:W3CDTF">2023-09-30T18:06:47Z</dcterms:created>
  <dcterms:modified xsi:type="dcterms:W3CDTF">2025-12-16T14:43:53Z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