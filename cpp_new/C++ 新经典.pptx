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handoutMasterIdLst>
    <p:handoutMasterId r:id="rId40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部分" id="{8BD7FAF1-389D-4672-8BC2-E03F0BBCDCF7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70"/>
            <p14:sldId id="268"/>
            <p14:sldId id="269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C++语言部分" id="{067E9523-9FD9-48E1-AB07-C39065B5E70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5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462" y="2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12/13/2025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12/13/2025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12/13/2025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019" y="1390763"/>
            <a:ext cx="7055339" cy="38054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87784" y="0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15" y="1390763"/>
            <a:ext cx="8439150" cy="39909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932739" y="1981200"/>
            <a:ext cx="7639762" cy="2895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7784" y="0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03373" y="0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777" y="1314563"/>
            <a:ext cx="6607338" cy="41024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142" y="1466963"/>
            <a:ext cx="8006862" cy="37222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59" y="1466963"/>
            <a:ext cx="8665373" cy="38497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638824" y="1294793"/>
            <a:ext cx="8066812" cy="40661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374746" y="1314563"/>
            <a:ext cx="8485654" cy="40522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74" y="1241623"/>
            <a:ext cx="6138322" cy="4026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74" y="1241623"/>
            <a:ext cx="6138322" cy="4026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0743" y="1314563"/>
            <a:ext cx="6177041" cy="39208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6178" y="1300454"/>
            <a:ext cx="5720445" cy="39086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4347" y="1314563"/>
            <a:ext cx="4936529" cy="41348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016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二维数组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6108" y="1314563"/>
            <a:ext cx="4705451" cy="40520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4019" y="1258478"/>
            <a:ext cx="7579404" cy="43410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017</a:t>
            </a:r>
          </a:p>
        </p:txBody>
      </p:sp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27" y="1267974"/>
            <a:ext cx="8020894" cy="44088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018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EF2B9E60-914F-F746-2AB6-D15C0EC5B8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8394" y="1182277"/>
            <a:ext cx="7169870" cy="40472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4831492" y="1826285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3" y="508600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3" y="500003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3070371" y="1826285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562"/>
            <a:ext cx="7978106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7820" y="44506"/>
            <a:ext cx="8067022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51296"/>
            <a:ext cx="7619263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8" y="4930190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582" y="2928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210" y="416199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279" y="436970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1026" name="Picture 2" descr="汉诺塔问题详解-CSDN博客">
            <a:extLst>
              <a:ext uri="{FF2B5EF4-FFF2-40B4-BE49-F238E27FC236}">
                <a16:creationId xmlns:a16="http://schemas.microsoft.com/office/drawing/2014/main" id="{A358E389-FC20-E369-218F-A091584AF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70" y="1063289"/>
            <a:ext cx="4922011" cy="21306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917" y="337426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230" y="427810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399" y="262990"/>
            <a:ext cx="9718534" cy="61863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769" y="299404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71F1C2-0087-3D65-A5BD-48E393E7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989"/>
            <a:ext cx="8618636" cy="5951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FDF6-C376-9BE9-9AEA-E0296132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2C49BF-9D87-C7B4-9E96-564D7DF7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732" y="230622"/>
            <a:ext cx="8165411" cy="60973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BB8F9E-C8F4-F620-AE76-CAB9849D6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CD200C-8EC9-D91D-D2B7-CA07BE56893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AC5144-93C8-0140-24BB-FC2175868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35E619-DFAD-B166-5C71-0C58B9766F11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- 7.6.1&amp;2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459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EFEC-0F0C-0F5E-7A1E-41218471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F2DEE29-8D6C-1ED9-C098-899BDCE223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EF1795-3FFE-7E0E-1FFB-DC1EE46C244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6C768B-26AB-E12C-8BF3-E6695B79B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3F71622-C89F-9A4C-D46A-E67CC166A93A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7217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7106</TotalTime>
  <Words>678</Words>
  <Application>Microsoft Office PowerPoint</Application>
  <PresentationFormat>Widescreen</PresentationFormat>
  <Paragraphs>137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52</cp:revision>
  <dcterms:created xsi:type="dcterms:W3CDTF">2023-09-30T18:06:47Z</dcterms:created>
  <dcterms:modified xsi:type="dcterms:W3CDTF">2025-12-14T15:12:23Z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